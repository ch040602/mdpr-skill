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6294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4F71CE-F639-DBEE-5496-7FD95CD70A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084951"/>
            <a:ext cx="9144000" cy="2308013"/>
          </a:xfrm>
        </p:spPr>
        <p:txBody>
          <a:bodyPr anchor="b"/>
          <a:lstStyle>
            <a:lvl1pPr algn="ctr">
              <a:defRPr sz="58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26166D4-436E-52FB-213B-6FC34B6577B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81970"/>
            <a:ext cx="9144000" cy="1600570"/>
          </a:xfrm>
        </p:spPr>
        <p:txBody>
          <a:bodyPr/>
          <a:lstStyle>
            <a:lvl1pPr marL="0" indent="0" algn="ctr">
              <a:buNone/>
              <a:defRPr sz="2320"/>
            </a:lvl1pPr>
            <a:lvl2pPr marL="441975" indent="0" algn="ctr">
              <a:buNone/>
              <a:defRPr sz="1933"/>
            </a:lvl2pPr>
            <a:lvl3pPr marL="883950" indent="0" algn="ctr">
              <a:buNone/>
              <a:defRPr sz="1740"/>
            </a:lvl3pPr>
            <a:lvl4pPr marL="1325926" indent="0" algn="ctr">
              <a:buNone/>
              <a:defRPr sz="1547"/>
            </a:lvl4pPr>
            <a:lvl5pPr marL="1767901" indent="0" algn="ctr">
              <a:buNone/>
              <a:defRPr sz="1547"/>
            </a:lvl5pPr>
            <a:lvl6pPr marL="2209876" indent="0" algn="ctr">
              <a:buNone/>
              <a:defRPr sz="1547"/>
            </a:lvl6pPr>
            <a:lvl7pPr marL="2651851" indent="0" algn="ctr">
              <a:buNone/>
              <a:defRPr sz="1547"/>
            </a:lvl7pPr>
            <a:lvl8pPr marL="3093827" indent="0" algn="ctr">
              <a:buNone/>
              <a:defRPr sz="1547"/>
            </a:lvl8pPr>
            <a:lvl9pPr marL="3535802" indent="0" algn="ctr">
              <a:buNone/>
              <a:defRPr sz="1547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7712DEA-3EA1-B64B-F338-A646B7937D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5C7C5-662F-443D-B932-219A5FD090E8}" type="datetimeFigureOut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8081EEF-5C71-668E-246B-A184DE0CBE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F522056-736F-980C-2449-28252C80DC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86F094-EA07-4928-8C98-3D149CEB2E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33276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385857-637F-68F6-C19E-3C8F2A9E22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7AF6C86-07B3-F519-7E6F-555AD77802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EFDB4DA-AC20-D39B-04EF-46BD2F05E9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5C7C5-662F-443D-B932-219A5FD090E8}" type="datetimeFigureOut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4E9D650-0147-A1E0-FDF9-A2BCE4838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297029-F0F7-4E5F-666E-E83ABB18C4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86F094-EA07-4928-8C98-3D149CEB2E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116476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480BCF-D8F1-DF8B-9D1A-B9334E693F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652747"/>
            <a:ext cx="10515600" cy="2757646"/>
          </a:xfrm>
        </p:spPr>
        <p:txBody>
          <a:bodyPr anchor="b"/>
          <a:lstStyle>
            <a:lvl1pPr>
              <a:defRPr sz="58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D0CB149-F4AB-734D-64F4-EBCCDB137E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436481"/>
            <a:ext cx="10515600" cy="1450181"/>
          </a:xfrm>
        </p:spPr>
        <p:txBody>
          <a:bodyPr/>
          <a:lstStyle>
            <a:lvl1pPr marL="0" indent="0">
              <a:buNone/>
              <a:defRPr sz="2320">
                <a:solidFill>
                  <a:schemeClr val="tx1">
                    <a:tint val="82000"/>
                  </a:schemeClr>
                </a:solidFill>
              </a:defRPr>
            </a:lvl1pPr>
            <a:lvl2pPr marL="441975" indent="0">
              <a:buNone/>
              <a:defRPr sz="1933">
                <a:solidFill>
                  <a:schemeClr val="tx1">
                    <a:tint val="82000"/>
                  </a:schemeClr>
                </a:solidFill>
              </a:defRPr>
            </a:lvl2pPr>
            <a:lvl3pPr marL="883950" indent="0">
              <a:buNone/>
              <a:defRPr sz="1740">
                <a:solidFill>
                  <a:schemeClr val="tx1">
                    <a:tint val="82000"/>
                  </a:schemeClr>
                </a:solidFill>
              </a:defRPr>
            </a:lvl3pPr>
            <a:lvl4pPr marL="1325926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4pPr>
            <a:lvl5pPr marL="1767901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5pPr>
            <a:lvl6pPr marL="2209876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6pPr>
            <a:lvl7pPr marL="2651851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7pPr>
            <a:lvl8pPr marL="3093827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8pPr>
            <a:lvl9pPr marL="3535802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1A8DC33-5861-851C-8963-4354CC564C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5C7C5-662F-443D-B932-219A5FD090E8}" type="datetimeFigureOut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344C8AE-208D-1E64-9538-AC6B9ADCFC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72D935-04BA-6A3F-6989-3B86F7AE02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86F094-EA07-4928-8C98-3D149CEB2E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98187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0EC37DA-F2BC-CE7F-F977-F4ADE7D9A3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9896060-BF42-9497-7666-6FA8B67990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764771"/>
            <a:ext cx="5181600" cy="420629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CB6BD0A-83CB-15A3-5952-58AF0A2F7D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764771"/>
            <a:ext cx="5181600" cy="420629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E0026C8-F2A0-9906-270C-AE815B4BC4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5C7C5-662F-443D-B932-219A5FD090E8}" type="datetimeFigureOut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8697819-CB78-BA42-2F90-01A22B8A48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9E06635-2BC6-2D2F-61AA-FF5716E51C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86F094-EA07-4928-8C98-3D149CEB2E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47663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A048F4-81D3-FD92-1DC8-B98EE55DF8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52954"/>
            <a:ext cx="10515600" cy="1281378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C1AD2BE-C622-08C3-A9DA-250CC78628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25124"/>
            <a:ext cx="5157787" cy="796448"/>
          </a:xfrm>
        </p:spPr>
        <p:txBody>
          <a:bodyPr anchor="b"/>
          <a:lstStyle>
            <a:lvl1pPr marL="0" indent="0">
              <a:buNone/>
              <a:defRPr sz="2320" b="1"/>
            </a:lvl1pPr>
            <a:lvl2pPr marL="441975" indent="0">
              <a:buNone/>
              <a:defRPr sz="1933" b="1"/>
            </a:lvl2pPr>
            <a:lvl3pPr marL="883950" indent="0">
              <a:buNone/>
              <a:defRPr sz="1740" b="1"/>
            </a:lvl3pPr>
            <a:lvl4pPr marL="1325926" indent="0">
              <a:buNone/>
              <a:defRPr sz="1547" b="1"/>
            </a:lvl4pPr>
            <a:lvl5pPr marL="1767901" indent="0">
              <a:buNone/>
              <a:defRPr sz="1547" b="1"/>
            </a:lvl5pPr>
            <a:lvl6pPr marL="2209876" indent="0">
              <a:buNone/>
              <a:defRPr sz="1547" b="1"/>
            </a:lvl6pPr>
            <a:lvl7pPr marL="2651851" indent="0">
              <a:buNone/>
              <a:defRPr sz="1547" b="1"/>
            </a:lvl7pPr>
            <a:lvl8pPr marL="3093827" indent="0">
              <a:buNone/>
              <a:defRPr sz="1547" b="1"/>
            </a:lvl8pPr>
            <a:lvl9pPr marL="3535802" indent="0">
              <a:buNone/>
              <a:defRPr sz="1547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B4A0516-45EB-08B8-1261-B714A80B47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421573"/>
            <a:ext cx="5157787" cy="356176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66AE57E2-9036-B1DE-D7D1-BEA6EB0C39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25124"/>
            <a:ext cx="5183188" cy="796448"/>
          </a:xfrm>
        </p:spPr>
        <p:txBody>
          <a:bodyPr anchor="b"/>
          <a:lstStyle>
            <a:lvl1pPr marL="0" indent="0">
              <a:buNone/>
              <a:defRPr sz="2320" b="1"/>
            </a:lvl1pPr>
            <a:lvl2pPr marL="441975" indent="0">
              <a:buNone/>
              <a:defRPr sz="1933" b="1"/>
            </a:lvl2pPr>
            <a:lvl3pPr marL="883950" indent="0">
              <a:buNone/>
              <a:defRPr sz="1740" b="1"/>
            </a:lvl3pPr>
            <a:lvl4pPr marL="1325926" indent="0">
              <a:buNone/>
              <a:defRPr sz="1547" b="1"/>
            </a:lvl4pPr>
            <a:lvl5pPr marL="1767901" indent="0">
              <a:buNone/>
              <a:defRPr sz="1547" b="1"/>
            </a:lvl5pPr>
            <a:lvl6pPr marL="2209876" indent="0">
              <a:buNone/>
              <a:defRPr sz="1547" b="1"/>
            </a:lvl6pPr>
            <a:lvl7pPr marL="2651851" indent="0">
              <a:buNone/>
              <a:defRPr sz="1547" b="1"/>
            </a:lvl7pPr>
            <a:lvl8pPr marL="3093827" indent="0">
              <a:buNone/>
              <a:defRPr sz="1547" b="1"/>
            </a:lvl8pPr>
            <a:lvl9pPr marL="3535802" indent="0">
              <a:buNone/>
              <a:defRPr sz="1547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1A5AC03-7808-2339-C0E7-A32F2F00AAD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421573"/>
            <a:ext cx="5183188" cy="356176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40807E6-2945-CBAC-75E2-9E907CD40C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5C7C5-662F-443D-B932-219A5FD090E8}" type="datetimeFigureOut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33AE7B08-316F-55CA-C091-89CEB80495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4129C86F-9AEB-BD91-8130-CEB77D872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86F094-EA07-4928-8C98-3D149CEB2E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052857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BC8E68-7F5F-A08F-6D52-DBFCB40F04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B17C9C9-76A4-4460-8ADA-50EA1FDD90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5C7C5-662F-443D-B932-219A5FD090E8}" type="datetimeFigureOut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742F546-B978-7BB0-1D75-52C8300F80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F302BB1-2936-83F1-E73E-715D9B732B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86F094-EA07-4928-8C98-3D149CEB2E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08926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9A0BE4B-6A8E-18D5-EE38-65276B4194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5C7C5-662F-443D-B932-219A5FD090E8}" type="datetimeFigureOut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72A76C7-6AEE-D4DD-F232-DC63C5AFC9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489224-2162-1348-712A-0C1BA01231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86F094-EA07-4928-8C98-3D149CEB2E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8677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ACAA8D-4F45-BE6A-93C3-CF180ADD84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41960"/>
            <a:ext cx="3932237" cy="1546860"/>
          </a:xfrm>
        </p:spPr>
        <p:txBody>
          <a:bodyPr anchor="b"/>
          <a:lstStyle>
            <a:lvl1pPr>
              <a:defRPr sz="3093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1A5F1C6-DA5F-394E-1468-95E130B316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54511"/>
            <a:ext cx="6172200" cy="4711171"/>
          </a:xfrm>
        </p:spPr>
        <p:txBody>
          <a:bodyPr/>
          <a:lstStyle>
            <a:lvl1pPr>
              <a:defRPr sz="3093"/>
            </a:lvl1pPr>
            <a:lvl2pPr>
              <a:defRPr sz="2707"/>
            </a:lvl2pPr>
            <a:lvl3pPr>
              <a:defRPr sz="2320"/>
            </a:lvl3pPr>
            <a:lvl4pPr>
              <a:defRPr sz="1933"/>
            </a:lvl4pPr>
            <a:lvl5pPr>
              <a:defRPr sz="1933"/>
            </a:lvl5pPr>
            <a:lvl6pPr>
              <a:defRPr sz="1933"/>
            </a:lvl6pPr>
            <a:lvl7pPr>
              <a:defRPr sz="1933"/>
            </a:lvl7pPr>
            <a:lvl8pPr>
              <a:defRPr sz="1933"/>
            </a:lvl8pPr>
            <a:lvl9pPr>
              <a:defRPr sz="1933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771621F-8613-355F-90E4-1F956918D1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1988820"/>
            <a:ext cx="3932237" cy="3684535"/>
          </a:xfrm>
        </p:spPr>
        <p:txBody>
          <a:bodyPr/>
          <a:lstStyle>
            <a:lvl1pPr marL="0" indent="0">
              <a:buNone/>
              <a:defRPr sz="1547"/>
            </a:lvl1pPr>
            <a:lvl2pPr marL="441975" indent="0">
              <a:buNone/>
              <a:defRPr sz="1353"/>
            </a:lvl2pPr>
            <a:lvl3pPr marL="883950" indent="0">
              <a:buNone/>
              <a:defRPr sz="1160"/>
            </a:lvl3pPr>
            <a:lvl4pPr marL="1325926" indent="0">
              <a:buNone/>
              <a:defRPr sz="967"/>
            </a:lvl4pPr>
            <a:lvl5pPr marL="1767901" indent="0">
              <a:buNone/>
              <a:defRPr sz="967"/>
            </a:lvl5pPr>
            <a:lvl6pPr marL="2209876" indent="0">
              <a:buNone/>
              <a:defRPr sz="967"/>
            </a:lvl6pPr>
            <a:lvl7pPr marL="2651851" indent="0">
              <a:buNone/>
              <a:defRPr sz="967"/>
            </a:lvl7pPr>
            <a:lvl8pPr marL="3093827" indent="0">
              <a:buNone/>
              <a:defRPr sz="967"/>
            </a:lvl8pPr>
            <a:lvl9pPr marL="3535802" indent="0">
              <a:buNone/>
              <a:defRPr sz="967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BD14042-5583-6E06-69FC-900998D890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5C7C5-662F-443D-B932-219A5FD090E8}" type="datetimeFigureOut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06132C4-20A6-5193-B135-8DB426C0D3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E9F43D7-E186-8079-8C35-28280206DB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86F094-EA07-4928-8C98-3D149CEB2E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862539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14BC4C-697E-B7AB-F169-8E6414B02A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41960"/>
            <a:ext cx="3932237" cy="1546860"/>
          </a:xfrm>
        </p:spPr>
        <p:txBody>
          <a:bodyPr anchor="b"/>
          <a:lstStyle>
            <a:lvl1pPr>
              <a:defRPr sz="3093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1DC7E03F-202C-352B-869F-0C6623756CA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54511"/>
            <a:ext cx="6172200" cy="4711171"/>
          </a:xfrm>
        </p:spPr>
        <p:txBody>
          <a:bodyPr/>
          <a:lstStyle>
            <a:lvl1pPr marL="0" indent="0">
              <a:buNone/>
              <a:defRPr sz="3093"/>
            </a:lvl1pPr>
            <a:lvl2pPr marL="441975" indent="0">
              <a:buNone/>
              <a:defRPr sz="2707"/>
            </a:lvl2pPr>
            <a:lvl3pPr marL="883950" indent="0">
              <a:buNone/>
              <a:defRPr sz="2320"/>
            </a:lvl3pPr>
            <a:lvl4pPr marL="1325926" indent="0">
              <a:buNone/>
              <a:defRPr sz="1933"/>
            </a:lvl4pPr>
            <a:lvl5pPr marL="1767901" indent="0">
              <a:buNone/>
              <a:defRPr sz="1933"/>
            </a:lvl5pPr>
            <a:lvl6pPr marL="2209876" indent="0">
              <a:buNone/>
              <a:defRPr sz="1933"/>
            </a:lvl6pPr>
            <a:lvl7pPr marL="2651851" indent="0">
              <a:buNone/>
              <a:defRPr sz="1933"/>
            </a:lvl7pPr>
            <a:lvl8pPr marL="3093827" indent="0">
              <a:buNone/>
              <a:defRPr sz="1933"/>
            </a:lvl8pPr>
            <a:lvl9pPr marL="3535802" indent="0">
              <a:buNone/>
              <a:defRPr sz="1933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0714415-04F1-9CA4-0E94-A2FCA9BBFA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1988820"/>
            <a:ext cx="3932237" cy="3684535"/>
          </a:xfrm>
        </p:spPr>
        <p:txBody>
          <a:bodyPr/>
          <a:lstStyle>
            <a:lvl1pPr marL="0" indent="0">
              <a:buNone/>
              <a:defRPr sz="1547"/>
            </a:lvl1pPr>
            <a:lvl2pPr marL="441975" indent="0">
              <a:buNone/>
              <a:defRPr sz="1353"/>
            </a:lvl2pPr>
            <a:lvl3pPr marL="883950" indent="0">
              <a:buNone/>
              <a:defRPr sz="1160"/>
            </a:lvl3pPr>
            <a:lvl4pPr marL="1325926" indent="0">
              <a:buNone/>
              <a:defRPr sz="967"/>
            </a:lvl4pPr>
            <a:lvl5pPr marL="1767901" indent="0">
              <a:buNone/>
              <a:defRPr sz="967"/>
            </a:lvl5pPr>
            <a:lvl6pPr marL="2209876" indent="0">
              <a:buNone/>
              <a:defRPr sz="967"/>
            </a:lvl6pPr>
            <a:lvl7pPr marL="2651851" indent="0">
              <a:buNone/>
              <a:defRPr sz="967"/>
            </a:lvl7pPr>
            <a:lvl8pPr marL="3093827" indent="0">
              <a:buNone/>
              <a:defRPr sz="967"/>
            </a:lvl8pPr>
            <a:lvl9pPr marL="3535802" indent="0">
              <a:buNone/>
              <a:defRPr sz="967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61DF45E-BC61-D46D-EC9C-609443DCAA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5C7C5-662F-443D-B932-219A5FD090E8}" type="datetimeFigureOut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496F519-12DB-D350-36D6-E169C1E50B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3606746-B8C5-4E6D-3A92-1EE10D7208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86F094-EA07-4928-8C98-3D149CEB2E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270710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17C828-77FE-50EB-BD85-B106C6901C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2770791-5DDC-E8D6-2776-A3525D71BB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2EACF59-18AD-9B92-02E3-FB05BD63D0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5C7C5-662F-443D-B932-219A5FD090E8}" type="datetimeFigureOut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3C7E362-A450-7027-C1B3-908ACC832D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963828E-ADD6-5B02-6D00-4DACF24925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86F094-EA07-4928-8C98-3D149CEB2E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43076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84888CEB-2876-F69C-ABBE-F1895B0CD00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52954"/>
            <a:ext cx="2628900" cy="5618110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B005178-7D19-755A-7D6F-4D47F875BA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52954"/>
            <a:ext cx="7734300" cy="5618110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0407100-59FC-92F0-6D87-BB11603695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5C7C5-662F-443D-B932-219A5FD090E8}" type="datetimeFigureOut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C6B467F-22BC-E4EC-1950-392E091FD8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0A34A33-09F7-4B03-A30B-21DEA67B1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86F094-EA07-4928-8C98-3D149CEB2E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75947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64502D1C-D4AE-F73E-9970-DD8FDCE0B5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2954"/>
            <a:ext cx="10515600" cy="128137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2E4194E-BDAC-AF0E-F3C1-6E168966CE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764771"/>
            <a:ext cx="10515600" cy="42062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2333130-008A-19A0-74F1-8702C4311C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144472"/>
            <a:ext cx="2743200" cy="35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F25C7C5-662F-443D-B932-219A5FD090E8}" type="datetimeFigureOut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9CE97A0-3C47-4EB6-D59B-1D8B53CA302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144472"/>
            <a:ext cx="4114800" cy="35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EB91032-7C6F-4BFF-6E47-9E7AF9DA93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144472"/>
            <a:ext cx="2743200" cy="35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386F094-EA07-4928-8C98-3D149CEB2E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25148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883950" rtl="0" eaLnBrk="1" latinLnBrk="1" hangingPunct="1">
        <a:lnSpc>
          <a:spcPct val="90000"/>
        </a:lnSpc>
        <a:spcBef>
          <a:spcPct val="0"/>
        </a:spcBef>
        <a:buNone/>
        <a:defRPr sz="425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0988" indent="-220988" algn="l" defTabSz="883950" rtl="0" eaLnBrk="1" latinLnBrk="1" hangingPunct="1">
        <a:lnSpc>
          <a:spcPct val="90000"/>
        </a:lnSpc>
        <a:spcBef>
          <a:spcPts val="967"/>
        </a:spcBef>
        <a:buFont typeface="Arial" panose="020B0604020202020204" pitchFamily="34" charset="0"/>
        <a:buChar char="•"/>
        <a:defRPr sz="2707" kern="1200">
          <a:solidFill>
            <a:schemeClr val="tx1"/>
          </a:solidFill>
          <a:latin typeface="+mn-lt"/>
          <a:ea typeface="+mn-ea"/>
          <a:cs typeface="+mn-cs"/>
        </a:defRPr>
      </a:lvl1pPr>
      <a:lvl2pPr marL="662963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2320" kern="1200">
          <a:solidFill>
            <a:schemeClr val="tx1"/>
          </a:solidFill>
          <a:latin typeface="+mn-lt"/>
          <a:ea typeface="+mn-ea"/>
          <a:cs typeface="+mn-cs"/>
        </a:defRPr>
      </a:lvl2pPr>
      <a:lvl3pPr marL="1104938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933" kern="1200">
          <a:solidFill>
            <a:schemeClr val="tx1"/>
          </a:solidFill>
          <a:latin typeface="+mn-lt"/>
          <a:ea typeface="+mn-ea"/>
          <a:cs typeface="+mn-cs"/>
        </a:defRPr>
      </a:lvl3pPr>
      <a:lvl4pPr marL="1546913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4pPr>
      <a:lvl5pPr marL="1988889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5pPr>
      <a:lvl6pPr marL="2430864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6pPr>
      <a:lvl7pPr marL="2872839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7pPr>
      <a:lvl8pPr marL="3314814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8pPr>
      <a:lvl9pPr marL="3756790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1pPr>
      <a:lvl2pPr marL="441975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2pPr>
      <a:lvl3pPr marL="883950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3pPr>
      <a:lvl4pPr marL="1325926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4pPr>
      <a:lvl5pPr marL="1767901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5pPr>
      <a:lvl6pPr marL="2209876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6pPr>
      <a:lvl7pPr marL="2651851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7pPr>
      <a:lvl8pPr marL="3093827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8pPr>
      <a:lvl9pPr marL="3535802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래픽 2">
            <a:extLst>
              <a:ext uri="{FF2B5EF4-FFF2-40B4-BE49-F238E27FC236}">
                <a16:creationId xmlns:a16="http://schemas.microsoft.com/office/drawing/2014/main" id="{BB6AB1DC-980F-ED5B-A1BC-CB6ABE8BC230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2000" cy="6629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11508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사용자 지정</PresentationFormat>
  <Paragraphs>0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맑은 고딕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채승훈</dc:creator>
  <cp:lastModifiedBy>채승훈</cp:lastModifiedBy>
  <cp:revision>1</cp:revision>
  <dcterms:created xsi:type="dcterms:W3CDTF">2026-06-22T02:54:53Z</dcterms:created>
  <dcterms:modified xsi:type="dcterms:W3CDTF">2026-06-22T02:54:53Z</dcterms:modified>
</cp:coreProperties>
</file>