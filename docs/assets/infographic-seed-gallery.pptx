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46781-20C7-035D-2910-1C3A061DF7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FDCAA7B-DCA3-0A29-B3A3-D933A933C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785CBD-2DBE-AE7C-9BE7-0806CB1BE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02323C-DE4F-7530-C434-C26BA668B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2DACD3-6556-8A3A-85F7-8E66C691A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179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19C4D-BB4E-1FC0-25F5-15BBE4ADB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1610FC-49F8-D9F4-D0EB-F01785F7D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DB4B3F-2D7E-F8FE-1A3F-6198A329F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9067B-3856-41E0-A1F1-F9FC314E8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2BC39B-29C5-3875-1631-4DACF30C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0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15E2-4E1E-F457-273B-AC57E8D37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8A5008B-3DF1-04FB-2879-643BA9E371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13040B-074E-4DA6-1CA6-8CEA964F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3E62B1-1770-0A96-EA21-352530ABD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C94541-D151-058C-EE0C-EE7BAB5D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6095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99547-405E-852F-77F2-39EE1F3B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812E6F-E5BD-DC7F-11AF-BD9763C779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D8B923-9992-2760-6928-DEBEE19259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8C22BC4-D634-C33D-CA4E-CA5B0D0C4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FB16E9-2AA1-B124-F32D-2F58D3AC3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F53F54-0BEA-06CA-FEAD-A180D83D3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220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74480-8258-2D22-CCA2-E6D144662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7C67E9-2D29-A347-5333-4EAD2EE41C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8411579-0D21-D9D6-EC57-DC15AE6BA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7C015CB-B81F-FBC5-D492-13D5DF77C6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794318F-3AE1-FD1C-B8DE-692A2819AC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699F3FD-5878-E8B4-DEB9-1E88F40FB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202C3F-2815-4388-22E9-3F2B0BCA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87C3F4B-718C-8055-747A-45DAF9F7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0225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C7921B-3D09-485D-487C-8ECBD2495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02E0D6B-8619-ACF8-8284-64EC42B6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8AD4DC-5667-5893-5581-77C6ED5D7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173DBA2-88E6-A693-4B94-763CD186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295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383E16A-8A9A-2B3F-D97C-D2933BE06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6BF4832-9ED0-BB3F-65D6-F17570CF1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2A6F62-6ED1-1167-78C8-6014E514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5461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797F6C-2F10-B580-BB75-FE243016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9BB257-1E0E-18C4-E513-0259408B8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C22E71-B684-7413-5898-E1A48EF65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E7621-6009-30FC-B93F-1224A0DB3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ADDE8F3-5786-5AD8-2186-8212BD02D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E6D685-5514-4E1C-6E72-C24BC8B7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643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634ACC-B4A9-DA77-70C6-123C73731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4872B3-74F3-0ECC-35EA-900A64EB1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526363E-F695-EAEC-1CEE-BF5CA48B8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FE07A0-476B-46F5-E9E0-9BCDA48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59FC95-CE8C-D369-BFD3-6B0A35778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1E5E9D-DB06-E83B-16D5-86B22D0FA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6347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252EF-F2A9-8947-CB8C-F53B2E6EF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9CB243-D69D-6A50-5117-E8C3F089FE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D70EE7-3D3C-8D18-FCF3-F58E2D1A8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976930-03A7-1CD1-8268-F74A42971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CC9124-1AAE-B6EC-3332-D76B2452B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20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F6C3F05-36AA-D6BF-8B22-8DA83F969C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8EEADEE-04F3-066B-A204-8AD85ABE8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75D14F-AAC0-19CD-46C8-B556E6736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1539CF-B700-F5F1-0929-B59EC13DA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38C566-4178-8F6B-BB6F-E30BD5E5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5301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028D27-80DF-F1AA-BB7A-5B2F4CD02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12E66C-F776-750D-C400-B7ED482F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906D6F-8B1F-22AF-A777-F3B05229E5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70C868-F4B3-48CD-90E2-B37D272DCE1D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9F7CDE-84A8-0C5D-E32B-642C1C19DD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FE377F-A0EB-1613-FEF7-173188A08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E19554-FD31-4E43-B9E4-FE8925EEE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486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2F9A19B0-CF1A-B691-51FF-7BA6C1BD9DB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28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2026-06-20T15:44:08Z</dcterms:created>
  <dcterms:modified xsi:type="dcterms:W3CDTF">2026-06-20T15:44:08Z</dcterms:modified>
</cp:coreProperties>
</file>