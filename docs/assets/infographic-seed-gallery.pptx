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9C17A5-79BA-4D00-0563-5A2EA14763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05F2C38-9E32-15F1-8E2A-D72311492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123F01-42F4-114C-67A8-1D7EB3D64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DDAF0-A6BC-4204-9BC5-12E401C479B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D87768-4CD2-B279-776A-FCE25FB1E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D954C1-6619-C702-0C6B-2408BCAC3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E851D-84D8-42F9-999F-849BB55211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521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B53200-854D-9A73-BEB6-E5FBA4462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38FF4-1946-22D9-4C71-BF5A021D1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897995-56C0-9399-7272-B9D012D4B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DDAF0-A6BC-4204-9BC5-12E401C479B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FE74A8-A918-08E7-4F0A-35E54C686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950E8A-61B4-27DD-A592-463C61113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E851D-84D8-42F9-999F-849BB55211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0713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5BBE72-3E7B-C4D7-AB9D-00CD3C3DF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319C78-09AD-4FEC-05A9-7A954F9195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2F127A-6BD2-90A2-7ED5-1FA8C07F0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DDAF0-A6BC-4204-9BC5-12E401C479B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69958C-A744-7C3A-DB88-BC9EC5A57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0AB02C-4067-2257-3876-154DFB709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E851D-84D8-42F9-999F-849BB55211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5046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82D8D5-A0FF-5224-9A36-5586F2CBF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6CC624-8A8C-D666-0A3F-1738ACB0EE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45423F-7DB2-F487-8A1D-97B4561027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CEA12E-BE9D-2916-6F43-918844144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DDAF0-A6BC-4204-9BC5-12E401C479B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3432EAA-55C4-94E1-A1F6-EA199D085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5708E9-4466-7D30-A157-A05AA5C8A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E851D-84D8-42F9-999F-849BB55211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503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DCD5B4-D97B-B1C5-1FAC-7B367C829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137A85-86AD-A38C-00BD-194244DF3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E0DF02-B030-3562-A2B0-68FC21B6D9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683D3EE-8EC1-22EF-38B2-178EF5753E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6E90D41-137C-6398-320D-DFDF7DD445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AA23BA9-9A06-C506-26D5-323220AF3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DDAF0-A6BC-4204-9BC5-12E401C479B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6F76E4A-A9D0-7E6F-1CF3-2599488CA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1B54E55-856E-CDC5-0A9E-BEF780D3B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E851D-84D8-42F9-999F-849BB55211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6986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00BA4-5EB5-6C1B-6611-487F1F912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D76FEB5-CFEA-272A-F925-82A5E61E3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DDAF0-A6BC-4204-9BC5-12E401C479B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B4E9688-1E0C-053F-BD31-3F81C5DF7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320298-F357-0BE7-6717-2CA2CC407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E851D-84D8-42F9-999F-849BB55211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393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1F3557C-0A41-87B2-4D0F-63531E533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DDAF0-A6BC-4204-9BC5-12E401C479B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6967001-933D-2A23-ED31-0D32B9872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4EEAFA-2F2E-03DB-19DE-C0D040919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E851D-84D8-42F9-999F-849BB55211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1986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F8EDD3-7799-09A3-CDDD-FDA8894C1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219958-90C8-E93F-D2C1-27091593D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EF0B7E8-CC68-0E96-E297-3582368C4D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76A0C1-384C-811A-3C79-56D6BA93C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DDAF0-A6BC-4204-9BC5-12E401C479B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1007FB-A7D2-46B4-9849-6B4F34182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023B059-0D5E-8E31-08D2-714E1BCC7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E851D-84D8-42F9-999F-849BB55211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9570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67B86-BC07-6ABA-0327-B908FBA40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0DDBC8-DE50-153C-9DCA-5A2EB8674E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D59280-B782-E04E-EC77-69CC526354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99C6FD6-674A-2A0E-F313-71146F14A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DDAF0-A6BC-4204-9BC5-12E401C479B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35E0BB-9EA4-DE14-2EA4-FAC344B20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28C638-A55B-AC11-5D6C-BD93345AF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E851D-84D8-42F9-999F-849BB55211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7572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E6802E-A9D4-F7DB-6076-FDA859B7A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7C45CC-8C71-A1E8-8E34-8C4DA8F501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502C00-4E97-12E8-EAEB-AA420D92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DDAF0-A6BC-4204-9BC5-12E401C479B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821B11-AD10-3183-89FF-6DE6DACDB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C87243-8F58-7BE5-FC3C-BEBD0BF6E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E851D-84D8-42F9-999F-849BB55211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6387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7AD33B0-F8A0-2551-015D-C26A6AD7E1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2D304F-D52D-6FCC-C3DE-ABA6D0270F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3E4F57-1AC0-698A-AD0D-EF36D55B5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DDAF0-A6BC-4204-9BC5-12E401C479B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AEC6C1-564E-DA1A-2FC7-E052D0C90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62E877-046C-A7E9-4844-00EBCDA4C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CE851D-84D8-42F9-999F-849BB55211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6387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ADF70FB-D6C8-E457-B46E-C1FF61498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36B1DB-4A1D-D338-F6A2-9135DF9BA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90ECCD-EED7-62EB-AC88-1111AB9734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CDDAF0-A6BC-4204-9BC5-12E401C479B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A6F8CC-E3EC-BFA6-C454-44C333F798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6780F2-20C6-EA97-0518-918D4E359A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CE851D-84D8-42F9-999F-849BB55211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8481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2F872A8D-0640-ACDC-6E28-3992FFA4A86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1434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2026-06-20T06:52:31Z</dcterms:created>
  <dcterms:modified xsi:type="dcterms:W3CDTF">2026-06-20T06:52:31Z</dcterms:modified>
</cp:coreProperties>
</file>