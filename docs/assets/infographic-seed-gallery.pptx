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44936C-591D-D304-2045-E10D069AC5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69A62AD-A4E9-0F17-A654-90765E83A4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0BF118-4E01-2901-9360-19D46E4F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964F80-A238-C633-9C16-DD3271E69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4195B7-F0DA-1D63-0798-51C2F2D3B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530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1DEFE3-6EAD-3231-6375-C1503F2A6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B68015-80DD-502C-E041-1C4427ACE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0A6B00-160B-1606-6AC3-0685952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C8A86A-1ADF-AC1A-6F0B-230A42962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516F9-4AD0-B74F-B54E-3F821A57A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6843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E56CA2-8FA6-7910-9590-0B3AD2831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E874C5B-72C3-6CEC-E621-579BC3F812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CF96ED-25E6-D6E8-93CA-26DD509E3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A663F7-7037-E03D-86D1-3F2B3B91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37937C-7742-CB08-553D-32684C94E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942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886354-65AE-321A-2495-3671D8AE3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F2573-9973-30DD-26C7-ABDD051EED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0C82776-9447-1F4A-090B-8432210AE7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D4264B-5E67-9533-83D1-212EEE935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BB42B7C-738E-D631-7D63-7355D804C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67BAB58-677A-E21C-1AAF-B9C57731C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3592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13C5A-F5C7-B952-A044-BFF91DAB9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7A2306-1A80-5707-A27F-439EC36542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12A5588-C784-7043-F642-8175B066DA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8D2666E-B420-8DAA-2150-BC2A6B024E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0561C29-1807-E1A3-A952-155F20EFB2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9F2FC67-A2DB-893D-FAC2-A09C749B8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B00C7B2-942B-934F-7A0C-CC1408F81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062111-F33C-6473-40CA-B5E6B023E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961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7FAA60-B405-C607-F494-565B8ABD2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3DADA5A-0A43-A48A-2071-98C443D95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A00795-C2B0-9DFB-AD9B-1E3C4B1F6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11472AB-785C-A807-B188-85DC5AADD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790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0FDDEF-924C-692B-F92F-F0EBB9ED5E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7BA3B45-0844-9517-27B2-ABF04638F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6DB084-20AF-20BD-BA8F-E856ECC82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2156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1F4F9-2644-1B02-AF2A-E552B14A9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E5CDF0-EEF9-14E8-4102-47ABB0B129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AFF9C15-B2F1-A4E6-49E9-2C4E001789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900D74-A0F1-7B8C-F962-36DD9D12A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92C0F18-8C37-A8B7-9C15-D072D8088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EE9218-414F-3A31-86E9-28E8F0902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0530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2CFC88-FF49-2D52-34AC-F5C100EF3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21F4626-6CCF-3780-EF69-1E0EF6D5B1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4E278B5-EA95-952C-942A-9D9AD2B8BD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8444B6-BE78-9F8E-4202-443CB7D41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CF0B4F-7624-3EB1-529B-B9EB574EA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04AA8C-7F6C-5961-4403-09ECDDDC0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489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73ACDB-D8E5-5E82-3393-80C18A662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36CD133-5BA7-D6BF-A238-0EB960308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4E090D-4B71-8B44-A746-A71078595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FC1AF7-EEF9-7A64-5FB9-18425C8A9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03EA1-4831-29D8-3277-5AF18AC0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637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F3ADBAF-C1F3-1E46-B451-25C260658F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9B6149-D480-F7C3-24E9-DD62373130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F96622-D867-9372-F19A-00733AF77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C786B4-6706-28C5-7999-EE87F3040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F89FE-C959-0DFA-8FE5-99F7BFAA5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9005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3C0688-D3C9-1163-F11B-962252E97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A6C15B-CCD0-3433-8502-B7B1913E1A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596D2F-5B98-45B4-8520-477A6B50DE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6E3260-69AA-4E96-8ED1-46CA3679E129}" type="datetimeFigureOut">
              <a:rPr lang="ko-KR" altLang="en-US" smtClean="0"/>
              <a:t>2026-06-20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78B1D5-878D-F165-4C63-70FA27F66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840E0D-BB99-4E96-260E-2ED68507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ED95DB-09FC-46E5-9512-D71FD83AE3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1349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4E9E93B6-353D-C492-07DD-40510FA82C0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798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2026-06-20T07:50:00Z</dcterms:created>
  <dcterms:modified xsi:type="dcterms:W3CDTF">2026-06-20T07:50:00Z</dcterms:modified>
</cp:coreProperties>
</file>