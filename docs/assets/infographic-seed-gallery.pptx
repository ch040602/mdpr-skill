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6294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D0CB1-034E-14CE-91BE-B619367B1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84951"/>
            <a:ext cx="9144000" cy="2308013"/>
          </a:xfrm>
        </p:spPr>
        <p:txBody>
          <a:bodyPr anchor="b"/>
          <a:lstStyle>
            <a:lvl1pPr algn="ctr">
              <a:defRPr sz="5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8A8202-8181-7DEA-DB51-157A0C83A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81970"/>
            <a:ext cx="9144000" cy="1600570"/>
          </a:xfrm>
        </p:spPr>
        <p:txBody>
          <a:bodyPr/>
          <a:lstStyle>
            <a:lvl1pPr marL="0" indent="0" algn="ctr">
              <a:buNone/>
              <a:defRPr sz="2320"/>
            </a:lvl1pPr>
            <a:lvl2pPr marL="441975" indent="0" algn="ctr">
              <a:buNone/>
              <a:defRPr sz="1933"/>
            </a:lvl2pPr>
            <a:lvl3pPr marL="883950" indent="0" algn="ctr">
              <a:buNone/>
              <a:defRPr sz="1740"/>
            </a:lvl3pPr>
            <a:lvl4pPr marL="1325926" indent="0" algn="ctr">
              <a:buNone/>
              <a:defRPr sz="1547"/>
            </a:lvl4pPr>
            <a:lvl5pPr marL="1767901" indent="0" algn="ctr">
              <a:buNone/>
              <a:defRPr sz="1547"/>
            </a:lvl5pPr>
            <a:lvl6pPr marL="2209876" indent="0" algn="ctr">
              <a:buNone/>
              <a:defRPr sz="1547"/>
            </a:lvl6pPr>
            <a:lvl7pPr marL="2651851" indent="0" algn="ctr">
              <a:buNone/>
              <a:defRPr sz="1547"/>
            </a:lvl7pPr>
            <a:lvl8pPr marL="3093827" indent="0" algn="ctr">
              <a:buNone/>
              <a:defRPr sz="1547"/>
            </a:lvl8pPr>
            <a:lvl9pPr marL="3535802" indent="0" algn="ctr">
              <a:buNone/>
              <a:defRPr sz="1547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E1FAF4-8B34-9AF0-235D-9A15115C7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58416-7A6C-4B2A-B976-C57B5B58CF95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7EAE7F-F547-6A6F-2EF4-3F6FB3550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296636-3906-CA41-04A1-DC3B138EC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32E85-F82A-4B85-ACE0-657FE9315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177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D7E49-2F6C-DAE6-D66E-99F067C51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EA2A00-96AF-3007-1D0A-8993FFAEE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9F8DF7-90CF-B077-848D-9F9C7004D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58416-7A6C-4B2A-B976-C57B5B58CF95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8FDCA6-4128-1773-7E10-BD0DE4570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E539D0-7260-434A-9568-2248A5EE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32E85-F82A-4B85-ACE0-657FE9315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641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835D6E-EEAF-BBAB-DB12-8BD11EC00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52747"/>
            <a:ext cx="10515600" cy="2757646"/>
          </a:xfrm>
        </p:spPr>
        <p:txBody>
          <a:bodyPr anchor="b"/>
          <a:lstStyle>
            <a:lvl1pPr>
              <a:defRPr sz="5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765A79-89B5-854D-4026-537597DCE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36481"/>
            <a:ext cx="10515600" cy="1450181"/>
          </a:xfrm>
        </p:spPr>
        <p:txBody>
          <a:bodyPr/>
          <a:lstStyle>
            <a:lvl1pPr marL="0" indent="0">
              <a:buNone/>
              <a:defRPr sz="2320">
                <a:solidFill>
                  <a:schemeClr val="tx1">
                    <a:tint val="82000"/>
                  </a:schemeClr>
                </a:solidFill>
              </a:defRPr>
            </a:lvl1pPr>
            <a:lvl2pPr marL="441975" indent="0">
              <a:buNone/>
              <a:defRPr sz="1933">
                <a:solidFill>
                  <a:schemeClr val="tx1">
                    <a:tint val="82000"/>
                  </a:schemeClr>
                </a:solidFill>
              </a:defRPr>
            </a:lvl2pPr>
            <a:lvl3pPr marL="883950" indent="0">
              <a:buNone/>
              <a:defRPr sz="1740">
                <a:solidFill>
                  <a:schemeClr val="tx1">
                    <a:tint val="82000"/>
                  </a:schemeClr>
                </a:solidFill>
              </a:defRPr>
            </a:lvl3pPr>
            <a:lvl4pPr marL="1325926" indent="0">
              <a:buNone/>
              <a:defRPr sz="1547">
                <a:solidFill>
                  <a:schemeClr val="tx1">
                    <a:tint val="82000"/>
                  </a:schemeClr>
                </a:solidFill>
              </a:defRPr>
            </a:lvl4pPr>
            <a:lvl5pPr marL="1767901" indent="0">
              <a:buNone/>
              <a:defRPr sz="1547">
                <a:solidFill>
                  <a:schemeClr val="tx1">
                    <a:tint val="82000"/>
                  </a:schemeClr>
                </a:solidFill>
              </a:defRPr>
            </a:lvl5pPr>
            <a:lvl6pPr marL="2209876" indent="0">
              <a:buNone/>
              <a:defRPr sz="1547">
                <a:solidFill>
                  <a:schemeClr val="tx1">
                    <a:tint val="82000"/>
                  </a:schemeClr>
                </a:solidFill>
              </a:defRPr>
            </a:lvl6pPr>
            <a:lvl7pPr marL="2651851" indent="0">
              <a:buNone/>
              <a:defRPr sz="1547">
                <a:solidFill>
                  <a:schemeClr val="tx1">
                    <a:tint val="82000"/>
                  </a:schemeClr>
                </a:solidFill>
              </a:defRPr>
            </a:lvl7pPr>
            <a:lvl8pPr marL="3093827" indent="0">
              <a:buNone/>
              <a:defRPr sz="1547">
                <a:solidFill>
                  <a:schemeClr val="tx1">
                    <a:tint val="82000"/>
                  </a:schemeClr>
                </a:solidFill>
              </a:defRPr>
            </a:lvl8pPr>
            <a:lvl9pPr marL="3535802" indent="0">
              <a:buNone/>
              <a:defRPr sz="154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E8940D-5673-A2D2-B3C1-DEEA21C4C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58416-7A6C-4B2A-B976-C57B5B58CF95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9E648B-AF12-8BFB-3D25-701BE219F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773235-08B6-6B9B-F0BE-C6A2EA31A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32E85-F82A-4B85-ACE0-657FE9315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395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D154C2-98D8-1851-0955-425F05E1F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91B561-55E2-5829-B03A-3F8FD5B12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64771"/>
            <a:ext cx="5181600" cy="420629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F56B46-97F8-6E45-51F8-B7D3F4296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764771"/>
            <a:ext cx="5181600" cy="420629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E4FB6C-DDE8-31D6-98F2-EE1F87887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58416-7A6C-4B2A-B976-C57B5B58CF95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18DDA0-16CE-4C95-429F-360090678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1C56FA-FB75-A8CB-AF0B-249F1B35C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32E85-F82A-4B85-ACE0-657FE9315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5351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E435F-1CF7-2839-E1E6-8D4AA2F58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52954"/>
            <a:ext cx="10515600" cy="128137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21C76A-7F89-0CEB-702B-2AD12DE96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25124"/>
            <a:ext cx="5157787" cy="796448"/>
          </a:xfrm>
        </p:spPr>
        <p:txBody>
          <a:bodyPr anchor="b"/>
          <a:lstStyle>
            <a:lvl1pPr marL="0" indent="0">
              <a:buNone/>
              <a:defRPr sz="2320" b="1"/>
            </a:lvl1pPr>
            <a:lvl2pPr marL="441975" indent="0">
              <a:buNone/>
              <a:defRPr sz="1933" b="1"/>
            </a:lvl2pPr>
            <a:lvl3pPr marL="883950" indent="0">
              <a:buNone/>
              <a:defRPr sz="1740" b="1"/>
            </a:lvl3pPr>
            <a:lvl4pPr marL="1325926" indent="0">
              <a:buNone/>
              <a:defRPr sz="1547" b="1"/>
            </a:lvl4pPr>
            <a:lvl5pPr marL="1767901" indent="0">
              <a:buNone/>
              <a:defRPr sz="1547" b="1"/>
            </a:lvl5pPr>
            <a:lvl6pPr marL="2209876" indent="0">
              <a:buNone/>
              <a:defRPr sz="1547" b="1"/>
            </a:lvl6pPr>
            <a:lvl7pPr marL="2651851" indent="0">
              <a:buNone/>
              <a:defRPr sz="1547" b="1"/>
            </a:lvl7pPr>
            <a:lvl8pPr marL="3093827" indent="0">
              <a:buNone/>
              <a:defRPr sz="1547" b="1"/>
            </a:lvl8pPr>
            <a:lvl9pPr marL="3535802" indent="0">
              <a:buNone/>
              <a:defRPr sz="154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D890FF1-AD98-6FA3-00DB-F33579B17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421573"/>
            <a:ext cx="5157787" cy="35617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A4C1E5E-5F46-A53A-83C4-1BE4D165ED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25124"/>
            <a:ext cx="5183188" cy="796448"/>
          </a:xfrm>
        </p:spPr>
        <p:txBody>
          <a:bodyPr anchor="b"/>
          <a:lstStyle>
            <a:lvl1pPr marL="0" indent="0">
              <a:buNone/>
              <a:defRPr sz="2320" b="1"/>
            </a:lvl1pPr>
            <a:lvl2pPr marL="441975" indent="0">
              <a:buNone/>
              <a:defRPr sz="1933" b="1"/>
            </a:lvl2pPr>
            <a:lvl3pPr marL="883950" indent="0">
              <a:buNone/>
              <a:defRPr sz="1740" b="1"/>
            </a:lvl3pPr>
            <a:lvl4pPr marL="1325926" indent="0">
              <a:buNone/>
              <a:defRPr sz="1547" b="1"/>
            </a:lvl4pPr>
            <a:lvl5pPr marL="1767901" indent="0">
              <a:buNone/>
              <a:defRPr sz="1547" b="1"/>
            </a:lvl5pPr>
            <a:lvl6pPr marL="2209876" indent="0">
              <a:buNone/>
              <a:defRPr sz="1547" b="1"/>
            </a:lvl6pPr>
            <a:lvl7pPr marL="2651851" indent="0">
              <a:buNone/>
              <a:defRPr sz="1547" b="1"/>
            </a:lvl7pPr>
            <a:lvl8pPr marL="3093827" indent="0">
              <a:buNone/>
              <a:defRPr sz="1547" b="1"/>
            </a:lvl8pPr>
            <a:lvl9pPr marL="3535802" indent="0">
              <a:buNone/>
              <a:defRPr sz="154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C87DBC2-48A0-513E-CC0E-BB00389799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421573"/>
            <a:ext cx="5183188" cy="35617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2B7DD5F-AFA8-214D-45F6-3385A54B6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58416-7A6C-4B2A-B976-C57B5B58CF95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5677A19-2654-BEAA-7504-CC3964D78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554DB79-E79E-B857-9BB6-E9026E019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32E85-F82A-4B85-ACE0-657FE9315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248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3843BB-1591-17AF-043E-A4221C0F3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DCC57A9-B604-BC75-A488-23553DCB3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58416-7A6C-4B2A-B976-C57B5B58CF95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59CC6C-0F6D-3F2E-E227-9FD94462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D87DC4-11A2-9022-DA20-C32BCC0E1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32E85-F82A-4B85-ACE0-657FE9315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278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B485E4C-1B5A-092C-4042-098F00640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58416-7A6C-4B2A-B976-C57B5B58CF95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14A51E-CF86-2D94-707C-394D4B998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4377E0-214B-6921-28A2-3D6D0C20B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32E85-F82A-4B85-ACE0-657FE9315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3366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F83DA-92FF-B8BA-CECD-857A412C1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41960"/>
            <a:ext cx="3932237" cy="1546860"/>
          </a:xfrm>
        </p:spPr>
        <p:txBody>
          <a:bodyPr anchor="b"/>
          <a:lstStyle>
            <a:lvl1pPr>
              <a:defRPr sz="3093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8D47B9-7D07-C7DE-967B-F8CE59671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54511"/>
            <a:ext cx="6172200" cy="4711171"/>
          </a:xfrm>
        </p:spPr>
        <p:txBody>
          <a:bodyPr/>
          <a:lstStyle>
            <a:lvl1pPr>
              <a:defRPr sz="3093"/>
            </a:lvl1pPr>
            <a:lvl2pPr>
              <a:defRPr sz="2707"/>
            </a:lvl2pPr>
            <a:lvl3pPr>
              <a:defRPr sz="2320"/>
            </a:lvl3pPr>
            <a:lvl4pPr>
              <a:defRPr sz="1933"/>
            </a:lvl4pPr>
            <a:lvl5pPr>
              <a:defRPr sz="1933"/>
            </a:lvl5pPr>
            <a:lvl6pPr>
              <a:defRPr sz="1933"/>
            </a:lvl6pPr>
            <a:lvl7pPr>
              <a:defRPr sz="1933"/>
            </a:lvl7pPr>
            <a:lvl8pPr>
              <a:defRPr sz="1933"/>
            </a:lvl8pPr>
            <a:lvl9pPr>
              <a:defRPr sz="193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3B9A62-229A-C39D-D3F1-65D7D62F3E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1988820"/>
            <a:ext cx="3932237" cy="3684535"/>
          </a:xfrm>
        </p:spPr>
        <p:txBody>
          <a:bodyPr/>
          <a:lstStyle>
            <a:lvl1pPr marL="0" indent="0">
              <a:buNone/>
              <a:defRPr sz="1547"/>
            </a:lvl1pPr>
            <a:lvl2pPr marL="441975" indent="0">
              <a:buNone/>
              <a:defRPr sz="1353"/>
            </a:lvl2pPr>
            <a:lvl3pPr marL="883950" indent="0">
              <a:buNone/>
              <a:defRPr sz="1160"/>
            </a:lvl3pPr>
            <a:lvl4pPr marL="1325926" indent="0">
              <a:buNone/>
              <a:defRPr sz="967"/>
            </a:lvl4pPr>
            <a:lvl5pPr marL="1767901" indent="0">
              <a:buNone/>
              <a:defRPr sz="967"/>
            </a:lvl5pPr>
            <a:lvl6pPr marL="2209876" indent="0">
              <a:buNone/>
              <a:defRPr sz="967"/>
            </a:lvl6pPr>
            <a:lvl7pPr marL="2651851" indent="0">
              <a:buNone/>
              <a:defRPr sz="967"/>
            </a:lvl7pPr>
            <a:lvl8pPr marL="3093827" indent="0">
              <a:buNone/>
              <a:defRPr sz="967"/>
            </a:lvl8pPr>
            <a:lvl9pPr marL="3535802" indent="0">
              <a:buNone/>
              <a:defRPr sz="96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C0736A-0908-9624-E3BA-CF4468E43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58416-7A6C-4B2A-B976-C57B5B58CF95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20A02E-493C-6287-EE25-395FA9A01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1064B6-D63D-148E-6A31-7E930F5AA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32E85-F82A-4B85-ACE0-657FE9315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382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3615DF-761A-9EBE-4E54-74ECC7F29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41960"/>
            <a:ext cx="3932237" cy="1546860"/>
          </a:xfrm>
        </p:spPr>
        <p:txBody>
          <a:bodyPr anchor="b"/>
          <a:lstStyle>
            <a:lvl1pPr>
              <a:defRPr sz="3093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9C15D06-4985-1B54-9F96-549B304F3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54511"/>
            <a:ext cx="6172200" cy="4711171"/>
          </a:xfrm>
        </p:spPr>
        <p:txBody>
          <a:bodyPr/>
          <a:lstStyle>
            <a:lvl1pPr marL="0" indent="0">
              <a:buNone/>
              <a:defRPr sz="3093"/>
            </a:lvl1pPr>
            <a:lvl2pPr marL="441975" indent="0">
              <a:buNone/>
              <a:defRPr sz="2707"/>
            </a:lvl2pPr>
            <a:lvl3pPr marL="883950" indent="0">
              <a:buNone/>
              <a:defRPr sz="2320"/>
            </a:lvl3pPr>
            <a:lvl4pPr marL="1325926" indent="0">
              <a:buNone/>
              <a:defRPr sz="1933"/>
            </a:lvl4pPr>
            <a:lvl5pPr marL="1767901" indent="0">
              <a:buNone/>
              <a:defRPr sz="1933"/>
            </a:lvl5pPr>
            <a:lvl6pPr marL="2209876" indent="0">
              <a:buNone/>
              <a:defRPr sz="1933"/>
            </a:lvl6pPr>
            <a:lvl7pPr marL="2651851" indent="0">
              <a:buNone/>
              <a:defRPr sz="1933"/>
            </a:lvl7pPr>
            <a:lvl8pPr marL="3093827" indent="0">
              <a:buNone/>
              <a:defRPr sz="1933"/>
            </a:lvl8pPr>
            <a:lvl9pPr marL="3535802" indent="0">
              <a:buNone/>
              <a:defRPr sz="1933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AA0969-ACFB-76E8-2E36-78FC29E33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1988820"/>
            <a:ext cx="3932237" cy="3684535"/>
          </a:xfrm>
        </p:spPr>
        <p:txBody>
          <a:bodyPr/>
          <a:lstStyle>
            <a:lvl1pPr marL="0" indent="0">
              <a:buNone/>
              <a:defRPr sz="1547"/>
            </a:lvl1pPr>
            <a:lvl2pPr marL="441975" indent="0">
              <a:buNone/>
              <a:defRPr sz="1353"/>
            </a:lvl2pPr>
            <a:lvl3pPr marL="883950" indent="0">
              <a:buNone/>
              <a:defRPr sz="1160"/>
            </a:lvl3pPr>
            <a:lvl4pPr marL="1325926" indent="0">
              <a:buNone/>
              <a:defRPr sz="967"/>
            </a:lvl4pPr>
            <a:lvl5pPr marL="1767901" indent="0">
              <a:buNone/>
              <a:defRPr sz="967"/>
            </a:lvl5pPr>
            <a:lvl6pPr marL="2209876" indent="0">
              <a:buNone/>
              <a:defRPr sz="967"/>
            </a:lvl6pPr>
            <a:lvl7pPr marL="2651851" indent="0">
              <a:buNone/>
              <a:defRPr sz="967"/>
            </a:lvl7pPr>
            <a:lvl8pPr marL="3093827" indent="0">
              <a:buNone/>
              <a:defRPr sz="967"/>
            </a:lvl8pPr>
            <a:lvl9pPr marL="3535802" indent="0">
              <a:buNone/>
              <a:defRPr sz="96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DB6608-DD37-460F-E569-662EA3E59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58416-7A6C-4B2A-B976-C57B5B58CF95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B9EF90-7C4B-49B7-A580-4656B80EC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CC5662-55AE-ED80-9006-3ACCCB85F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32E85-F82A-4B85-ACE0-657FE9315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452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72A06-C85D-44FA-5D65-164AB55AA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42CD96-A478-DE82-0A9E-6D81BFE2C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3FBEC6-EE3F-CB55-E180-5F4366573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58416-7A6C-4B2A-B976-C57B5B58CF95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2100D3-114F-3DFD-618A-76808B224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4EDACD-3C34-A67B-E7F2-F4414DF94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32E85-F82A-4B85-ACE0-657FE9315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477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3B54251-7257-EF0B-95D6-BABCD8BE9F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52954"/>
            <a:ext cx="2628900" cy="561811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717C1E-7B0F-7714-0545-15C211221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52954"/>
            <a:ext cx="7734300" cy="561811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9DAAF2-7CD9-724A-0D96-FA9CC23ED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58416-7A6C-4B2A-B976-C57B5B58CF95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D5EB92-380A-323F-27B8-9C5061F73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B5C33A-A221-20EA-3681-246D3D98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32E85-F82A-4B85-ACE0-657FE9315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70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CBC5EC9-FFC1-8139-005B-29F5C719A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954"/>
            <a:ext cx="10515600" cy="1281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9BD938-2FF3-6FFF-B32F-762E1A43A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64771"/>
            <a:ext cx="10515600" cy="42062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18707C-245E-81DB-4357-7A6B8FAD09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44472"/>
            <a:ext cx="2743200" cy="35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758416-7A6C-4B2A-B976-C57B5B58CF95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688211-05FA-0D29-2B79-0B435304D9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44472"/>
            <a:ext cx="4114800" cy="35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747DA4-47C4-D5FA-3135-9A35D4B73C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144472"/>
            <a:ext cx="2743200" cy="35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132E85-F82A-4B85-ACE0-657FE9315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06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83950" rtl="0" eaLnBrk="1" latinLnBrk="1" hangingPunct="1">
        <a:lnSpc>
          <a:spcPct val="90000"/>
        </a:lnSpc>
        <a:spcBef>
          <a:spcPct val="0"/>
        </a:spcBef>
        <a:buNone/>
        <a:defRPr sz="42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0988" indent="-220988" algn="l" defTabSz="883950" rtl="0" eaLnBrk="1" latinLnBrk="1" hangingPunct="1">
        <a:lnSpc>
          <a:spcPct val="90000"/>
        </a:lnSpc>
        <a:spcBef>
          <a:spcPts val="967"/>
        </a:spcBef>
        <a:buFont typeface="Arial" panose="020B0604020202020204" pitchFamily="34" charset="0"/>
        <a:buChar char="•"/>
        <a:defRPr sz="2707" kern="1200">
          <a:solidFill>
            <a:schemeClr val="tx1"/>
          </a:solidFill>
          <a:latin typeface="+mn-lt"/>
          <a:ea typeface="+mn-ea"/>
          <a:cs typeface="+mn-cs"/>
        </a:defRPr>
      </a:lvl1pPr>
      <a:lvl2pPr marL="662963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2320" kern="1200">
          <a:solidFill>
            <a:schemeClr val="tx1"/>
          </a:solidFill>
          <a:latin typeface="+mn-lt"/>
          <a:ea typeface="+mn-ea"/>
          <a:cs typeface="+mn-cs"/>
        </a:defRPr>
      </a:lvl2pPr>
      <a:lvl3pPr marL="1104938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933" kern="1200">
          <a:solidFill>
            <a:schemeClr val="tx1"/>
          </a:solidFill>
          <a:latin typeface="+mn-lt"/>
          <a:ea typeface="+mn-ea"/>
          <a:cs typeface="+mn-cs"/>
        </a:defRPr>
      </a:lvl3pPr>
      <a:lvl4pPr marL="1546913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4pPr>
      <a:lvl5pPr marL="1988889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5pPr>
      <a:lvl6pPr marL="2430864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6pPr>
      <a:lvl7pPr marL="2872839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7pPr>
      <a:lvl8pPr marL="3314814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8pPr>
      <a:lvl9pPr marL="3756790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1pPr>
      <a:lvl2pPr marL="441975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2pPr>
      <a:lvl3pPr marL="883950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3pPr>
      <a:lvl4pPr marL="1325926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4pPr>
      <a:lvl5pPr marL="1767901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5pPr>
      <a:lvl6pPr marL="2209876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6pPr>
      <a:lvl7pPr marL="2651851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7pPr>
      <a:lvl8pPr marL="3093827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8pPr>
      <a:lvl9pPr marL="3535802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EBD23A41-663E-B31D-9990-459493232C1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546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채승훈</dc:creator>
  <cp:lastModifiedBy>채승훈</cp:lastModifiedBy>
  <cp:revision>1</cp:revision>
  <dcterms:created xsi:type="dcterms:W3CDTF">2026-06-22T03:17:34Z</dcterms:created>
  <dcterms:modified xsi:type="dcterms:W3CDTF">2026-06-22T03:17:34Z</dcterms:modified>
</cp:coreProperties>
</file>