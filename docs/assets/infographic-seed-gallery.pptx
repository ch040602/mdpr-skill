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F1F6A-EBD0-44B1-DB3E-C9FBCA5F2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E75338-DB0B-C5E1-7957-1E98508DD8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5D106-6D14-93E7-5534-F7ED85EA4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A33F20-1C21-7F0B-77FD-BFB6ABE6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18EF45-554E-26C6-3C87-B6E7562B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196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421D7-35B1-78EE-A814-078F019B6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DE7F7F-3CE7-1E60-6C6C-567EC8B37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0A4FA-6005-A9ED-2127-264D44AD5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1D2894-E4EC-3734-7703-8CFF842A3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1F9E-8263-7D30-751E-4A6D330DA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6367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C3A4D6-ECB3-9010-B150-ADEC394F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70F710-5B72-A1D2-9508-BA40275AD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73F21C-9D0D-F6AE-5DDA-EF41F5D92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E64C03-198B-512D-0415-4F24158FC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AF0B7-3C31-78DD-668B-EF4CFDBEC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411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D42DC9-FE6C-CACC-CA7D-7A743E9A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6C3FF6-11C6-45A1-BE90-C1F15DF2BF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6FD32F-FB91-A496-1330-F36D9E5A1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EFBE88-B6ED-8794-FD6C-608D3114A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B96DD3-A9A7-6C26-015E-F3BF4E8A3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349D048-AFCA-0B2F-E218-9790CFEE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6642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8639B-A5D9-D59D-1E9C-28A98E02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AA1F47-EFA9-A52A-C8F5-7720F8D6B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643836-6F2B-D1D0-C743-1C7A9A6AD4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BAF013D-EC54-95D7-D375-C0E944E1BD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96BC156-D1AA-47B5-E724-FF2BB289B0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73311B4-F702-A0DB-DDA8-71A06F8E3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A23887E-3FBE-0D0F-E8BD-D28665E53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DE940C4-EB75-FEA7-E92C-72EADA566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7789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8D6A4-62F3-92BC-F2DD-D081DBA7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346839C-8DD7-0D6D-BA87-CDE6AC7E7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CCEBD9F-2BF5-7960-CD4C-FB0EC4B9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A99425-A5C6-D185-2BB7-A0CFA193D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02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0A9E26-0D31-5E8C-EC0F-62186E7D9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81285F8-2BD7-4D95-47F9-E04F7A4B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78C6C7-ADB2-E9E6-9CE5-EB90DC9D8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379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28F82-C072-A88A-6534-99695690D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184E8-E2F4-9F8F-D7DA-2B9DE29BE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B2A271-8E45-4A84-5553-6674F75A5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1E9240-8989-9BBC-4EB3-EB6582C2D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1467B9F-6C7B-FEBE-7D24-F17C498D4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6AF75B-D3F7-84BD-F325-6BC338A13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9946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D887D1-45D0-9D96-0400-42A1C9EE5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9A134A-107D-8331-3BA6-CF5CAE980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0F53F6-8421-9A16-E747-C358D858F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8AF3FF-0D1B-EF54-A81E-1B224D2A4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AA806-6266-5903-D961-0B4CA3D4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C0D7B0-D0BE-3B8B-D490-7D09E48A1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599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093887-D580-6229-902B-140C1207E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739333-BEC0-0F8E-4106-B0677DBF2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16678F-C841-6D00-8FCC-D533D8F4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78E0F4-11A9-F837-FD8E-46A90E5C6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F6B0DB-365C-0F19-DD9E-7A22858D9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989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FA62E68-AB9B-121D-31D0-55464FFA2A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FCFEEFE-88FC-CB5A-4283-876FADDD9C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91D6D8-265F-EFC8-6C25-A93E8763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2A4459-9CF8-9ECC-782C-3BEEB7CAB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17517B-ECB9-D602-5032-3B7000EB1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846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D634A5C-8207-B4B7-FB30-F05CD53C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2C8923-4B78-94CB-9C90-44B76859E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5A624D-AB15-D6B9-FEC2-7AF91C4ED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C3E51C-15A2-46D9-AFCB-7CCC968858FD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6F8357-C609-2CB1-1C44-F0EB98887F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F4647B-344A-5110-8623-CACCF423B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94CA29-903E-416B-B4F8-08BD32F46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513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092EACE3-BA2E-3732-602F-DD70C12C313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120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2026-06-25T04:06:13Z</dcterms:created>
  <dcterms:modified xsi:type="dcterms:W3CDTF">2026-06-25T04:06:13Z</dcterms:modified>
</cp:coreProperties>
</file>