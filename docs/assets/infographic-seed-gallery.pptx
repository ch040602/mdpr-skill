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C9275B-E053-C8AE-5CD4-405DFEECB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7E3C6B0-B908-B4E9-C337-1990D41CD1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D14F70-4CA9-CA47-19DF-895FB6466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6BA30-5587-4442-AF77-A7B435B4C7C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680386-C879-CDE1-BE2F-B3626D4E2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D18647-E3FE-01AA-F35C-9D6AAC75C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AAE1-9523-4F91-9AA1-FE659F1DC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80283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734291-DC03-9D00-C1B5-5FFBF1801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0DF0FD-CDCA-F54B-B44B-619EEFE52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5893D4-0035-31F0-E84C-7C34A93DC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6BA30-5587-4442-AF77-A7B435B4C7C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9223AE-DFC9-E5A5-4DB2-2C9951DC3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A75397-7286-7095-BC2F-B38B311E3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AAE1-9523-4F91-9AA1-FE659F1DC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4622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6CE29E-D438-D296-5C70-B57AD8D51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E602F27-1075-14B5-0737-A85AD0CCC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163966-36C6-5DF1-DD9D-20E4D71680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6BA30-5587-4442-AF77-A7B435B4C7C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BF48D4-F04D-CE7D-6868-55AB1670F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96B1E6-6892-0A28-59C3-499383CCE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AAE1-9523-4F91-9AA1-FE659F1DC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861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9C8B7D-2272-E424-0F69-E49599D6F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AC6775-0B77-95DA-5035-D12B89CDB2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F50498-65B2-A555-2D7E-B1FE90C16D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4F61115-0871-C7BA-570F-3ED89E98D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6BA30-5587-4442-AF77-A7B435B4C7C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8147BA8-6E50-1009-A7E7-E1C2A044E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8213329-9F92-E681-5F18-447D83345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AAE1-9523-4F91-9AA1-FE659F1DC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7413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E4859B-8E88-90FE-8836-F6164E407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C368597-746F-F472-57B5-7C264905F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9ADA2B1-20D9-89E4-DC00-62766F52E6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05CB960-A95D-4216-8005-B3F0DE4690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30391A2-2901-883E-192D-4920CE3986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497CE13-D2D2-E71B-7C12-5D3E37CC0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6BA30-5587-4442-AF77-A7B435B4C7C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DA3A9C4-C3DC-C350-6D36-B98EE964B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2559D87-3B90-D9D5-0D0E-514FCD824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AAE1-9523-4F91-9AA1-FE659F1DC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526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0C8D56-8746-A960-692A-FE92470A9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6AA68BF-442C-825C-2033-E79DAB867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6BA30-5587-4442-AF77-A7B435B4C7C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81A38BE-80A9-A3F7-DE7A-26621E560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3A7352E-C9EC-0905-778B-E271C5E08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AAE1-9523-4F91-9AA1-FE659F1DC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6404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635F1FA-2075-FB6D-268D-A8A5097B1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6BA30-5587-4442-AF77-A7B435B4C7C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67EC4A0-BD51-3BDC-2959-1AF7B585B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EAA5F1-8B02-D1FB-5FDC-196755027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AAE1-9523-4F91-9AA1-FE659F1DC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1307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DF3020-173B-7C4A-F1D0-4901C3F15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57BEB0-56DB-B531-D251-02FA9264E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D66F40D-7176-67A5-1F5A-21FC5C54F5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58EB0C4-DA5B-9CD7-804C-B92ABEE76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6BA30-5587-4442-AF77-A7B435B4C7C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978C9C-D6C9-4E0A-D421-86276812E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435DF5-B289-33FE-8848-C659AB4C2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AAE1-9523-4F91-9AA1-FE659F1DC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7475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4FDF3C-D5AB-D978-E17A-28CD2C41B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68C3EB7-F7FE-D849-BF43-172FDC0431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FAE160-2765-7AB6-B51F-8EFBBDEED8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17D1A3C-351C-A1DC-4AE4-C08F2103A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6BA30-5587-4442-AF77-A7B435B4C7C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C97E207-5D4A-1A2E-9364-6D0D82CC8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00A9759-5D75-1EBF-01DC-9EC54FA6E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AAE1-9523-4F91-9AA1-FE659F1DC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0943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CCBA7B-E095-E088-663A-E54EF243B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66B73D9-2A24-494E-7CB9-A1FBEC6BAE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ED0663D-E578-43D3-E2AD-5D4C4C1E0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6BA30-5587-4442-AF77-A7B435B4C7C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B9CEC0A-652D-3B0C-BAF0-429756913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B7F0FB3-6A06-F1FF-197E-BC9BC08C4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AAE1-9523-4F91-9AA1-FE659F1DC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06001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D948238-7B16-F32A-32D1-90033B4F34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2E3D09B-9C5C-A842-0B39-5060D9BB9D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09CBEC-CBB1-3ABB-847D-545D5398C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6BA30-5587-4442-AF77-A7B435B4C7C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D4665C-0207-75A2-0883-3B395B15F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5FFA6C-E561-F45E-8EF4-445AA3ABD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AAE1-9523-4F91-9AA1-FE659F1DC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767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EB43992-E9C2-672A-B227-8696D5234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B24729-3D38-D9B8-8501-5A807B999D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6BD229-831E-3ECA-6158-F95BCE3514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A6BA30-5587-4442-AF77-A7B435B4C7C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E6A4C6-536B-CF6C-AE80-3B8825B16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36A527-F2C3-C4F7-9152-3353B5BB14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DEAAE1-9523-4F91-9AA1-FE659F1DC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8311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래픽 2">
            <a:extLst>
              <a:ext uri="{FF2B5EF4-FFF2-40B4-BE49-F238E27FC236}">
                <a16:creationId xmlns:a16="http://schemas.microsoft.com/office/drawing/2014/main" id="{8666F243-5E7E-E063-7690-285F5A1CFB7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5522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2026-06-19T13:47:37Z</dcterms:created>
  <dcterms:modified xsi:type="dcterms:W3CDTF">2026-06-19T13:47:37Z</dcterms:modified>
</cp:coreProperties>
</file>