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7E5972-F5CB-ABC3-4643-7E6DA5019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CF169AC-6738-230A-6D61-E777EB2CC0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7565D0-680E-9DDF-F0FE-13CDFD552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AA884-F683-4FDC-A78F-6371499EC8A3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A1FF37-5814-CA2E-0E06-7188F1F41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D8BDEC4-19EE-61B8-4860-44376C453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FE27F2-B0EF-4A9C-944A-F494E2E34A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874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AFEC-E7D3-8593-4C11-39F2BFAB9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65939C-320E-CB78-D982-C1A76BF1E2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0E14C6-5239-5043-8B1E-63B8B5444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AA884-F683-4FDC-A78F-6371499EC8A3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8849CA-D42B-3965-A481-53D470309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D1A5CE-E83A-1C32-AC96-CB263A86D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FE27F2-B0EF-4A9C-944A-F494E2E34A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26374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56B10F-1AEA-B101-9733-CC8A5A3C60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4288E2E-012C-0C4E-111F-F5BDE377E7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9B52DA4-0288-1A4F-C66B-A86E0C2C6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AA884-F683-4FDC-A78F-6371499EC8A3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950124-BC2D-0D95-E6AE-3B623A13D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BE309DA-4DDD-4BB9-EA42-2D008C3F8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FE27F2-B0EF-4A9C-944A-F494E2E34A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66880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0E5EB4-06AF-8AC9-54DA-3D95FBDA5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F0C1B4-502C-E00B-62F5-5125EF9BC7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E2CA50-68B5-9581-4B74-EE05BB7D74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C4226C5-FBAF-DA45-F0C0-F53B3D8D2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AA884-F683-4FDC-A78F-6371499EC8A3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B2E0EA-07C7-E4D8-25FC-FA50C6DF0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6D745FC-5087-DDC4-5F0E-AA680FAEE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FE27F2-B0EF-4A9C-944A-F494E2E34A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5962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340D06-D935-F878-D101-205537A005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CBC1762-DB4A-D3DE-1757-B4BDC72AE6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885B915-BDE9-F576-5ABE-F9DA394352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316FDC3-AB8E-258F-B4F7-C10BF0785A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5E85757-700D-0532-A888-95177B4DB4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E7ABA4D-5B61-F427-C8A3-51F28C74A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AA884-F683-4FDC-A78F-6371499EC8A3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0EBBC42-5C81-2178-51D2-366DFFABB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99B7078-C0C8-61EB-C346-7498E1A71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FE27F2-B0EF-4A9C-944A-F494E2E34A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430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56346C-2C19-AFE2-B285-D4A189009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1B80DFB-7974-BC39-1E41-EB902421E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AA884-F683-4FDC-A78F-6371499EC8A3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26BCDF7-21A8-FABB-A59E-66C5C878D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5CC68A1-33D9-0E0B-9796-29EFF5DE5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FE27F2-B0EF-4A9C-944A-F494E2E34A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8489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42DA1A6-FD3F-E01E-AB44-7B7F525A3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AA884-F683-4FDC-A78F-6371499EC8A3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8293C28-E2E8-6DE1-054D-5FE01E191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49D643-1441-9797-4400-74A69FB07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FE27F2-B0EF-4A9C-944A-F494E2E34A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4854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0D699B-6EC5-0617-4BEE-587961C77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57AE28-732A-681B-D681-2AC653757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B2EDD2-83CF-04DB-394F-A4835DC6B5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E60E788-BB76-DD3E-17AC-3BF16B02C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AA884-F683-4FDC-A78F-6371499EC8A3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BB809AF-4DB4-3322-4563-BB2F878A1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D3D04F4-B741-8086-6597-07265868B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FE27F2-B0EF-4A9C-944A-F494E2E34A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4546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01DEF4-9345-AE37-0170-56CFF146E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DC2118B-5DB0-A0A5-CE19-5518799A3C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31027DB-3609-641F-42A9-6D17442D02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1EB617-066A-7473-7EEB-4BAE77447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AA884-F683-4FDC-A78F-6371499EC8A3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32F472-8C99-D222-11B0-0EF23E914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5B48BFA-BDED-F933-7929-156BFA13C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FE27F2-B0EF-4A9C-944A-F494E2E34A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1219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5A6554-B588-D991-6134-7A6F5A9E7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ED6D3E7-3400-8FC0-6B38-70447529FF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528E11-7F68-0BCA-8973-38C3B2998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AA884-F683-4FDC-A78F-6371499EC8A3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2BC3F9-80F8-2169-6454-5CBE385CE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78A2186-E962-DE5D-144C-DE81D7F8B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FE27F2-B0EF-4A9C-944A-F494E2E34A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36704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FBD50DD-518C-A387-757E-2AF73B69F2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39A573A-A20E-11E3-43D6-1C13A5381C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3133BD-FA77-0373-C18D-B8C0913851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AA884-F683-4FDC-A78F-6371499EC8A3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97A2AB-DB93-7DA0-B66D-D029E0F68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54CCA8-101A-18D1-70F4-1FB1C291F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FE27F2-B0EF-4A9C-944A-F494E2E34A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36051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F986A73-51EE-74B5-B6EE-85BD928DC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DF744A4-C9A8-864F-CD85-64CC43AB21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5821E0-5AB2-73ED-C160-C1512FD681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FAA884-F683-4FDC-A78F-6371499EC8A3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61F1B2-70E4-EA5E-1FA5-FB0879FA35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B105A6B-1D65-CBD6-C3F5-4F8703CC75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FE27F2-B0EF-4A9C-944A-F494E2E34A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11825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래픽 2">
            <a:extLst>
              <a:ext uri="{FF2B5EF4-FFF2-40B4-BE49-F238E27FC236}">
                <a16:creationId xmlns:a16="http://schemas.microsoft.com/office/drawing/2014/main" id="{ACD4F764-3CFE-0A36-9B07-A8D9644CA1B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62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986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사용자 지정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2026-06-20T10:51:22Z</dcterms:created>
  <dcterms:modified xsi:type="dcterms:W3CDTF">2026-06-20T10:51:22Z</dcterms:modified>
</cp:coreProperties>
</file>