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6294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F808252-9F41-AA7F-BC7E-F1CFD733A80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084951"/>
            <a:ext cx="9144000" cy="2308013"/>
          </a:xfrm>
        </p:spPr>
        <p:txBody>
          <a:bodyPr anchor="b"/>
          <a:lstStyle>
            <a:lvl1pPr algn="ctr">
              <a:defRPr sz="58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4AF7F92-B0C7-452E-F225-9827294CF50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481970"/>
            <a:ext cx="9144000" cy="1600570"/>
          </a:xfrm>
        </p:spPr>
        <p:txBody>
          <a:bodyPr/>
          <a:lstStyle>
            <a:lvl1pPr marL="0" indent="0" algn="ctr">
              <a:buNone/>
              <a:defRPr sz="2320"/>
            </a:lvl1pPr>
            <a:lvl2pPr marL="441975" indent="0" algn="ctr">
              <a:buNone/>
              <a:defRPr sz="1933"/>
            </a:lvl2pPr>
            <a:lvl3pPr marL="883950" indent="0" algn="ctr">
              <a:buNone/>
              <a:defRPr sz="1740"/>
            </a:lvl3pPr>
            <a:lvl4pPr marL="1325926" indent="0" algn="ctr">
              <a:buNone/>
              <a:defRPr sz="1547"/>
            </a:lvl4pPr>
            <a:lvl5pPr marL="1767901" indent="0" algn="ctr">
              <a:buNone/>
              <a:defRPr sz="1547"/>
            </a:lvl5pPr>
            <a:lvl6pPr marL="2209876" indent="0" algn="ctr">
              <a:buNone/>
              <a:defRPr sz="1547"/>
            </a:lvl6pPr>
            <a:lvl7pPr marL="2651851" indent="0" algn="ctr">
              <a:buNone/>
              <a:defRPr sz="1547"/>
            </a:lvl7pPr>
            <a:lvl8pPr marL="3093827" indent="0" algn="ctr">
              <a:buNone/>
              <a:defRPr sz="1547"/>
            </a:lvl8pPr>
            <a:lvl9pPr marL="3535802" indent="0" algn="ctr">
              <a:buNone/>
              <a:defRPr sz="1547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8492FD4-9DB7-E864-2730-B2D9A6CB32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E4A4A8-B4B0-45DC-B516-12D2C29E74C6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B6179B8-3C8B-AB43-37CB-7489EF50B6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8256017-3783-5F68-CEFE-E0BC6E63FB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293E9B-4C70-475B-B5B5-C6D1CDF1140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18354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5E2402C-D230-B612-B365-535E96EBDE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4DB5EEB-9713-5D74-2A1B-A5BAFC214F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C15A69A-1B82-FE1E-F7A1-840856F450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E4A4A8-B4B0-45DC-B516-12D2C29E74C6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D2FD388-EB9B-F899-9678-37C72931B4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D073713-D0FE-1682-9798-92D5BB14EF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293E9B-4C70-475B-B5B5-C6D1CDF1140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227268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6FDC8F6-7D20-68B0-2AA6-A097F50A19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652747"/>
            <a:ext cx="10515600" cy="2757646"/>
          </a:xfrm>
        </p:spPr>
        <p:txBody>
          <a:bodyPr anchor="b"/>
          <a:lstStyle>
            <a:lvl1pPr>
              <a:defRPr sz="58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52206F3-26C3-1A91-4A45-CD1F16F7AC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436481"/>
            <a:ext cx="10515600" cy="1450181"/>
          </a:xfrm>
        </p:spPr>
        <p:txBody>
          <a:bodyPr/>
          <a:lstStyle>
            <a:lvl1pPr marL="0" indent="0">
              <a:buNone/>
              <a:defRPr sz="2320">
                <a:solidFill>
                  <a:schemeClr val="tx1">
                    <a:tint val="82000"/>
                  </a:schemeClr>
                </a:solidFill>
              </a:defRPr>
            </a:lvl1pPr>
            <a:lvl2pPr marL="441975" indent="0">
              <a:buNone/>
              <a:defRPr sz="1933">
                <a:solidFill>
                  <a:schemeClr val="tx1">
                    <a:tint val="82000"/>
                  </a:schemeClr>
                </a:solidFill>
              </a:defRPr>
            </a:lvl2pPr>
            <a:lvl3pPr marL="883950" indent="0">
              <a:buNone/>
              <a:defRPr sz="1740">
                <a:solidFill>
                  <a:schemeClr val="tx1">
                    <a:tint val="82000"/>
                  </a:schemeClr>
                </a:solidFill>
              </a:defRPr>
            </a:lvl3pPr>
            <a:lvl4pPr marL="1325926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4pPr>
            <a:lvl5pPr marL="1767901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5pPr>
            <a:lvl6pPr marL="2209876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6pPr>
            <a:lvl7pPr marL="2651851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7pPr>
            <a:lvl8pPr marL="3093827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8pPr>
            <a:lvl9pPr marL="3535802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09FC770-B056-1AFC-AF64-0A1ACC7B0F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E4A4A8-B4B0-45DC-B516-12D2C29E74C6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C43959F-93EA-F634-ADE7-EB33A9DC8A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9164BDD-352A-DD73-7ABE-680EFE764D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293E9B-4C70-475B-B5B5-C6D1CDF1140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55310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40BDDD3-D2F5-1171-836F-0B23BFBE39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DB1A758-1346-B628-D163-92625B34A2D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764771"/>
            <a:ext cx="5181600" cy="420629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BA0F76D-4958-1BCE-3978-B95D3B8C3A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764771"/>
            <a:ext cx="5181600" cy="420629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4847E04-8C9D-5ECD-7151-F7EAD4953C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E4A4A8-B4B0-45DC-B516-12D2C29E74C6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3236F74-E92D-545D-F540-27E77F0E48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DA2F67F-65AD-387E-95E0-3F37FCCA48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293E9B-4C70-475B-B5B5-C6D1CDF1140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762605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99F57F4-1AB0-A07F-38A7-C9A6ACB106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52954"/>
            <a:ext cx="10515600" cy="1281378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91009DD-4E31-FEA6-042A-8B7E984383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25124"/>
            <a:ext cx="5157787" cy="796448"/>
          </a:xfrm>
        </p:spPr>
        <p:txBody>
          <a:bodyPr anchor="b"/>
          <a:lstStyle>
            <a:lvl1pPr marL="0" indent="0">
              <a:buNone/>
              <a:defRPr sz="2320" b="1"/>
            </a:lvl1pPr>
            <a:lvl2pPr marL="441975" indent="0">
              <a:buNone/>
              <a:defRPr sz="1933" b="1"/>
            </a:lvl2pPr>
            <a:lvl3pPr marL="883950" indent="0">
              <a:buNone/>
              <a:defRPr sz="1740" b="1"/>
            </a:lvl3pPr>
            <a:lvl4pPr marL="1325926" indent="0">
              <a:buNone/>
              <a:defRPr sz="1547" b="1"/>
            </a:lvl4pPr>
            <a:lvl5pPr marL="1767901" indent="0">
              <a:buNone/>
              <a:defRPr sz="1547" b="1"/>
            </a:lvl5pPr>
            <a:lvl6pPr marL="2209876" indent="0">
              <a:buNone/>
              <a:defRPr sz="1547" b="1"/>
            </a:lvl6pPr>
            <a:lvl7pPr marL="2651851" indent="0">
              <a:buNone/>
              <a:defRPr sz="1547" b="1"/>
            </a:lvl7pPr>
            <a:lvl8pPr marL="3093827" indent="0">
              <a:buNone/>
              <a:defRPr sz="1547" b="1"/>
            </a:lvl8pPr>
            <a:lvl9pPr marL="3535802" indent="0">
              <a:buNone/>
              <a:defRPr sz="1547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40C2438-C21C-C90E-F10D-F1B471F651A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421573"/>
            <a:ext cx="5157787" cy="356176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AC90015F-9112-38A7-AC04-59D73A32072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25124"/>
            <a:ext cx="5183188" cy="796448"/>
          </a:xfrm>
        </p:spPr>
        <p:txBody>
          <a:bodyPr anchor="b"/>
          <a:lstStyle>
            <a:lvl1pPr marL="0" indent="0">
              <a:buNone/>
              <a:defRPr sz="2320" b="1"/>
            </a:lvl1pPr>
            <a:lvl2pPr marL="441975" indent="0">
              <a:buNone/>
              <a:defRPr sz="1933" b="1"/>
            </a:lvl2pPr>
            <a:lvl3pPr marL="883950" indent="0">
              <a:buNone/>
              <a:defRPr sz="1740" b="1"/>
            </a:lvl3pPr>
            <a:lvl4pPr marL="1325926" indent="0">
              <a:buNone/>
              <a:defRPr sz="1547" b="1"/>
            </a:lvl4pPr>
            <a:lvl5pPr marL="1767901" indent="0">
              <a:buNone/>
              <a:defRPr sz="1547" b="1"/>
            </a:lvl5pPr>
            <a:lvl6pPr marL="2209876" indent="0">
              <a:buNone/>
              <a:defRPr sz="1547" b="1"/>
            </a:lvl6pPr>
            <a:lvl7pPr marL="2651851" indent="0">
              <a:buNone/>
              <a:defRPr sz="1547" b="1"/>
            </a:lvl7pPr>
            <a:lvl8pPr marL="3093827" indent="0">
              <a:buNone/>
              <a:defRPr sz="1547" b="1"/>
            </a:lvl8pPr>
            <a:lvl9pPr marL="3535802" indent="0">
              <a:buNone/>
              <a:defRPr sz="1547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0987EC59-FF83-ECC8-B4A0-08C0D307726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421573"/>
            <a:ext cx="5183188" cy="356176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81578B1-7FBD-A367-7D4C-5424326D6C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E4A4A8-B4B0-45DC-B516-12D2C29E74C6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8B03B8AB-DC1F-E8A0-CBDF-EAD9398E52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925CB8AB-9877-38CE-6C72-71D4D9E295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293E9B-4C70-475B-B5B5-C6D1CDF1140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843581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7B0180F-AC70-973F-A8A1-0166A3897E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4E16062-BCA5-C798-80C7-26C92DC5A2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E4A4A8-B4B0-45DC-B516-12D2C29E74C6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FBAC69D-0863-7E03-1C1E-111B1344AA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53F28BB-A5B9-3D76-9E89-AD362F81FA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293E9B-4C70-475B-B5B5-C6D1CDF1140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4342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09BE9A0-6DB3-7516-D6EE-F7EC6A2508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E4A4A8-B4B0-45DC-B516-12D2C29E74C6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6171E29A-7072-AAD9-775D-EC95523BE3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A646E0B-65D0-B014-95B5-5C5FC35FE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293E9B-4C70-475B-B5B5-C6D1CDF1140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166731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F085981-1BD0-E410-3971-4EF1386A33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41960"/>
            <a:ext cx="3932237" cy="1546860"/>
          </a:xfrm>
        </p:spPr>
        <p:txBody>
          <a:bodyPr anchor="b"/>
          <a:lstStyle>
            <a:lvl1pPr>
              <a:defRPr sz="3093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4A2564F-D3B5-959F-9E26-D869B800E5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54511"/>
            <a:ext cx="6172200" cy="4711171"/>
          </a:xfrm>
        </p:spPr>
        <p:txBody>
          <a:bodyPr/>
          <a:lstStyle>
            <a:lvl1pPr>
              <a:defRPr sz="3093"/>
            </a:lvl1pPr>
            <a:lvl2pPr>
              <a:defRPr sz="2707"/>
            </a:lvl2pPr>
            <a:lvl3pPr>
              <a:defRPr sz="2320"/>
            </a:lvl3pPr>
            <a:lvl4pPr>
              <a:defRPr sz="1933"/>
            </a:lvl4pPr>
            <a:lvl5pPr>
              <a:defRPr sz="1933"/>
            </a:lvl5pPr>
            <a:lvl6pPr>
              <a:defRPr sz="1933"/>
            </a:lvl6pPr>
            <a:lvl7pPr>
              <a:defRPr sz="1933"/>
            </a:lvl7pPr>
            <a:lvl8pPr>
              <a:defRPr sz="1933"/>
            </a:lvl8pPr>
            <a:lvl9pPr>
              <a:defRPr sz="1933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C614818-D98B-84D2-6F93-3B83E2F5E9C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1988820"/>
            <a:ext cx="3932237" cy="3684535"/>
          </a:xfrm>
        </p:spPr>
        <p:txBody>
          <a:bodyPr/>
          <a:lstStyle>
            <a:lvl1pPr marL="0" indent="0">
              <a:buNone/>
              <a:defRPr sz="1547"/>
            </a:lvl1pPr>
            <a:lvl2pPr marL="441975" indent="0">
              <a:buNone/>
              <a:defRPr sz="1353"/>
            </a:lvl2pPr>
            <a:lvl3pPr marL="883950" indent="0">
              <a:buNone/>
              <a:defRPr sz="1160"/>
            </a:lvl3pPr>
            <a:lvl4pPr marL="1325926" indent="0">
              <a:buNone/>
              <a:defRPr sz="967"/>
            </a:lvl4pPr>
            <a:lvl5pPr marL="1767901" indent="0">
              <a:buNone/>
              <a:defRPr sz="967"/>
            </a:lvl5pPr>
            <a:lvl6pPr marL="2209876" indent="0">
              <a:buNone/>
              <a:defRPr sz="967"/>
            </a:lvl6pPr>
            <a:lvl7pPr marL="2651851" indent="0">
              <a:buNone/>
              <a:defRPr sz="967"/>
            </a:lvl7pPr>
            <a:lvl8pPr marL="3093827" indent="0">
              <a:buNone/>
              <a:defRPr sz="967"/>
            </a:lvl8pPr>
            <a:lvl9pPr marL="3535802" indent="0">
              <a:buNone/>
              <a:defRPr sz="967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1A698E3-0A70-A7E1-DEA3-8192DB4B48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E4A4A8-B4B0-45DC-B516-12D2C29E74C6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77C85AF-E453-688A-ED8D-BA9A1DC65B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2720364-52AD-E5F8-FBC7-10870CBA29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293E9B-4C70-475B-B5B5-C6D1CDF1140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574763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AC76D3-38EF-62E4-9AE3-F484B7E262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41960"/>
            <a:ext cx="3932237" cy="1546860"/>
          </a:xfrm>
        </p:spPr>
        <p:txBody>
          <a:bodyPr anchor="b"/>
          <a:lstStyle>
            <a:lvl1pPr>
              <a:defRPr sz="3093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4F5EE8B-2126-F985-644C-8409DDEEE9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54511"/>
            <a:ext cx="6172200" cy="4711171"/>
          </a:xfrm>
        </p:spPr>
        <p:txBody>
          <a:bodyPr/>
          <a:lstStyle>
            <a:lvl1pPr marL="0" indent="0">
              <a:buNone/>
              <a:defRPr sz="3093"/>
            </a:lvl1pPr>
            <a:lvl2pPr marL="441975" indent="0">
              <a:buNone/>
              <a:defRPr sz="2707"/>
            </a:lvl2pPr>
            <a:lvl3pPr marL="883950" indent="0">
              <a:buNone/>
              <a:defRPr sz="2320"/>
            </a:lvl3pPr>
            <a:lvl4pPr marL="1325926" indent="0">
              <a:buNone/>
              <a:defRPr sz="1933"/>
            </a:lvl4pPr>
            <a:lvl5pPr marL="1767901" indent="0">
              <a:buNone/>
              <a:defRPr sz="1933"/>
            </a:lvl5pPr>
            <a:lvl6pPr marL="2209876" indent="0">
              <a:buNone/>
              <a:defRPr sz="1933"/>
            </a:lvl6pPr>
            <a:lvl7pPr marL="2651851" indent="0">
              <a:buNone/>
              <a:defRPr sz="1933"/>
            </a:lvl7pPr>
            <a:lvl8pPr marL="3093827" indent="0">
              <a:buNone/>
              <a:defRPr sz="1933"/>
            </a:lvl8pPr>
            <a:lvl9pPr marL="3535802" indent="0">
              <a:buNone/>
              <a:defRPr sz="1933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483E5D8-5C30-CFEB-3638-0459D0EC18C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1988820"/>
            <a:ext cx="3932237" cy="3684535"/>
          </a:xfrm>
        </p:spPr>
        <p:txBody>
          <a:bodyPr/>
          <a:lstStyle>
            <a:lvl1pPr marL="0" indent="0">
              <a:buNone/>
              <a:defRPr sz="1547"/>
            </a:lvl1pPr>
            <a:lvl2pPr marL="441975" indent="0">
              <a:buNone/>
              <a:defRPr sz="1353"/>
            </a:lvl2pPr>
            <a:lvl3pPr marL="883950" indent="0">
              <a:buNone/>
              <a:defRPr sz="1160"/>
            </a:lvl3pPr>
            <a:lvl4pPr marL="1325926" indent="0">
              <a:buNone/>
              <a:defRPr sz="967"/>
            </a:lvl4pPr>
            <a:lvl5pPr marL="1767901" indent="0">
              <a:buNone/>
              <a:defRPr sz="967"/>
            </a:lvl5pPr>
            <a:lvl6pPr marL="2209876" indent="0">
              <a:buNone/>
              <a:defRPr sz="967"/>
            </a:lvl6pPr>
            <a:lvl7pPr marL="2651851" indent="0">
              <a:buNone/>
              <a:defRPr sz="967"/>
            </a:lvl7pPr>
            <a:lvl8pPr marL="3093827" indent="0">
              <a:buNone/>
              <a:defRPr sz="967"/>
            </a:lvl8pPr>
            <a:lvl9pPr marL="3535802" indent="0">
              <a:buNone/>
              <a:defRPr sz="967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B3E7CDD-F1BB-85FC-95EB-AF84238C52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E4A4A8-B4B0-45DC-B516-12D2C29E74C6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A98E4C2-9766-1139-42A0-B4A0B084E8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F4B6C76-A677-CAB7-9293-189FCBC25A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293E9B-4C70-475B-B5B5-C6D1CDF1140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00531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A03111E-808B-3FEF-5601-BD6C49630F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5F6DCD3-54B4-0B60-9E06-F8FCAF07760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80A89B7-9A61-63F1-081E-A491944C2B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E4A4A8-B4B0-45DC-B516-12D2C29E74C6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1C99ECC-A5C8-DC6D-E806-C8D82F5BF9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1A169AB-B5C5-44A3-B759-753907C57F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293E9B-4C70-475B-B5B5-C6D1CDF1140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561512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9E83CA69-FF01-AF99-6793-8D0B1F57039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52954"/>
            <a:ext cx="2628900" cy="5618110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295330D-711F-AEB1-33CA-24B2A0015F0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52954"/>
            <a:ext cx="7734300" cy="5618110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FE2432A-8E60-EC80-73E7-C4A1D7A7B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E4A4A8-B4B0-45DC-B516-12D2C29E74C6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FFB9448-D113-38A1-60EF-69BB685500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B2D2B8C-4257-6446-4A02-3CF0047B35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293E9B-4C70-475B-B5B5-C6D1CDF1140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48395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51851B9C-98EB-9D24-317F-8E358421F8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2954"/>
            <a:ext cx="10515600" cy="128137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BF5CA45-7E29-8D92-6E3B-E2162D48E7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764771"/>
            <a:ext cx="10515600" cy="42062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FEF5DD0-4158-538B-DC6C-B2FB974DA1A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144472"/>
            <a:ext cx="2743200" cy="3529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3E4A4A8-B4B0-45DC-B516-12D2C29E74C6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DDB46DC-968B-9460-6C38-CCF468D44A2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144472"/>
            <a:ext cx="4114800" cy="3529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ABC2998-23BA-44F9-0E3D-0C0836EA0D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144472"/>
            <a:ext cx="2743200" cy="3529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A293E9B-4C70-475B-B5B5-C6D1CDF1140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021640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883950" rtl="0" eaLnBrk="1" latinLnBrk="1" hangingPunct="1">
        <a:lnSpc>
          <a:spcPct val="90000"/>
        </a:lnSpc>
        <a:spcBef>
          <a:spcPct val="0"/>
        </a:spcBef>
        <a:buNone/>
        <a:defRPr sz="425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0988" indent="-220988" algn="l" defTabSz="883950" rtl="0" eaLnBrk="1" latinLnBrk="1" hangingPunct="1">
        <a:lnSpc>
          <a:spcPct val="90000"/>
        </a:lnSpc>
        <a:spcBef>
          <a:spcPts val="967"/>
        </a:spcBef>
        <a:buFont typeface="Arial" panose="020B0604020202020204" pitchFamily="34" charset="0"/>
        <a:buChar char="•"/>
        <a:defRPr sz="2707" kern="1200">
          <a:solidFill>
            <a:schemeClr val="tx1"/>
          </a:solidFill>
          <a:latin typeface="+mn-lt"/>
          <a:ea typeface="+mn-ea"/>
          <a:cs typeface="+mn-cs"/>
        </a:defRPr>
      </a:lvl1pPr>
      <a:lvl2pPr marL="662963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2320" kern="1200">
          <a:solidFill>
            <a:schemeClr val="tx1"/>
          </a:solidFill>
          <a:latin typeface="+mn-lt"/>
          <a:ea typeface="+mn-ea"/>
          <a:cs typeface="+mn-cs"/>
        </a:defRPr>
      </a:lvl2pPr>
      <a:lvl3pPr marL="1104938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933" kern="1200">
          <a:solidFill>
            <a:schemeClr val="tx1"/>
          </a:solidFill>
          <a:latin typeface="+mn-lt"/>
          <a:ea typeface="+mn-ea"/>
          <a:cs typeface="+mn-cs"/>
        </a:defRPr>
      </a:lvl3pPr>
      <a:lvl4pPr marL="1546913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4pPr>
      <a:lvl5pPr marL="1988889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5pPr>
      <a:lvl6pPr marL="2430864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6pPr>
      <a:lvl7pPr marL="2872839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7pPr>
      <a:lvl8pPr marL="3314814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8pPr>
      <a:lvl9pPr marL="3756790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1pPr>
      <a:lvl2pPr marL="441975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2pPr>
      <a:lvl3pPr marL="883950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3pPr>
      <a:lvl4pPr marL="1325926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4pPr>
      <a:lvl5pPr marL="1767901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5pPr>
      <a:lvl6pPr marL="2209876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6pPr>
      <a:lvl7pPr marL="2651851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7pPr>
      <a:lvl8pPr marL="3093827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8pPr>
      <a:lvl9pPr marL="3535802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래픽 2">
            <a:extLst>
              <a:ext uri="{FF2B5EF4-FFF2-40B4-BE49-F238E27FC236}">
                <a16:creationId xmlns:a16="http://schemas.microsoft.com/office/drawing/2014/main" id="{56050E4B-E0AF-AE95-0D65-C4592E7CC234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2000" cy="6629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99787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사용자 지정</PresentationFormat>
  <Paragraphs>0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4" baseType="lpstr">
      <vt:lpstr>맑은 고딕</vt:lpstr>
      <vt:lpstr>Arial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채승훈</dc:creator>
  <cp:lastModifiedBy>채승훈</cp:lastModifiedBy>
  <cp:revision>1</cp:revision>
  <dcterms:created xsi:type="dcterms:W3CDTF">2026-06-19T18:18:21Z</dcterms:created>
  <dcterms:modified xsi:type="dcterms:W3CDTF">2026-06-19T18:18:21Z</dcterms:modified>
</cp:coreProperties>
</file>