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6294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8316DE-CF5A-0E4F-AC54-486F383EDA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4951"/>
            <a:ext cx="9144000" cy="2308013"/>
          </a:xfrm>
        </p:spPr>
        <p:txBody>
          <a:bodyPr anchor="b"/>
          <a:lstStyle>
            <a:lvl1pPr algn="ctr"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FB1E2B3-71CF-159F-AAE5-A6513F82B3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81970"/>
            <a:ext cx="9144000" cy="1600570"/>
          </a:xfrm>
        </p:spPr>
        <p:txBody>
          <a:bodyPr/>
          <a:lstStyle>
            <a:lvl1pPr marL="0" indent="0" algn="ctr">
              <a:buNone/>
              <a:defRPr sz="2320"/>
            </a:lvl1pPr>
            <a:lvl2pPr marL="441975" indent="0" algn="ctr">
              <a:buNone/>
              <a:defRPr sz="1933"/>
            </a:lvl2pPr>
            <a:lvl3pPr marL="883950" indent="0" algn="ctr">
              <a:buNone/>
              <a:defRPr sz="1740"/>
            </a:lvl3pPr>
            <a:lvl4pPr marL="1325926" indent="0" algn="ctr">
              <a:buNone/>
              <a:defRPr sz="1547"/>
            </a:lvl4pPr>
            <a:lvl5pPr marL="1767901" indent="0" algn="ctr">
              <a:buNone/>
              <a:defRPr sz="1547"/>
            </a:lvl5pPr>
            <a:lvl6pPr marL="2209876" indent="0" algn="ctr">
              <a:buNone/>
              <a:defRPr sz="1547"/>
            </a:lvl6pPr>
            <a:lvl7pPr marL="2651851" indent="0" algn="ctr">
              <a:buNone/>
              <a:defRPr sz="1547"/>
            </a:lvl7pPr>
            <a:lvl8pPr marL="3093827" indent="0" algn="ctr">
              <a:buNone/>
              <a:defRPr sz="1547"/>
            </a:lvl8pPr>
            <a:lvl9pPr marL="3535802" indent="0" algn="ctr">
              <a:buNone/>
              <a:defRPr sz="1547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89A5B35-8F13-4BFE-6BAC-834E45D5DB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B9B9E-20BD-41C5-837D-C991663DAB9A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0A2762B-B067-1E95-8409-AFC1B6408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856D4B-C40D-E877-505D-0BD2EC8A0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10704-BB78-4439-8903-72F1EA287D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23571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9AD601-D99B-D4DD-780B-6C6B9C2FD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32D405-4D43-E918-8DC6-4A28D68ED5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969854-D385-28A0-7620-164A18031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B9B9E-20BD-41C5-837D-C991663DAB9A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7C673B-CDA9-FB1A-2102-6CCB20355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A4913F9-82D2-68D8-33CC-47841D0C1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10704-BB78-4439-8903-72F1EA287D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81357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315BD7-8728-6696-7F9F-6B5369E67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652747"/>
            <a:ext cx="10515600" cy="2757646"/>
          </a:xfrm>
        </p:spPr>
        <p:txBody>
          <a:bodyPr anchor="b"/>
          <a:lstStyle>
            <a:lvl1pPr>
              <a:defRPr sz="5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354F503-EB91-DDD1-AE58-E4BFBC78FB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436481"/>
            <a:ext cx="10515600" cy="1450181"/>
          </a:xfrm>
        </p:spPr>
        <p:txBody>
          <a:bodyPr/>
          <a:lstStyle>
            <a:lvl1pPr marL="0" indent="0">
              <a:buNone/>
              <a:defRPr sz="2320">
                <a:solidFill>
                  <a:schemeClr val="tx1">
                    <a:tint val="82000"/>
                  </a:schemeClr>
                </a:solidFill>
              </a:defRPr>
            </a:lvl1pPr>
            <a:lvl2pPr marL="441975" indent="0">
              <a:buNone/>
              <a:defRPr sz="1933">
                <a:solidFill>
                  <a:schemeClr val="tx1">
                    <a:tint val="82000"/>
                  </a:schemeClr>
                </a:solidFill>
              </a:defRPr>
            </a:lvl2pPr>
            <a:lvl3pPr marL="883950" indent="0">
              <a:buNone/>
              <a:defRPr sz="1740">
                <a:solidFill>
                  <a:schemeClr val="tx1">
                    <a:tint val="82000"/>
                  </a:schemeClr>
                </a:solidFill>
              </a:defRPr>
            </a:lvl3pPr>
            <a:lvl4pPr marL="132592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4pPr>
            <a:lvl5pPr marL="176790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5pPr>
            <a:lvl6pPr marL="2209876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6pPr>
            <a:lvl7pPr marL="2651851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7pPr>
            <a:lvl8pPr marL="3093827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8pPr>
            <a:lvl9pPr marL="3535802" indent="0">
              <a:buNone/>
              <a:defRPr sz="154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3601B6-3C50-966C-38F2-79175E41C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B9B9E-20BD-41C5-837D-C991663DAB9A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C46542-0581-3265-9390-5FBF65136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111F1AD-BF5A-9C98-62DB-3913E3F26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10704-BB78-4439-8903-72F1EA287D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3288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6CB95-9D18-7880-BB59-17480CFC6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3F742EC-CCB9-AED4-181F-3F8AE99752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6167C3C-FE92-81C4-0792-870AA1040B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64771"/>
            <a:ext cx="5181600" cy="420629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EFFF703-B510-980D-9F71-48A59F16B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B9B9E-20BD-41C5-837D-C991663DAB9A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F37FDF6-7A4A-3472-0BAA-098B12C37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3AEB3B0-B4C3-CB2A-0D6E-57781F722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10704-BB78-4439-8903-72F1EA287D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45167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972963-587D-4B65-A8D7-724449F50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52954"/>
            <a:ext cx="10515600" cy="128137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792FABA-B703-5AD3-DF02-EDFED8AFD6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25124"/>
            <a:ext cx="5157787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9A695E7-5AFA-F3AE-5BF7-052540D25B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421573"/>
            <a:ext cx="5157787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6198D8E-36A3-53D8-1540-B3234D878B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25124"/>
            <a:ext cx="5183188" cy="796448"/>
          </a:xfrm>
        </p:spPr>
        <p:txBody>
          <a:bodyPr anchor="b"/>
          <a:lstStyle>
            <a:lvl1pPr marL="0" indent="0">
              <a:buNone/>
              <a:defRPr sz="2320" b="1"/>
            </a:lvl1pPr>
            <a:lvl2pPr marL="441975" indent="0">
              <a:buNone/>
              <a:defRPr sz="1933" b="1"/>
            </a:lvl2pPr>
            <a:lvl3pPr marL="883950" indent="0">
              <a:buNone/>
              <a:defRPr sz="1740" b="1"/>
            </a:lvl3pPr>
            <a:lvl4pPr marL="1325926" indent="0">
              <a:buNone/>
              <a:defRPr sz="1547" b="1"/>
            </a:lvl4pPr>
            <a:lvl5pPr marL="1767901" indent="0">
              <a:buNone/>
              <a:defRPr sz="1547" b="1"/>
            </a:lvl5pPr>
            <a:lvl6pPr marL="2209876" indent="0">
              <a:buNone/>
              <a:defRPr sz="1547" b="1"/>
            </a:lvl6pPr>
            <a:lvl7pPr marL="2651851" indent="0">
              <a:buNone/>
              <a:defRPr sz="1547" b="1"/>
            </a:lvl7pPr>
            <a:lvl8pPr marL="3093827" indent="0">
              <a:buNone/>
              <a:defRPr sz="1547" b="1"/>
            </a:lvl8pPr>
            <a:lvl9pPr marL="3535802" indent="0">
              <a:buNone/>
              <a:defRPr sz="1547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0EBAAB-8430-E63A-ACD0-E713591CFB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421573"/>
            <a:ext cx="5183188" cy="356176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86D37DA-5983-949E-8CE4-2CBFBB3E2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B9B9E-20BD-41C5-837D-C991663DAB9A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A60B9B7-D330-7FC1-460A-727565D8F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6820AB1-75E6-F8F6-7E68-DC1B47DEB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10704-BB78-4439-8903-72F1EA287D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7228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7B7332-A780-DF51-CE70-35CCEB08C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66818FC-82E9-AEB0-E61A-405781D64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B9B9E-20BD-41C5-837D-C991663DAB9A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E9F9BB5-530A-6EEB-9A3E-EA12C00C19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6575D0A-82CB-B347-2D6E-31346EF54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10704-BB78-4439-8903-72F1EA287D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7327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BFC7F4-C873-9521-6B45-AB0D9E746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B9B9E-20BD-41C5-837D-C991663DAB9A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D77B7B9-6AF8-EF9C-7734-DC699C054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BFBDB6-1BB4-5240-9E12-617DAD283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10704-BB78-4439-8903-72F1EA287D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4033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69F8D7-C299-0D84-09E5-C525740879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5FFB732-377F-15A0-72F2-02765EB75D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>
              <a:defRPr sz="3093"/>
            </a:lvl1pPr>
            <a:lvl2pPr>
              <a:defRPr sz="2707"/>
            </a:lvl2pPr>
            <a:lvl3pPr>
              <a:defRPr sz="2320"/>
            </a:lvl3pPr>
            <a:lvl4pPr>
              <a:defRPr sz="1933"/>
            </a:lvl4pPr>
            <a:lvl5pPr>
              <a:defRPr sz="1933"/>
            </a:lvl5pPr>
            <a:lvl6pPr>
              <a:defRPr sz="1933"/>
            </a:lvl6pPr>
            <a:lvl7pPr>
              <a:defRPr sz="1933"/>
            </a:lvl7pPr>
            <a:lvl8pPr>
              <a:defRPr sz="1933"/>
            </a:lvl8pPr>
            <a:lvl9pPr>
              <a:defRPr sz="1933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B1464D-DDCD-C587-76FD-2AA4AEF449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E6BC4EB-ABC1-CD7E-3AC5-654391C06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B9B9E-20BD-41C5-837D-C991663DAB9A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CC3FB32-7DE6-3E82-4D14-E23EB7527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06EDD4A-ACA0-68B7-FD2A-B70A5AF41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10704-BB78-4439-8903-72F1EA287D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6209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4E72B4-D678-BEEE-5E18-445EBF9D96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41960"/>
            <a:ext cx="3932237" cy="1546860"/>
          </a:xfrm>
        </p:spPr>
        <p:txBody>
          <a:bodyPr anchor="b"/>
          <a:lstStyle>
            <a:lvl1pPr>
              <a:defRPr sz="3093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DF1CD17-FA0A-8CBF-8CA5-EEF65545A1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54511"/>
            <a:ext cx="6172200" cy="4711171"/>
          </a:xfrm>
        </p:spPr>
        <p:txBody>
          <a:bodyPr/>
          <a:lstStyle>
            <a:lvl1pPr marL="0" indent="0">
              <a:buNone/>
              <a:defRPr sz="3093"/>
            </a:lvl1pPr>
            <a:lvl2pPr marL="441975" indent="0">
              <a:buNone/>
              <a:defRPr sz="2707"/>
            </a:lvl2pPr>
            <a:lvl3pPr marL="883950" indent="0">
              <a:buNone/>
              <a:defRPr sz="2320"/>
            </a:lvl3pPr>
            <a:lvl4pPr marL="1325926" indent="0">
              <a:buNone/>
              <a:defRPr sz="1933"/>
            </a:lvl4pPr>
            <a:lvl5pPr marL="1767901" indent="0">
              <a:buNone/>
              <a:defRPr sz="1933"/>
            </a:lvl5pPr>
            <a:lvl6pPr marL="2209876" indent="0">
              <a:buNone/>
              <a:defRPr sz="1933"/>
            </a:lvl6pPr>
            <a:lvl7pPr marL="2651851" indent="0">
              <a:buNone/>
              <a:defRPr sz="1933"/>
            </a:lvl7pPr>
            <a:lvl8pPr marL="3093827" indent="0">
              <a:buNone/>
              <a:defRPr sz="1933"/>
            </a:lvl8pPr>
            <a:lvl9pPr marL="3535802" indent="0">
              <a:buNone/>
              <a:defRPr sz="1933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763A6A1-B1F7-DA79-DF50-46987E8C45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1988820"/>
            <a:ext cx="3932237" cy="3684535"/>
          </a:xfrm>
        </p:spPr>
        <p:txBody>
          <a:bodyPr/>
          <a:lstStyle>
            <a:lvl1pPr marL="0" indent="0">
              <a:buNone/>
              <a:defRPr sz="1547"/>
            </a:lvl1pPr>
            <a:lvl2pPr marL="441975" indent="0">
              <a:buNone/>
              <a:defRPr sz="1353"/>
            </a:lvl2pPr>
            <a:lvl3pPr marL="883950" indent="0">
              <a:buNone/>
              <a:defRPr sz="1160"/>
            </a:lvl3pPr>
            <a:lvl4pPr marL="1325926" indent="0">
              <a:buNone/>
              <a:defRPr sz="967"/>
            </a:lvl4pPr>
            <a:lvl5pPr marL="1767901" indent="0">
              <a:buNone/>
              <a:defRPr sz="967"/>
            </a:lvl5pPr>
            <a:lvl6pPr marL="2209876" indent="0">
              <a:buNone/>
              <a:defRPr sz="967"/>
            </a:lvl6pPr>
            <a:lvl7pPr marL="2651851" indent="0">
              <a:buNone/>
              <a:defRPr sz="967"/>
            </a:lvl7pPr>
            <a:lvl8pPr marL="3093827" indent="0">
              <a:buNone/>
              <a:defRPr sz="967"/>
            </a:lvl8pPr>
            <a:lvl9pPr marL="3535802" indent="0">
              <a:buNone/>
              <a:defRPr sz="96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DED8714-CBE1-C22F-F901-AC924BF10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B9B9E-20BD-41C5-837D-C991663DAB9A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F5EB82-1004-2A90-ADC7-690375BD5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338450C-8A32-A869-78AF-ACB50A3BF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10704-BB78-4439-8903-72F1EA287D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36317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76791A-663D-9C03-0A62-9AA129113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BF09AF9-F7BB-4427-B652-89650BE889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729288F-69C5-F80F-A676-0241EE06A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B9B9E-20BD-41C5-837D-C991663DAB9A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5396D0-4D21-19DC-1EF1-07E35D51C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3CE329-6BF8-A36E-B792-BF9E585AF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10704-BB78-4439-8903-72F1EA287D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28779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A5F2948-65C9-86B6-7FEE-4134914836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52954"/>
            <a:ext cx="2628900" cy="561811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87F97AB-163A-317B-1458-24A499AF6E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52954"/>
            <a:ext cx="7734300" cy="561811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0FA3CDC-BE68-DECD-751B-94F91C8A6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B9B9E-20BD-41C5-837D-C991663DAB9A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68C986C-45A7-E0A0-6BF2-85DFE0083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C0B2D51-CDF8-122B-332C-7EEEDD8621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F10704-BB78-4439-8903-72F1EA287D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00155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07247D5-C4FE-ACD5-BAFC-6A19B23BF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2954"/>
            <a:ext cx="10515600" cy="12813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2F78BB6-F000-ACE1-1E9D-501D0A8BA2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64771"/>
            <a:ext cx="10515600" cy="42062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828755-0BFD-F216-4CFD-36B9819BC4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BB9B9E-20BD-41C5-837D-C991663DAB9A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5047F1-5373-0A0A-9425-398259B34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44472"/>
            <a:ext cx="41148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222483-30DB-E7A7-BD71-4E88511D94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44472"/>
            <a:ext cx="2743200" cy="35295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F10704-BB78-4439-8903-72F1EA287DE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8937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83950" rtl="0" eaLnBrk="1" latinLnBrk="1" hangingPunct="1">
        <a:lnSpc>
          <a:spcPct val="90000"/>
        </a:lnSpc>
        <a:spcBef>
          <a:spcPct val="0"/>
        </a:spcBef>
        <a:buNone/>
        <a:defRPr sz="425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0988" indent="-220988" algn="l" defTabSz="883950" rtl="0" eaLnBrk="1" latinLnBrk="1" hangingPunct="1">
        <a:lnSpc>
          <a:spcPct val="90000"/>
        </a:lnSpc>
        <a:spcBef>
          <a:spcPts val="967"/>
        </a:spcBef>
        <a:buFont typeface="Arial" panose="020B0604020202020204" pitchFamily="34" charset="0"/>
        <a:buChar char="•"/>
        <a:defRPr sz="2707" kern="1200">
          <a:solidFill>
            <a:schemeClr val="tx1"/>
          </a:solidFill>
          <a:latin typeface="+mn-lt"/>
          <a:ea typeface="+mn-ea"/>
          <a:cs typeface="+mn-cs"/>
        </a:defRPr>
      </a:lvl1pPr>
      <a:lvl2pPr marL="66296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2320" kern="1200">
          <a:solidFill>
            <a:schemeClr val="tx1"/>
          </a:solidFill>
          <a:latin typeface="+mn-lt"/>
          <a:ea typeface="+mn-ea"/>
          <a:cs typeface="+mn-cs"/>
        </a:defRPr>
      </a:lvl2pPr>
      <a:lvl3pPr marL="1104938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933" kern="1200">
          <a:solidFill>
            <a:schemeClr val="tx1"/>
          </a:solidFill>
          <a:latin typeface="+mn-lt"/>
          <a:ea typeface="+mn-ea"/>
          <a:cs typeface="+mn-cs"/>
        </a:defRPr>
      </a:lvl3pPr>
      <a:lvl4pPr marL="1546913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98888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43086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872839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314814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756790" indent="-220988" algn="l" defTabSz="883950" rtl="0" eaLnBrk="1" latinLnBrk="1" hangingPunct="1">
        <a:lnSpc>
          <a:spcPct val="90000"/>
        </a:lnSpc>
        <a:spcBef>
          <a:spcPts val="483"/>
        </a:spcBef>
        <a:buFont typeface="Arial" panose="020B0604020202020204" pitchFamily="34" charset="0"/>
        <a:buChar char="•"/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1pPr>
      <a:lvl2pPr marL="441975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2pPr>
      <a:lvl3pPr marL="883950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3pPr>
      <a:lvl4pPr marL="132592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4pPr>
      <a:lvl5pPr marL="176790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5pPr>
      <a:lvl6pPr marL="2209876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6pPr>
      <a:lvl7pPr marL="2651851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7pPr>
      <a:lvl8pPr marL="3093827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8pPr>
      <a:lvl9pPr marL="3535802" algn="l" defTabSz="883950" rtl="0" eaLnBrk="1" latinLnBrk="1" hangingPunct="1">
        <a:defRPr sz="17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래픽 2">
            <a:extLst>
              <a:ext uri="{FF2B5EF4-FFF2-40B4-BE49-F238E27FC236}">
                <a16:creationId xmlns:a16="http://schemas.microsoft.com/office/drawing/2014/main" id="{2D06FF39-644D-506D-4E5C-4E54078CDB5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2000" cy="662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42021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사용자 지정</PresentationFormat>
  <Paragraphs>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채승훈</dc:creator>
  <cp:lastModifiedBy>채승훈</cp:lastModifiedBy>
  <cp:revision>1</cp:revision>
  <dcterms:created xsi:type="dcterms:W3CDTF">2026-06-20T16:17:31Z</dcterms:created>
  <dcterms:modified xsi:type="dcterms:W3CDTF">2026-06-20T16:17:31Z</dcterms:modified>
</cp:coreProperties>
</file>