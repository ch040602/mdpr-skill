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89D752-6384-3F4D-C8A1-EE7D6511D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2BD57D7-3C72-1C5C-9460-5E4362A5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487B54-32E7-C0E2-AE16-282024D95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E3206D-1F71-F1D6-B6FA-BAF5F00AB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3D5F91-7A17-9A91-74A6-60A59D320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5931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59E28-1852-C621-BC4D-9A42530F9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DC0B1D-D631-25B8-CA5C-8FA45F0A0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017E12-F0B0-19DB-98A7-D57B56475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757CC-40AB-7542-0311-C61A516B6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C71C97-0964-5539-90C2-DBDA65883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65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094BF-0305-F37D-3C26-80B58A073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4C3A10-1047-3782-ADDB-685EDC318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B3DB03-ACE2-ED67-5CC6-F103220C8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727E1C-0721-BB26-2A8F-2CB850D4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992C44-0E8A-3DEE-ECA7-751D94D09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075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DEBD3B-5966-C01F-3FB8-A8B8CD609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BC037B-D96F-1EE4-201D-E4AB352FED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97C531-04A6-4E58-DDEB-A22DDE28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AA0D1D-BCF1-187C-9439-F777690AD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9AF928-179C-8171-BBA6-3B5B7E6D3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7E2663-10E9-B217-3B11-D6A82DB0A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32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16786-D44D-704D-9EF9-BC94F6F9A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828D19-6FDA-4216-8138-38EBAB63A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4CEABA8-7DCC-FBB4-3A85-A41BA095A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1C8894-5094-37DF-EA76-49D533C388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DE768B-9C2B-E3D7-3DA5-3BA2A7619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24EC45-B79C-4E11-E8E2-BDFA30D90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C6DB45-B2D2-E080-9272-A03433964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A9B09C3-FD72-9130-97E0-E6F9F6B6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896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9BA7CC-B376-B465-1004-7A20E5AB2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F70401-4B85-B8C3-B883-4C8AF5C9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23EA94-E56F-4446-3347-B34B2353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010BAB-08C9-3DFA-A2D9-97321AD1A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777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D369BF-C17B-D168-9010-B3C2387BE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A29A6C-7896-80BA-4F2B-221671A8D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B83DC0-1936-EFCB-6B49-7A3E549A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9365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B816A-AB2F-FCE7-0A29-75EE3C444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BBCF99-A5C6-57B9-5097-E7361398A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6F490A-98AD-A876-8896-1F33B476BB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AE5CF-7E94-EE3D-D52D-53A804D4F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ACA5C8-438F-5C33-0830-7F07C2708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25000-3B2C-4E56-E081-FE7E56829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847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8CC88-7AAB-1608-772C-50F2D9C31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42E737C-AACA-2FF9-0BBE-7A56244CEB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ACD587-F5D0-C8D3-5500-85832F34B6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07DF62-5B6E-5364-B0DE-F572F7135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54B2A15-9122-893F-F907-CE2CC9E13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1DFC75-324B-7613-7B58-8902AD64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0089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C265F-BACB-1782-7EC2-8AE268E5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4BF296-BB62-4B8D-7D4D-C31B366B56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67663B-5231-32FF-B423-29C586B4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62D8C0-C358-2111-20CD-F08CBFA2E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5AFDFB-6443-4DCF-8D25-5D031287D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34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DFEF330-4888-ED4A-325B-68E890DFE7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713A5A-BB38-69EB-09D9-63E0C9F561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7FD9C-FCC6-6297-38CE-3C7057AD0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00D345-0459-8CD6-6B56-884E00668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6F6F66-D412-218B-D91F-A93683953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575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FDFC841-BC69-C0B5-F5F3-56C727837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D10F9F-2B1D-A29F-70C4-FB71AD893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B6E44-683A-660C-442A-F1903EBED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AFCF05-31C4-4A77-B5CF-C620AE1F5E65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FABE25-F088-83B9-E317-4D69F1C4C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807872-D7F9-9C75-7910-BFB889102C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64BAE8-BEAA-4D97-9F5A-C91A5099CC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395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42DA2220-CF33-B7CC-FCB5-E1FC13C29D0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59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2026-06-20T06:39:56Z</dcterms:created>
  <dcterms:modified xsi:type="dcterms:W3CDTF">2026-06-20T06:39:56Z</dcterms:modified>
</cp:coreProperties>
</file>