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1E40C8-95D5-E37A-AAE4-A5DC461E48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8608E62-6699-5D1E-543B-E2E9B07C2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60D882-BF0B-31AC-5944-E69FA304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EB3755-3104-DE56-B3E0-B7D76079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BD65A4-B56A-0C79-F3D8-5B7211EF0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740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207B58-1A7E-FAD4-E894-11A19911D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18FCD5-C86E-FC70-637F-D8C263682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601109-5C7E-BD87-2021-F38E30EE9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B84AB-C9D9-9D6F-28B6-1E6AE4FA5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8757E8-4D54-411E-D7C1-95250F81F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492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738C5-6B16-620D-80F6-A9990AB4A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4B4D8E-AB32-D306-936E-7D20D0737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026A3-9471-086F-D544-DB81AABB8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8C07B6-97B8-3C54-9B4E-52000DBC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238A04-6C1D-F2D8-F82A-86439B9D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06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F397A-3BA0-EC94-0F89-F7723BE9E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43433D-D887-D6C2-4098-0DD5F2290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95C7B1E-F83E-7A2E-75C9-E6674CC88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AF02DE9-45B3-1727-D6EB-88C4ADC10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2B0567-7E8A-B04A-072E-4B275F4FB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64C7F5-3BD9-BA63-47C1-606EB2261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494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FA894-7619-2E40-06CB-3B937CD11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C13C6BF-31ED-8F1D-38AD-8F41831A8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D07304C-25B5-B876-2AC4-E74813492D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21AF45-8CE0-2057-07AD-59F38ABBD5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5FF091-16E8-8326-1D3E-78C84A68F0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FE4DA5-D1C9-E99F-7CAC-D1E665D0B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C10BA09-33B5-6698-D2C2-E2A30E534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8D6E82B-C711-879C-7A28-D43F2FBB7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8325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BFE56C-B51E-AA53-77DE-E1819B54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CB2C402-31E4-34F3-B047-CA161B3C6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275C39-65D5-9A2B-4C47-BD6330D44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76FDDF5-DE0A-7F80-483C-1121FB8F6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16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D9067E8-912F-E684-6DCF-1F8FD9D18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22C0EAA-BFBA-B5A3-0F51-DD9ED1A40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8F2D4B-E536-DE24-E506-9F06A6676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538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14C34-B73A-142F-A3DE-A9A3C0BD2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A02796-AFCE-7026-14AA-81B7B4B01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C08B72-A404-40C9-D7C7-27C3704D5A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0A4BDC-4C4C-A688-7381-9F3326DB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C4A4AD1-AADB-4C71-DD57-9F801961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F665C6-F5BC-8362-09E3-8ECFFCD37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6625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902267-EFC2-D466-C1A1-51BAE5F46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7E0638C-67AC-9DEC-C33D-25B181AC6E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3B43AB5-7E68-C1C0-5F02-BCFDD289FF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82C8A1-3E98-8AA8-6785-B29B1F1BE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7DA439-98F1-6926-AAD9-DFFCB66A5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A25CDE-31F3-5452-6CE6-3AFE2BC69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7559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007B13-531F-2DA0-0E99-22FAEBBB1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7A88CE-CBFF-2207-FBBE-6B3F1DA86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A78223-8AE0-95DF-8BAF-7F493090D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5391FA-E273-D5D6-7AC1-A9A19E89A9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103CAE8-C4E9-4C25-97DA-65A8389FA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1292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FC74CD6-E576-701A-E3FA-D7369BC2D9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19CAA6A-C198-254A-51A0-7080A0F17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38D827-C5AD-98BB-FA0E-ED060A32E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7B3D0-6142-CC0F-C8AE-86CE9F508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8CBB86-BD67-9BFA-698F-214E45060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447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6D4E7E3-1E25-5EB2-38E2-15DE73148E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1263AAA-8D2D-C1F0-5274-CFFD41BF29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756A2E-5BDC-425E-4F30-BECA5DA919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E8D29-9AC6-4AA8-860A-C9485B2EE338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2121A7-BF1F-7706-FEBF-9F5CA038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505381-E41E-D6F4-2333-62D341CA60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A9101B-4DE9-41B7-92B7-E017EA92F5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0678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E76A1812-19F2-B746-6F18-C2CB0499C85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486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2026-06-19T12:56:21Z</dcterms:created>
  <dcterms:modified xsi:type="dcterms:W3CDTF">2026-06-19T12:56:21Z</dcterms:modified>
</cp:coreProperties>
</file>