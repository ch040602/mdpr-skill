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00854-2BA1-3E7C-D26C-F5B57C5FC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FDC1C6-AA12-5BAE-E1F2-6ED913B53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2D23CA-DEE5-6ABF-80CF-BA7957DC0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C2B87-47AB-78F5-6CEF-F2E59152C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6D0782-A85F-260A-EF52-0AE3518C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9850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64571-241E-3F3A-C411-ABC21D719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F534A1-79A6-089E-34E5-E27F73143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150F5B-6EDC-909C-345E-577EF7A5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FD8A20-1E26-341E-50B6-E4EC8A9F6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9C87F3-CF84-67E1-1F51-12180601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920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09FE3-4841-972A-672B-6571A315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9DA05C-4A24-7C20-7003-1D64C562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DFFD59-92DA-33B1-027F-5BFC8EAA9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5EAF61-C452-5384-9397-5BB0D013E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C5F32-9D42-98F4-60B9-74D8193F8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611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5C1319-E17D-C500-4DF4-6C4A7400A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976A81-EC1D-D4C5-4B79-C73EFA746F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42B6879-1607-C0A4-58EB-8C1B3C893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BD5CAC-0D5B-53FB-5A07-FD904C543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28B17CD-C0DB-8F8C-323A-DE0056FE6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F026AC-9D73-E157-6E15-32C5A7C4C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17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6C9D1-C69E-3C83-B01D-66260D34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82400-4024-3256-186E-AB57CFEE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612C0BF-8778-5E2C-E72C-BAD04ADFB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BF85B3F-6F20-D23B-278B-5C7E1A7304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391630-2E47-3F42-B2A1-431782DFBD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9C19FC6-3423-7F94-D9D9-427BCF26C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717B556-46A6-B7DF-FFE0-8F33605C1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DC96CD1-96C5-34AF-8B8B-7677B139C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0292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C93EA-137D-97F2-66AC-8B21ECD42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6AE2BD-F7C9-25D9-C114-9EF724E76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88E0CE-D332-69B4-8D18-B3AD10668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884DCA-B192-C500-0800-C61407A0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871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F20206-331E-B682-F214-2F26C2682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1787386-3813-F055-BFA8-273F99BB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BCB5EA-2E6F-1663-8B64-5AE6CD4BE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4447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56BE50-06AA-8B18-B04E-22842ABAA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DE7176-DB3B-4D72-1467-FDFF3791D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3A81FA3-871F-F966-A646-12AEB43A1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70C05-0069-7B55-7CC4-8B369DB0B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9CCBC8-C196-73A0-B94C-0CB8931C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1DC7BE-866A-C303-0BEE-A54966A3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116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80435-1E28-519C-AB9D-9975AB60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527ABA6-3571-34B4-0CBA-464C72B38D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0B1F69-1564-3C79-D97D-C38B8056B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6FA529-0192-354B-BA68-ADD4721E6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848B5D-2885-4FEB-9ED8-0858442C4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3695D1-ADE4-5E22-0D7B-F7CB7A585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4807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9C5EA4-0F9C-59AC-C246-6C574997D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4E388B-63FC-54E0-F02E-64B2A360A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1465-5C4A-78F9-4521-EE85DAD71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A65E72-583F-46A6-ED33-ECB863FAF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95903F-3A47-1A12-5C98-1863CBAC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164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A9046BD-53E7-67EE-DBD4-D78FD58CEC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65E19F-0A17-A9EE-7DE8-18BE672FF0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B04A6D-20D6-E021-74C4-498799FEB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0CB359-36A7-09A4-4AF0-3882E603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5E7B58-61A8-D58C-F656-44517D86B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6289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13B5A0D-387B-1754-C2C3-7EBD9DE08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008326-AEFC-86FB-0A1B-D0D39EAD2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9BC6DE-0AB6-53B2-73EE-E610EF27FD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EE3968-8CAE-49A6-A295-1DC5695562B1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292996-3403-89CB-8B6B-68336E23B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6F7EB5-5CCE-3BC2-39AC-1514BCCCD3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A9051-646C-4BF0-8281-5B8C4E3535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15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C01A0353-7670-E892-5D65-1C00EF694B6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703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2026-06-20T10:40:08Z</dcterms:created>
  <dcterms:modified xsi:type="dcterms:W3CDTF">2026-06-20T10:40:08Z</dcterms:modified>
</cp:coreProperties>
</file>