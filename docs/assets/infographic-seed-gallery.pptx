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914201-EE04-4A40-0078-7FDE35E08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8C4A234-0C02-244A-3B80-47593E1D89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955B8DB-9D41-287C-1B9E-1650CF173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1D23E-FA8B-4A2A-A9C1-6AC8F5F16A51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811450-0C61-7EC9-6E35-D11C76063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1B8A3A-1A5D-4033-3878-028E2831A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12018-4EAF-4625-828D-E07EF995F2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45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DAC762-48D7-146E-9649-83CFE6ED6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08D41A-BA9E-9388-0DED-4B8540BCF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145191-17E3-A169-0F48-601890B52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1D23E-FA8B-4A2A-A9C1-6AC8F5F16A51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440372-B513-21CD-1BF5-6D28C4B63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B74A87-8885-D489-D3CE-A9F19B266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12018-4EAF-4625-828D-E07EF995F2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83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AC093F-AE49-8C81-2A54-D07FEFB2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CF0B58C-B7E0-E266-88B2-B6A982AC52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62713D-2DE3-CB35-1ADE-17BE6E070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1D23E-FA8B-4A2A-A9C1-6AC8F5F16A51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100544-4D17-8082-DEA7-7BEAF2BFD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9CC440-94FF-AB3A-B635-3F103640C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12018-4EAF-4625-828D-E07EF995F2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0834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AABC3-EABC-F351-59C4-0AD6701BD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5FF24B-02EC-EBCC-0115-D2062CEA6A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387FE4-2A5F-0ADA-058C-8F917E0035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3D78AA-3207-1E90-B9F4-CA24CEADA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1D23E-FA8B-4A2A-A9C1-6AC8F5F16A51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3D970B4-46B1-33CB-1930-1F2F345C7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534EDA0-269C-259D-562B-AF98AA3FA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12018-4EAF-4625-828D-E07EF995F2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8960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91BBF-BFEE-A027-C6B6-A8F609AD2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17928EE-8D96-71F4-C138-7D4CF0D2EA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4606CB-429C-F9ED-A764-DF29E8CEDB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043297-191B-3B38-B225-240457F316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438673F-53FE-7029-BB3D-B9CBAE6543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FE167A9-AF0C-0D3B-A4CA-F601ABACA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1D23E-FA8B-4A2A-A9C1-6AC8F5F16A51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6865432-F94B-9CB4-B078-B518C0FC9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28CF3A-5DB6-B55B-D787-C34BC1C65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12018-4EAF-4625-828D-E07EF995F2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796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3F3860-E040-ECE4-C327-0B54BAE96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4B5BF5-246A-23B6-674F-D08166BD2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1D23E-FA8B-4A2A-A9C1-6AC8F5F16A51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DE70AED-7F2A-635E-87B7-36441CE2B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87F6B69-D4CB-8719-CF0E-81350232E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12018-4EAF-4625-828D-E07EF995F2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6788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FEDD598-309B-3623-A2E0-08E4E2E5B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1D23E-FA8B-4A2A-A9C1-6AC8F5F16A51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D91E8E3-5366-1F06-2609-5C6F1915A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5DC34-7F2D-86CB-A243-2BBEC41DA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12018-4EAF-4625-828D-E07EF995F2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7942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46B13C-D2C2-B187-5682-604B721E4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63DB05-0D46-C00F-91EC-E6A6C3069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7C8E67C-BB8D-67F8-CDCE-C118BA031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F0124E-1268-E2B8-F5AD-5E12C96D3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1D23E-FA8B-4A2A-A9C1-6AC8F5F16A51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527A363-AD12-2DE5-0C06-A339DCF7B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69BF96-0D10-7877-F693-90CB5AE80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12018-4EAF-4625-828D-E07EF995F2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7940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7B8FF-EA3F-A8E8-48C5-3C0E4DD37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E41B57-6D3A-A550-56F6-5F1170353E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AEA1615-36C6-7D8D-9588-31459DD789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FCA2991-D36D-A01E-6155-3D6B0CA4D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1D23E-FA8B-4A2A-A9C1-6AC8F5F16A51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CE320C2-93D4-E3BF-B1D3-76293628A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223B85-3E5F-FC1D-A6A5-6EAB008C0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12018-4EAF-4625-828D-E07EF995F2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9372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ED9B44-EE3F-34FB-D296-89A599C60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5A65D5-1D9D-A41B-5F4D-F4ED9BE9EC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6295F7-0E16-4F05-003E-8BFAC5A83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1D23E-FA8B-4A2A-A9C1-6AC8F5F16A51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0CC3EA7-5FA7-44BD-F21C-B66426CC9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538DE6-92F0-68DC-C7B1-086F9887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12018-4EAF-4625-828D-E07EF995F2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3310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B0CBDEF-9A3E-4048-1A24-DB1AD83E90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07047E1-25B4-806C-4457-9E2B131B51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F83B5C-BFD5-7BD8-9DB4-99FACC524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1D23E-FA8B-4A2A-A9C1-6AC8F5F16A51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62D660-B0B7-A819-C09A-E845FA292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E8D288-2C6B-8421-E4C4-CA0D47FEE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12018-4EAF-4625-828D-E07EF995F2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4577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90006CC-A9C3-B765-078B-9D63690E8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4BD4D0-611F-70A2-5696-9059EED647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1B1C8C-1D53-D68D-2524-8646301E09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81D23E-FA8B-4A2A-A9C1-6AC8F5F16A51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90E443-7125-3FC2-07B9-DD07C1CDAC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E46644-92D6-21A9-5CF6-972B844227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112018-4EAF-4625-828D-E07EF995F2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90707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CA5B8855-530C-03E5-5F64-3E52E4FC1CC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316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2026-06-27T08:14:58Z</dcterms:created>
  <dcterms:modified xsi:type="dcterms:W3CDTF">2026-06-27T08:14:58Z</dcterms:modified>
</cp:coreProperties>
</file>