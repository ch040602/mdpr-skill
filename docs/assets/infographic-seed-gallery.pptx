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075EA2-EC89-E5BF-2A7D-B26A3A222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0162A1-1CEE-E97E-314B-6EEDED64C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8B682A-0463-BDF0-ACDF-0F12EA77A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CA0BAD-851E-8800-B16C-089459D7D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421C1E-CD4E-858E-B31A-522CEE72A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159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E31650-3503-C46F-2CB8-E47100ED9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351942-B275-DE6E-7FA4-EFAB994F0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F0DEC2-6D9F-FD20-7AF9-2B2B1528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363BC9-B646-FF14-8345-8F5D75AC4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A4C717-B01F-EE3E-C5AF-4492644E2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89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D3C10-B8D6-F3D4-136E-9A1A89718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8E1CEB6-BE5F-39F7-C48C-105B5C8F2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CF2C27-5ADD-CB36-19C7-D5BB81A06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FFF65-FEF9-F859-12EC-2ACCD4DBB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60C091-8F7B-7FD5-58AE-EFB62FC31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0760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DD7F1D-672D-626E-E506-9AC6AE6F5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0BD8D4-0BFF-6481-E476-8150D5ABE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9F7C8-5492-B4D6-3ADE-0DF5E6F400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B38AE6-6B4E-A2A6-674D-FDD419BB6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082CB9-AFF4-D593-46D0-823DE207F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C84236-4E8B-09DD-E77C-4C73B11C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384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87BA4-E64C-1E5C-1496-412A872C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FB4D42-28BA-0619-3B53-8AF2EA35D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74B58D-5D3F-B73A-416E-DCDDF0205B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88F059A-358A-CE61-17C0-30BC4EFC84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E55FDB-4E24-0AB5-9839-6276D03CD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5B64094-62DD-6C9A-B5CE-1E037AE2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2DB02CB-B475-D37E-8923-0F4C89864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10D1F6F-7861-9ADE-EA76-B73E6A33D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879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C6A84-6103-B628-F1CE-9D6314B5C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BF475D-9968-AE0B-21D1-CC7E5AC3C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111727-50DC-C1F7-8B7F-A320E5190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C0E580-C055-0E7E-B848-F3318A263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7131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944C1C1-D45D-52AA-D9D0-33CE6F23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D9624E-7FA2-32FE-DBFF-991078ECF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A1E20-24C6-E907-1DDD-2DD24C2C1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286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D08758-AA65-7ADE-F64E-E21DF756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678E70-B422-55FD-B9B4-85A80B2B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4A1DF3-4466-753E-83C7-566F81BBA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D95D50-4CBA-11FF-D57C-71554B17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AB5E5A-9B49-9D4B-E9E1-A3A8022E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823482-AA09-C356-6371-5F4E0BE88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071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8B3F3E-8E18-3B5E-537D-9B4E62D44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CDCC459-14A6-344C-DA60-58BDDF206C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65A49C-D7EC-3FFC-3FB1-96417A2DA4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6D87E3-AE9D-2BE7-D4E3-D0BE4B24B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A626E5-CD22-C252-FB36-A9365BC3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F70B85-4ACF-37DF-B108-2B88742F7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858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A0189-C702-905A-7F02-2F4F3B8DC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AD8902-8075-C0C7-07D8-5E6857FBB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C78626-0F0D-7552-5600-6C0E69BAD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3A5C3-D42B-9AA5-5594-8406AC57D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512034-3AF3-A1DF-DE7F-91286D34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371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0EAEE2E-5B56-2B9D-3418-18AFD5C982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3287091-EC84-0FE5-8BA2-140B9D342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401FB3-6761-3EED-FF2E-03D2AD3C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574D69-FF8C-CBF7-BC9D-CD410F6FE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516008-A244-0851-2341-A0C1CE68F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657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25DCED9-0C47-E5E1-CDF0-CA7318AD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593AD9-C64F-AE3C-5D10-B247C3FCC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152DCA-0CDB-9BFB-2C9A-559A12A0DC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554CDD-2511-4C84-938F-E8C857FD2168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385857-926B-5046-D93D-2D46BCB947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55873B-97BE-1F92-F1D3-47EB1DD76C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A6F9A-BD14-43E8-81A1-DCF1143462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00238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2CFB4E2E-B893-3546-29CB-CA61CB90F8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25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2026-06-24T10:29:15Z</dcterms:created>
  <dcterms:modified xsi:type="dcterms:W3CDTF">2026-06-24T10:29:15Z</dcterms:modified>
</cp:coreProperties>
</file>