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1EE180-F68C-0F8F-F329-C3DFA1973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9ECF775-25CA-38EB-F507-2B4811783D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F27E41-D246-3DBE-B9D1-41D8C70D5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4502D-BAF6-47B7-AB3A-2796AB2A8381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89DDF3-0543-A81A-6FE1-AE680A642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96A2FC-8EB2-432C-F087-4ECC46F5A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85E95-D9D0-4091-9678-07206B4677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9109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8775F7-9699-9159-82DF-B57F92148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B93D71-BEEB-3EE2-0104-9A1FE0D422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187070-4182-A7F1-43A0-EDCE2DC59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4502D-BAF6-47B7-AB3A-2796AB2A8381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41B3C3-12E2-B2B7-7E84-E153D5E3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EAEB91-8E5C-E213-1D16-572128A8E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85E95-D9D0-4091-9678-07206B4677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0934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670D05-56BF-E924-6F61-5858A25D9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450D19F-6530-2BF4-D782-6EAB0A4E6C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42D3C0-95BB-7DA6-B1DD-44F830079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4502D-BAF6-47B7-AB3A-2796AB2A8381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EA7A7E-6A5E-3B96-DCBF-E6A1D0DDE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BD2322-E4E9-32E9-6616-3923B78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85E95-D9D0-4091-9678-07206B4677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940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3FF42C-9816-09B2-486B-2AD2AD322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1997A8-4E2A-3E0D-05B3-1BA88D7BC9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0F859A-6D6E-839D-4DBD-E29EA0BE57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4189A1-5342-1926-767B-508E659C2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4502D-BAF6-47B7-AB3A-2796AB2A8381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2B3340B-8567-D578-DCA4-4C65DB1C7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46C01C-3FA9-4DBA-ED22-8F01C7682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85E95-D9D0-4091-9678-07206B4677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2246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855F7E-249F-C9CA-2A03-126A9BAB7F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246D5B2-96BC-A945-992B-D610255ED9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9D3E4A-5CE6-04EF-C98E-6D6014E212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43F9A7C-AB53-6BF9-9635-B1CD90A069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7E35050-3E80-BD34-E53D-EFA7EE5F21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BC10648-7906-71FB-38B3-05D85755F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4502D-BAF6-47B7-AB3A-2796AB2A8381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D556029-5948-642A-2019-129638AB7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CFEDA29-981B-ADA7-365C-D56E836EF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85E95-D9D0-4091-9678-07206B4677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96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802B00-3911-6500-0A6E-2EEF74C60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3C48DCE-0B08-0EB8-FD3E-0150FB792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4502D-BAF6-47B7-AB3A-2796AB2A8381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B08D673-E02A-7291-A60B-6195AE3D4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8B11619-F49B-59AE-4518-5155D007C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85E95-D9D0-4091-9678-07206B4677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6922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054E837-7697-D164-DC38-0ADFE6B9F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4502D-BAF6-47B7-AB3A-2796AB2A8381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D1EB219-AE54-3D72-9341-61602DC3D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D28245-3649-1657-2073-8571CDD0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85E95-D9D0-4091-9678-07206B4677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3530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8C53F7-FAA6-0FC4-80E6-F0009E7DB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F3263C-0D5D-470F-8B73-A6600505C2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398FFD3-D9C4-9ADD-C5D2-C3823BEE13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F9CE662-7B56-972A-2A5C-DE8F4649B7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4502D-BAF6-47B7-AB3A-2796AB2A8381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4C3AFB5-E21D-4795-B8D6-61FDE4691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71D7374-8C49-EAA6-8B3D-275AC572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85E95-D9D0-4091-9678-07206B4677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0524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C653AA-AAA1-20C0-B1B9-13FA1FAEC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FFC955E-ACAC-BA79-B09A-0EFADD47AF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3D559A1-D9C7-3D87-FBB9-7C939C2CA7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25DE7-CF82-6478-D01C-963EA8FA7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4502D-BAF6-47B7-AB3A-2796AB2A8381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082F82-6483-5A97-B225-91EAB6C23F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793F33-C1C8-5F6A-876B-B915ABB1A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85E95-D9D0-4091-9678-07206B4677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7156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1B0B4F-7633-1E6B-FD0D-37C912334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2C37E4A-7164-A4C4-106D-F6C9CCC2A3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A60175A-888C-8D56-52EB-F267D52A8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4502D-BAF6-47B7-AB3A-2796AB2A8381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882A93-5C9C-B317-5BA1-707F14786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50248D6-77AC-E18B-6121-7CAA826AF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85E95-D9D0-4091-9678-07206B4677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3007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7EFD382-4F57-C132-8F1A-36F968B3D6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D13D1BC-CDEE-F170-196B-CA35665D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E3C5D8-5C4D-440B-23CC-7437A1CAA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4502D-BAF6-47B7-AB3A-2796AB2A8381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4776-79E4-41E9-A40C-6759FB065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DAB54E-71DD-0531-4C34-EF40E6E80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85E95-D9D0-4091-9678-07206B4677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7728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54EB64E-E07E-3C12-4CE9-3BAAD4295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9FFEDF-70B8-1737-2948-65AF8B6A4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887661-2D25-15C7-B5B0-5C2EEFB7FB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54502D-BAF6-47B7-AB3A-2796AB2A8381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E71E39-D980-1D92-B57E-286DA0F8E0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0327F1-8CB3-F1FC-66CF-CC88A922B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F85E95-D9D0-4091-9678-07206B4677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074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z00_grid_top">
            <a:extLst>
              <a:ext uri="{FF2B5EF4-FFF2-40B4-BE49-F238E27FC236}">
                <a16:creationId xmlns:a16="http://schemas.microsoft.com/office/drawing/2014/main" id="{E5465AEA-1E5C-D4B7-4932-E79EA3BAC6BD}"/>
              </a:ext>
            </a:extLst>
          </p:cNvPr>
          <p:cNvCxnSpPr/>
          <p:nvPr/>
        </p:nvCxnSpPr>
        <p:spPr>
          <a:xfrm>
            <a:off x="627001" y="1099085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z00_grid_bottom">
            <a:extLst>
              <a:ext uri="{FF2B5EF4-FFF2-40B4-BE49-F238E27FC236}">
                <a16:creationId xmlns:a16="http://schemas.microsoft.com/office/drawing/2014/main" id="{A84A1B99-1BD5-11AC-1E37-E445B28E6F55}"/>
              </a:ext>
            </a:extLst>
          </p:cNvPr>
          <p:cNvCxnSpPr/>
          <p:nvPr/>
        </p:nvCxnSpPr>
        <p:spPr>
          <a:xfrm>
            <a:off x="627001" y="5198845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z00_grid_v_0">
            <a:extLst>
              <a:ext uri="{FF2B5EF4-FFF2-40B4-BE49-F238E27FC236}">
                <a16:creationId xmlns:a16="http://schemas.microsoft.com/office/drawing/2014/main" id="{99BCAA5B-DC75-2D16-30DB-B6D29E600ECD}"/>
              </a:ext>
            </a:extLst>
          </p:cNvPr>
          <p:cNvCxnSpPr/>
          <p:nvPr/>
        </p:nvCxnSpPr>
        <p:spPr>
          <a:xfrm>
            <a:off x="3330945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z00_grid_v_1">
            <a:extLst>
              <a:ext uri="{FF2B5EF4-FFF2-40B4-BE49-F238E27FC236}">
                <a16:creationId xmlns:a16="http://schemas.microsoft.com/office/drawing/2014/main" id="{71BA9925-9425-9EE8-67E6-A16A544378A5}"/>
              </a:ext>
            </a:extLst>
          </p:cNvPr>
          <p:cNvCxnSpPr/>
          <p:nvPr/>
        </p:nvCxnSpPr>
        <p:spPr>
          <a:xfrm>
            <a:off x="5838951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z00_grid_v_2">
            <a:extLst>
              <a:ext uri="{FF2B5EF4-FFF2-40B4-BE49-F238E27FC236}">
                <a16:creationId xmlns:a16="http://schemas.microsoft.com/office/drawing/2014/main" id="{61C7EE6F-912F-B5B0-91A6-7AABC9DE4203}"/>
              </a:ext>
            </a:extLst>
          </p:cNvPr>
          <p:cNvCxnSpPr/>
          <p:nvPr/>
        </p:nvCxnSpPr>
        <p:spPr>
          <a:xfrm>
            <a:off x="9857856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header_title">
            <a:extLst>
              <a:ext uri="{FF2B5EF4-FFF2-40B4-BE49-F238E27FC236}">
                <a16:creationId xmlns:a16="http://schemas.microsoft.com/office/drawing/2014/main" id="{684C5AA4-69A2-19D3-414D-F6A51836F05B}"/>
              </a:ext>
            </a:extLst>
          </p:cNvPr>
          <p:cNvSpPr txBox="1"/>
          <p:nvPr/>
        </p:nvSpPr>
        <p:spPr>
          <a:xfrm>
            <a:off x="592168" y="401253"/>
            <a:ext cx="714085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2774" b="1">
                <a:solidFill>
                  <a:srgbClr val="111827"/>
                </a:solidFill>
                <a:latin typeface="Aptos" panose="020B0004020202020204" pitchFamily="34" charset="0"/>
              </a:rPr>
              <a:t>MDPR Deterministic Presentation Pipeline</a:t>
            </a:r>
            <a:endParaRPr lang="ko-KR" altLang="en-US" sz="2774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" name="header_subtitle">
            <a:extLst>
              <a:ext uri="{FF2B5EF4-FFF2-40B4-BE49-F238E27FC236}">
                <a16:creationId xmlns:a16="http://schemas.microsoft.com/office/drawing/2014/main" id="{8CD78699-A566-8215-5400-35572E4F4890}"/>
              </a:ext>
            </a:extLst>
          </p:cNvPr>
          <p:cNvSpPr txBox="1"/>
          <p:nvPr/>
        </p:nvSpPr>
        <p:spPr>
          <a:xfrm>
            <a:off x="592168" y="785061"/>
            <a:ext cx="1018877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>
                <a:solidFill>
                  <a:srgbClr val="64748B"/>
                </a:solidFill>
                <a:latin typeface="Aptos" panose="020B0004020202020204" pitchFamily="34" charset="0"/>
              </a:rPr>
              <a:t>Markdown becomes coherent PPTX/HTML/PDF through MDPR rules; mdpr-skill can add compact reasoning hints but never owns final design.</a:t>
            </a:r>
            <a:endParaRPr lang="ko-KR" altLang="en-US" sz="124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9" name="zone_content_panel">
            <a:extLst>
              <a:ext uri="{FF2B5EF4-FFF2-40B4-BE49-F238E27FC236}">
                <a16:creationId xmlns:a16="http://schemas.microsoft.com/office/drawing/2014/main" id="{A0CE7984-1CFE-5E57-2757-ED5F6F208624}"/>
              </a:ext>
            </a:extLst>
          </p:cNvPr>
          <p:cNvSpPr/>
          <p:nvPr/>
        </p:nvSpPr>
        <p:spPr>
          <a:xfrm>
            <a:off x="783752" y="1308434"/>
            <a:ext cx="2438339" cy="3750845"/>
          </a:xfrm>
          <a:prstGeom prst="roundRect">
            <a:avLst>
              <a:gd name="adj" fmla="val 5714"/>
            </a:avLst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zone_content_title">
            <a:extLst>
              <a:ext uri="{FF2B5EF4-FFF2-40B4-BE49-F238E27FC236}">
                <a16:creationId xmlns:a16="http://schemas.microsoft.com/office/drawing/2014/main" id="{F32AD359-4533-9E10-6FF2-3DC9B369EF07}"/>
              </a:ext>
            </a:extLst>
          </p:cNvPr>
          <p:cNvSpPr txBox="1"/>
          <p:nvPr/>
        </p:nvSpPr>
        <p:spPr>
          <a:xfrm>
            <a:off x="992752" y="1517784"/>
            <a:ext cx="2020338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334155"/>
                </a:solidFill>
                <a:latin typeface="Aptos" panose="020B0004020202020204" pitchFamily="34" charset="0"/>
              </a:rPr>
              <a:t>1. Content Contract</a:t>
            </a:r>
            <a:endParaRPr lang="ko-KR" altLang="en-US" sz="146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1" name="zone_content_subtitle">
            <a:extLst>
              <a:ext uri="{FF2B5EF4-FFF2-40B4-BE49-F238E27FC236}">
                <a16:creationId xmlns:a16="http://schemas.microsoft.com/office/drawing/2014/main" id="{2EB65036-D423-B6BC-3BF2-D17C5B5E70AA}"/>
              </a:ext>
            </a:extLst>
          </p:cNvPr>
          <p:cNvSpPr txBox="1"/>
          <p:nvPr/>
        </p:nvSpPr>
        <p:spPr>
          <a:xfrm>
            <a:off x="992752" y="1814362"/>
            <a:ext cx="2020338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semantic structure only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2" name="zone_reasoning_panel">
            <a:extLst>
              <a:ext uri="{FF2B5EF4-FFF2-40B4-BE49-F238E27FC236}">
                <a16:creationId xmlns:a16="http://schemas.microsoft.com/office/drawing/2014/main" id="{D3BF3DCE-A2A7-4CE5-3A04-F19681EADFE3}"/>
              </a:ext>
            </a:extLst>
          </p:cNvPr>
          <p:cNvSpPr/>
          <p:nvPr/>
        </p:nvSpPr>
        <p:spPr>
          <a:xfrm>
            <a:off x="3439800" y="1308434"/>
            <a:ext cx="2351255" cy="3750845"/>
          </a:xfrm>
          <a:prstGeom prst="roundRect">
            <a:avLst>
              <a:gd name="adj" fmla="val 5926"/>
            </a:avLst>
          </a:prstGeom>
          <a:solidFill>
            <a:srgbClr val="FFF3DE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zone_reasoning_title">
            <a:extLst>
              <a:ext uri="{FF2B5EF4-FFF2-40B4-BE49-F238E27FC236}">
                <a16:creationId xmlns:a16="http://schemas.microsoft.com/office/drawing/2014/main" id="{04375A67-7FD3-5B90-7F1D-B728A734A3C8}"/>
              </a:ext>
            </a:extLst>
          </p:cNvPr>
          <p:cNvSpPr txBox="1"/>
          <p:nvPr/>
        </p:nvSpPr>
        <p:spPr>
          <a:xfrm>
            <a:off x="3648800" y="1517784"/>
            <a:ext cx="193325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8B4E16"/>
                </a:solidFill>
                <a:latin typeface="Aptos" panose="020B0004020202020204" pitchFamily="34" charset="0"/>
              </a:rPr>
              <a:t>2. Agent Hints</a:t>
            </a:r>
            <a:endParaRPr lang="ko-KR" altLang="en-US" sz="1460" b="1">
              <a:solidFill>
                <a:srgbClr val="8B4E16"/>
              </a:solidFill>
              <a:latin typeface="Aptos" panose="020B0004020202020204" pitchFamily="34" charset="0"/>
            </a:endParaRPr>
          </a:p>
        </p:txBody>
      </p:sp>
      <p:sp>
        <p:nvSpPr>
          <p:cNvPr id="14" name="zone_reasoning_subtitle">
            <a:extLst>
              <a:ext uri="{FF2B5EF4-FFF2-40B4-BE49-F238E27FC236}">
                <a16:creationId xmlns:a16="http://schemas.microsoft.com/office/drawing/2014/main" id="{0DFC509E-A402-BDF1-EB8B-68C5C304AA00}"/>
              </a:ext>
            </a:extLst>
          </p:cNvPr>
          <p:cNvSpPr txBox="1"/>
          <p:nvPr/>
        </p:nvSpPr>
        <p:spPr>
          <a:xfrm>
            <a:off x="3648800" y="1814362"/>
            <a:ext cx="193325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small optional tags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5" name="zone_rules_panel">
            <a:extLst>
              <a:ext uri="{FF2B5EF4-FFF2-40B4-BE49-F238E27FC236}">
                <a16:creationId xmlns:a16="http://schemas.microsoft.com/office/drawing/2014/main" id="{B9DAF943-C66A-AD21-1CC3-36568E03D3B1}"/>
              </a:ext>
            </a:extLst>
          </p:cNvPr>
          <p:cNvSpPr/>
          <p:nvPr/>
        </p:nvSpPr>
        <p:spPr>
          <a:xfrm>
            <a:off x="5886847" y="1308434"/>
            <a:ext cx="3901343" cy="3750845"/>
          </a:xfrm>
          <a:prstGeom prst="roundRect">
            <a:avLst>
              <a:gd name="adj" fmla="val 3715"/>
            </a:avLst>
          </a:prstGeom>
          <a:solidFill>
            <a:srgbClr val="EAF7F3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zone_rules_title">
            <a:extLst>
              <a:ext uri="{FF2B5EF4-FFF2-40B4-BE49-F238E27FC236}">
                <a16:creationId xmlns:a16="http://schemas.microsoft.com/office/drawing/2014/main" id="{9D9E661B-F100-F20D-76B6-31C208D14A27}"/>
              </a:ext>
            </a:extLst>
          </p:cNvPr>
          <p:cNvSpPr txBox="1"/>
          <p:nvPr/>
        </p:nvSpPr>
        <p:spPr>
          <a:xfrm>
            <a:off x="6095848" y="1517784"/>
            <a:ext cx="34833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115E59"/>
                </a:solidFill>
                <a:latin typeface="Aptos" panose="020B0004020202020204" pitchFamily="34" charset="0"/>
              </a:rPr>
              <a:t>3. MDPR Design Rules</a:t>
            </a:r>
            <a:endParaRPr lang="ko-KR" altLang="en-US" sz="1460" b="1">
              <a:solidFill>
                <a:srgbClr val="115E59"/>
              </a:solidFill>
              <a:latin typeface="Aptos" panose="020B0004020202020204" pitchFamily="34" charset="0"/>
            </a:endParaRPr>
          </a:p>
        </p:txBody>
      </p:sp>
      <p:sp>
        <p:nvSpPr>
          <p:cNvPr id="17" name="zone_rules_subtitle">
            <a:extLst>
              <a:ext uri="{FF2B5EF4-FFF2-40B4-BE49-F238E27FC236}">
                <a16:creationId xmlns:a16="http://schemas.microsoft.com/office/drawing/2014/main" id="{90CD746A-60F2-D590-482F-CEF2914E1891}"/>
              </a:ext>
            </a:extLst>
          </p:cNvPr>
          <p:cNvSpPr txBox="1"/>
          <p:nvPr/>
        </p:nvSpPr>
        <p:spPr>
          <a:xfrm>
            <a:off x="6095848" y="1814362"/>
            <a:ext cx="34833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final visual choices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8" name="zone_outputs_panel">
            <a:extLst>
              <a:ext uri="{FF2B5EF4-FFF2-40B4-BE49-F238E27FC236}">
                <a16:creationId xmlns:a16="http://schemas.microsoft.com/office/drawing/2014/main" id="{690448F8-A9B4-ED1B-103F-34C021BB0438}"/>
              </a:ext>
            </a:extLst>
          </p:cNvPr>
          <p:cNvSpPr/>
          <p:nvPr/>
        </p:nvSpPr>
        <p:spPr>
          <a:xfrm>
            <a:off x="9927523" y="1308434"/>
            <a:ext cx="2002922" cy="3750845"/>
          </a:xfrm>
          <a:prstGeom prst="roundRect">
            <a:avLst>
              <a:gd name="adj" fmla="val 6957"/>
            </a:avLst>
          </a:prstGeom>
          <a:solidFill>
            <a:srgbClr val="F1F0FA"/>
          </a:solidFill>
          <a:ln w="12627">
            <a:solidFill>
              <a:srgbClr val="B8B5E6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zone_outputs_title">
            <a:extLst>
              <a:ext uri="{FF2B5EF4-FFF2-40B4-BE49-F238E27FC236}">
                <a16:creationId xmlns:a16="http://schemas.microsoft.com/office/drawing/2014/main" id="{65D55301-42CA-0324-A9A7-6DE2F78A5B51}"/>
              </a:ext>
            </a:extLst>
          </p:cNvPr>
          <p:cNvSpPr txBox="1"/>
          <p:nvPr/>
        </p:nvSpPr>
        <p:spPr>
          <a:xfrm>
            <a:off x="10136524" y="1517784"/>
            <a:ext cx="1584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4338CA"/>
                </a:solidFill>
                <a:latin typeface="Aptos" panose="020B0004020202020204" pitchFamily="34" charset="0"/>
              </a:rPr>
              <a:t>4. Outputs</a:t>
            </a:r>
            <a:endParaRPr lang="ko-KR" altLang="en-US" sz="1460" b="1">
              <a:solidFill>
                <a:srgbClr val="4338CA"/>
              </a:solidFill>
              <a:latin typeface="Aptos" panose="020B0004020202020204" pitchFamily="34" charset="0"/>
            </a:endParaRPr>
          </a:p>
        </p:txBody>
      </p:sp>
      <p:sp>
        <p:nvSpPr>
          <p:cNvPr id="20" name="zone_outputs_subtitle">
            <a:extLst>
              <a:ext uri="{FF2B5EF4-FFF2-40B4-BE49-F238E27FC236}">
                <a16:creationId xmlns:a16="http://schemas.microsoft.com/office/drawing/2014/main" id="{11C0644F-70FE-6C30-F170-21AFCD724BC1}"/>
              </a:ext>
            </a:extLst>
          </p:cNvPr>
          <p:cNvSpPr txBox="1"/>
          <p:nvPr/>
        </p:nvSpPr>
        <p:spPr>
          <a:xfrm>
            <a:off x="10136524" y="1814362"/>
            <a:ext cx="1584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PPTX, HTML, PDF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cxnSp>
        <p:nvCxnSpPr>
          <p:cNvPr id="21" name="main_start_markdown">
            <a:extLst>
              <a:ext uri="{FF2B5EF4-FFF2-40B4-BE49-F238E27FC236}">
                <a16:creationId xmlns:a16="http://schemas.microsoft.com/office/drawing/2014/main" id="{18432FFB-0EA4-D814-0E36-2C0BA342B00D}"/>
              </a:ext>
            </a:extLst>
          </p:cNvPr>
          <p:cNvCxnSpPr/>
          <p:nvPr/>
        </p:nvCxnSpPr>
        <p:spPr>
          <a:xfrm>
            <a:off x="2002921" y="2477302"/>
            <a:ext cx="0" cy="20935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main_markdown_splitter">
            <a:extLst>
              <a:ext uri="{FF2B5EF4-FFF2-40B4-BE49-F238E27FC236}">
                <a16:creationId xmlns:a16="http://schemas.microsoft.com/office/drawing/2014/main" id="{3415D0AA-45BF-6334-8577-EC5147DD5DAE}"/>
              </a:ext>
            </a:extLst>
          </p:cNvPr>
          <p:cNvCxnSpPr/>
          <p:nvPr/>
        </p:nvCxnSpPr>
        <p:spPr>
          <a:xfrm>
            <a:off x="2002921" y="3628724"/>
            <a:ext cx="0" cy="279133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main_splitter_ir_seg_1">
            <a:extLst>
              <a:ext uri="{FF2B5EF4-FFF2-40B4-BE49-F238E27FC236}">
                <a16:creationId xmlns:a16="http://schemas.microsoft.com/office/drawing/2014/main" id="{0B57A9EA-A940-F00A-6657-94DE6EEE69DD}"/>
              </a:ext>
            </a:extLst>
          </p:cNvPr>
          <p:cNvCxnSpPr/>
          <p:nvPr/>
        </p:nvCxnSpPr>
        <p:spPr>
          <a:xfrm>
            <a:off x="2995674" y="4396339"/>
            <a:ext cx="330917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main_splitter_ir_seg_2">
            <a:extLst>
              <a:ext uri="{FF2B5EF4-FFF2-40B4-BE49-F238E27FC236}">
                <a16:creationId xmlns:a16="http://schemas.microsoft.com/office/drawing/2014/main" id="{82A5E6D7-BA58-DC73-8BC8-47FC999401F5}"/>
              </a:ext>
            </a:extLst>
          </p:cNvPr>
          <p:cNvCxnSpPr/>
          <p:nvPr/>
        </p:nvCxnSpPr>
        <p:spPr>
          <a:xfrm flipV="1">
            <a:off x="3326591" y="2534001"/>
            <a:ext cx="0" cy="1862338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main_splitter_ir_seg_3">
            <a:extLst>
              <a:ext uri="{FF2B5EF4-FFF2-40B4-BE49-F238E27FC236}">
                <a16:creationId xmlns:a16="http://schemas.microsoft.com/office/drawing/2014/main" id="{47BCEB5D-9DBF-BCD2-B7E0-91CE70ADA652}"/>
              </a:ext>
            </a:extLst>
          </p:cNvPr>
          <p:cNvCxnSpPr/>
          <p:nvPr/>
        </p:nvCxnSpPr>
        <p:spPr>
          <a:xfrm>
            <a:off x="3326591" y="2534001"/>
            <a:ext cx="330918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hint_ir_reasoning">
            <a:extLst>
              <a:ext uri="{FF2B5EF4-FFF2-40B4-BE49-F238E27FC236}">
                <a16:creationId xmlns:a16="http://schemas.microsoft.com/office/drawing/2014/main" id="{D1643211-C052-AA8D-1177-E5F737A89CC0}"/>
              </a:ext>
            </a:extLst>
          </p:cNvPr>
          <p:cNvCxnSpPr/>
          <p:nvPr/>
        </p:nvCxnSpPr>
        <p:spPr>
          <a:xfrm>
            <a:off x="4615428" y="2991953"/>
            <a:ext cx="0" cy="49720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main_ir_rules">
            <a:extLst>
              <a:ext uri="{FF2B5EF4-FFF2-40B4-BE49-F238E27FC236}">
                <a16:creationId xmlns:a16="http://schemas.microsoft.com/office/drawing/2014/main" id="{DA3829FA-0CE6-7134-D2C1-FA776DB6FBCC}"/>
              </a:ext>
            </a:extLst>
          </p:cNvPr>
          <p:cNvCxnSpPr/>
          <p:nvPr/>
        </p:nvCxnSpPr>
        <p:spPr>
          <a:xfrm>
            <a:off x="5573346" y="2534001"/>
            <a:ext cx="653127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hint_reasoning_rules_seg_1">
            <a:extLst>
              <a:ext uri="{FF2B5EF4-FFF2-40B4-BE49-F238E27FC236}">
                <a16:creationId xmlns:a16="http://schemas.microsoft.com/office/drawing/2014/main" id="{21C95DD0-CD15-3016-384C-3E6FFDB76B6B}"/>
              </a:ext>
            </a:extLst>
          </p:cNvPr>
          <p:cNvCxnSpPr/>
          <p:nvPr/>
        </p:nvCxnSpPr>
        <p:spPr>
          <a:xfrm>
            <a:off x="5573346" y="4186989"/>
            <a:ext cx="330918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hint_reasoning_rules_seg_2">
            <a:extLst>
              <a:ext uri="{FF2B5EF4-FFF2-40B4-BE49-F238E27FC236}">
                <a16:creationId xmlns:a16="http://schemas.microsoft.com/office/drawing/2014/main" id="{458CFFA3-5025-A042-BE97-60B1EED189A2}"/>
              </a:ext>
            </a:extLst>
          </p:cNvPr>
          <p:cNvCxnSpPr/>
          <p:nvPr/>
        </p:nvCxnSpPr>
        <p:spPr>
          <a:xfrm flipV="1">
            <a:off x="5904264" y="3453394"/>
            <a:ext cx="0" cy="73359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hint_reasoning_rules_seg_3">
            <a:extLst>
              <a:ext uri="{FF2B5EF4-FFF2-40B4-BE49-F238E27FC236}">
                <a16:creationId xmlns:a16="http://schemas.microsoft.com/office/drawing/2014/main" id="{EF96B48D-1501-5662-1D22-A23C39D350FA}"/>
              </a:ext>
            </a:extLst>
          </p:cNvPr>
          <p:cNvCxnSpPr/>
          <p:nvPr/>
        </p:nvCxnSpPr>
        <p:spPr>
          <a:xfrm>
            <a:off x="5904264" y="3453394"/>
            <a:ext cx="156750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ule_features_recipes">
            <a:extLst>
              <a:ext uri="{FF2B5EF4-FFF2-40B4-BE49-F238E27FC236}">
                <a16:creationId xmlns:a16="http://schemas.microsoft.com/office/drawing/2014/main" id="{9F9991F0-49AC-F1BA-BD1A-088437613539}"/>
              </a:ext>
            </a:extLst>
          </p:cNvPr>
          <p:cNvCxnSpPr/>
          <p:nvPr/>
        </p:nvCxnSpPr>
        <p:spPr>
          <a:xfrm>
            <a:off x="7140850" y="349788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ule_recipes_theme">
            <a:extLst>
              <a:ext uri="{FF2B5EF4-FFF2-40B4-BE49-F238E27FC236}">
                <a16:creationId xmlns:a16="http://schemas.microsoft.com/office/drawing/2014/main" id="{81C26DF0-C395-77E6-71BB-9A6A29FD166B}"/>
              </a:ext>
            </a:extLst>
          </p:cNvPr>
          <p:cNvCxnSpPr/>
          <p:nvPr/>
        </p:nvCxnSpPr>
        <p:spPr>
          <a:xfrm>
            <a:off x="8377436" y="349788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ule_features_compose">
            <a:extLst>
              <a:ext uri="{FF2B5EF4-FFF2-40B4-BE49-F238E27FC236}">
                <a16:creationId xmlns:a16="http://schemas.microsoft.com/office/drawing/2014/main" id="{86A81AFD-4F9F-E619-62C1-356EC3A4201E}"/>
              </a:ext>
            </a:extLst>
          </p:cNvPr>
          <p:cNvCxnSpPr/>
          <p:nvPr/>
        </p:nvCxnSpPr>
        <p:spPr>
          <a:xfrm>
            <a:off x="6600932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ule_recipes_objects">
            <a:extLst>
              <a:ext uri="{FF2B5EF4-FFF2-40B4-BE49-F238E27FC236}">
                <a16:creationId xmlns:a16="http://schemas.microsoft.com/office/drawing/2014/main" id="{7D07FD12-CEE7-E6BD-1AE3-B2F89F5E0CB3}"/>
              </a:ext>
            </a:extLst>
          </p:cNvPr>
          <p:cNvCxnSpPr/>
          <p:nvPr/>
        </p:nvCxnSpPr>
        <p:spPr>
          <a:xfrm>
            <a:off x="7837519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ule_theme_decorate">
            <a:extLst>
              <a:ext uri="{FF2B5EF4-FFF2-40B4-BE49-F238E27FC236}">
                <a16:creationId xmlns:a16="http://schemas.microsoft.com/office/drawing/2014/main" id="{721ECD61-8763-65F4-355B-1529A113EA7B}"/>
              </a:ext>
            </a:extLst>
          </p:cNvPr>
          <p:cNvCxnSpPr/>
          <p:nvPr/>
        </p:nvCxnSpPr>
        <p:spPr>
          <a:xfrm>
            <a:off x="9074104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ule_compose_objects">
            <a:extLst>
              <a:ext uri="{FF2B5EF4-FFF2-40B4-BE49-F238E27FC236}">
                <a16:creationId xmlns:a16="http://schemas.microsoft.com/office/drawing/2014/main" id="{5395B7F1-EE92-2586-BC00-0C794F7B2A48}"/>
              </a:ext>
            </a:extLst>
          </p:cNvPr>
          <p:cNvCxnSpPr/>
          <p:nvPr/>
        </p:nvCxnSpPr>
        <p:spPr>
          <a:xfrm>
            <a:off x="7140850" y="449229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ule_objects_decorate">
            <a:extLst>
              <a:ext uri="{FF2B5EF4-FFF2-40B4-BE49-F238E27FC236}">
                <a16:creationId xmlns:a16="http://schemas.microsoft.com/office/drawing/2014/main" id="{0D4E49CF-6512-54B6-DA27-CBFE36DDE63F}"/>
              </a:ext>
            </a:extLst>
          </p:cNvPr>
          <p:cNvCxnSpPr/>
          <p:nvPr/>
        </p:nvCxnSpPr>
        <p:spPr>
          <a:xfrm>
            <a:off x="8377436" y="449229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main_rules_styled_ir">
            <a:extLst>
              <a:ext uri="{FF2B5EF4-FFF2-40B4-BE49-F238E27FC236}">
                <a16:creationId xmlns:a16="http://schemas.microsoft.com/office/drawing/2014/main" id="{0FAE588D-3A30-6F57-AD05-4AD758DC193E}"/>
              </a:ext>
            </a:extLst>
          </p:cNvPr>
          <p:cNvCxnSpPr/>
          <p:nvPr/>
        </p:nvCxnSpPr>
        <p:spPr>
          <a:xfrm>
            <a:off x="9448564" y="2534001"/>
            <a:ext cx="627002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main_styled_renderers">
            <a:extLst>
              <a:ext uri="{FF2B5EF4-FFF2-40B4-BE49-F238E27FC236}">
                <a16:creationId xmlns:a16="http://schemas.microsoft.com/office/drawing/2014/main" id="{015A4E84-2E1B-3ABA-400A-CFD57803C7D7}"/>
              </a:ext>
            </a:extLst>
          </p:cNvPr>
          <p:cNvCxnSpPr/>
          <p:nvPr/>
        </p:nvCxnSpPr>
        <p:spPr>
          <a:xfrm>
            <a:off x="10928984" y="2991953"/>
            <a:ext cx="0" cy="409976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validation_loop">
            <a:extLst>
              <a:ext uri="{FF2B5EF4-FFF2-40B4-BE49-F238E27FC236}">
                <a16:creationId xmlns:a16="http://schemas.microsoft.com/office/drawing/2014/main" id="{0A451939-0B35-FE26-B5C0-56C14DD37CD9}"/>
              </a:ext>
            </a:extLst>
          </p:cNvPr>
          <p:cNvCxnSpPr/>
          <p:nvPr/>
        </p:nvCxnSpPr>
        <p:spPr>
          <a:xfrm>
            <a:off x="10928984" y="4317833"/>
            <a:ext cx="0" cy="95952"/>
          </a:xfrm>
          <a:prstGeom prst="line">
            <a:avLst/>
          </a:prstGeom>
          <a:ln w="23749">
            <a:solidFill>
              <a:srgbClr val="BE123C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source_chip">
            <a:extLst>
              <a:ext uri="{FF2B5EF4-FFF2-40B4-BE49-F238E27FC236}">
                <a16:creationId xmlns:a16="http://schemas.microsoft.com/office/drawing/2014/main" id="{524A9D70-1489-6819-C4F5-FAF4A5DEB750}"/>
              </a:ext>
            </a:extLst>
          </p:cNvPr>
          <p:cNvSpPr/>
          <p:nvPr/>
        </p:nvSpPr>
        <p:spPr>
          <a:xfrm>
            <a:off x="1654587" y="2163278"/>
            <a:ext cx="696669" cy="314024"/>
          </a:xfrm>
          <a:prstGeom prst="roundRect">
            <a:avLst>
              <a:gd name="adj" fmla="val 44370"/>
            </a:avLst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source_chip_text">
            <a:extLst>
              <a:ext uri="{FF2B5EF4-FFF2-40B4-BE49-F238E27FC236}">
                <a16:creationId xmlns:a16="http://schemas.microsoft.com/office/drawing/2014/main" id="{2D445D16-DD1E-4CD3-9C5B-3DD7542CF8F5}"/>
              </a:ext>
            </a:extLst>
          </p:cNvPr>
          <p:cNvSpPr txBox="1"/>
          <p:nvPr/>
        </p:nvSpPr>
        <p:spPr>
          <a:xfrm>
            <a:off x="1724254" y="2163278"/>
            <a:ext cx="557335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334155"/>
                </a:solidFill>
                <a:latin typeface="Aptos" panose="020B0004020202020204" pitchFamily="34" charset="0"/>
              </a:rPr>
              <a:t>source</a:t>
            </a:r>
            <a:endParaRPr lang="ko-KR" altLang="en-US" sz="98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43" name="markdown_card">
            <a:extLst>
              <a:ext uri="{FF2B5EF4-FFF2-40B4-BE49-F238E27FC236}">
                <a16:creationId xmlns:a16="http://schemas.microsoft.com/office/drawing/2014/main" id="{38F65DA7-4733-84B1-C585-8088C3DCB479}"/>
              </a:ext>
            </a:extLst>
          </p:cNvPr>
          <p:cNvSpPr/>
          <p:nvPr/>
        </p:nvSpPr>
        <p:spPr>
          <a:xfrm>
            <a:off x="1010169" y="2686652"/>
            <a:ext cx="1985505" cy="942072"/>
          </a:xfrm>
          <a:prstGeom prst="roundRect">
            <a:avLst>
              <a:gd name="adj" fmla="val 14790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markdown_icon_dot">
            <a:extLst>
              <a:ext uri="{FF2B5EF4-FFF2-40B4-BE49-F238E27FC236}">
                <a16:creationId xmlns:a16="http://schemas.microsoft.com/office/drawing/2014/main" id="{EFC23A0C-85DA-C187-77E1-9250D8DD57DA}"/>
              </a:ext>
            </a:extLst>
          </p:cNvPr>
          <p:cNvSpPr/>
          <p:nvPr/>
        </p:nvSpPr>
        <p:spPr>
          <a:xfrm>
            <a:off x="1179982" y="2909085"/>
            <a:ext cx="217709" cy="218073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markdown_icon_label">
            <a:extLst>
              <a:ext uri="{FF2B5EF4-FFF2-40B4-BE49-F238E27FC236}">
                <a16:creationId xmlns:a16="http://schemas.microsoft.com/office/drawing/2014/main" id="{031075D5-8321-5DD3-D8A7-FC7AB20AB875}"/>
              </a:ext>
            </a:extLst>
          </p:cNvPr>
          <p:cNvSpPr txBox="1"/>
          <p:nvPr/>
        </p:nvSpPr>
        <p:spPr>
          <a:xfrm>
            <a:off x="1179982" y="2909085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M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6" name="markdown_title">
            <a:extLst>
              <a:ext uri="{FF2B5EF4-FFF2-40B4-BE49-F238E27FC236}">
                <a16:creationId xmlns:a16="http://schemas.microsoft.com/office/drawing/2014/main" id="{1800F467-BE12-A3F5-29B7-BADA59976B45}"/>
              </a:ext>
            </a:extLst>
          </p:cNvPr>
          <p:cNvSpPr txBox="1"/>
          <p:nvPr/>
        </p:nvSpPr>
        <p:spPr>
          <a:xfrm>
            <a:off x="1515254" y="2904724"/>
            <a:ext cx="135850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Markdown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47" name="markdown_line_0">
            <a:extLst>
              <a:ext uri="{FF2B5EF4-FFF2-40B4-BE49-F238E27FC236}">
                <a16:creationId xmlns:a16="http://schemas.microsoft.com/office/drawing/2014/main" id="{7CC41D72-07DF-CE3B-B5B1-04ADCB4FE68C}"/>
              </a:ext>
            </a:extLst>
          </p:cNvPr>
          <p:cNvSpPr txBox="1"/>
          <p:nvPr/>
        </p:nvSpPr>
        <p:spPr>
          <a:xfrm>
            <a:off x="1297545" y="3244917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headings, tables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8" name="markdown_line_1">
            <a:extLst>
              <a:ext uri="{FF2B5EF4-FFF2-40B4-BE49-F238E27FC236}">
                <a16:creationId xmlns:a16="http://schemas.microsoft.com/office/drawing/2014/main" id="{8E15401C-B76D-8EF5-5A46-CF1B1664A6C6}"/>
              </a:ext>
            </a:extLst>
          </p:cNvPr>
          <p:cNvSpPr txBox="1"/>
          <p:nvPr/>
        </p:nvSpPr>
        <p:spPr>
          <a:xfrm>
            <a:off x="1297545" y="3410652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charts and images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9" name="splitter_card">
            <a:extLst>
              <a:ext uri="{FF2B5EF4-FFF2-40B4-BE49-F238E27FC236}">
                <a16:creationId xmlns:a16="http://schemas.microsoft.com/office/drawing/2014/main" id="{737F8516-D6E5-1748-211A-406824E498CF}"/>
              </a:ext>
            </a:extLst>
          </p:cNvPr>
          <p:cNvSpPr/>
          <p:nvPr/>
        </p:nvSpPr>
        <p:spPr>
          <a:xfrm>
            <a:off x="1010169" y="3907857"/>
            <a:ext cx="1985505" cy="976964"/>
          </a:xfrm>
          <a:prstGeom prst="roundRect">
            <a:avLst>
              <a:gd name="adj" fmla="val 14262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splitter_icon_dot">
            <a:extLst>
              <a:ext uri="{FF2B5EF4-FFF2-40B4-BE49-F238E27FC236}">
                <a16:creationId xmlns:a16="http://schemas.microsoft.com/office/drawing/2014/main" id="{62E5F329-A306-B483-939B-CB56CF3A735B}"/>
              </a:ext>
            </a:extLst>
          </p:cNvPr>
          <p:cNvSpPr/>
          <p:nvPr/>
        </p:nvSpPr>
        <p:spPr>
          <a:xfrm>
            <a:off x="1179982" y="4130291"/>
            <a:ext cx="217709" cy="218072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splitter_icon_label">
            <a:extLst>
              <a:ext uri="{FF2B5EF4-FFF2-40B4-BE49-F238E27FC236}">
                <a16:creationId xmlns:a16="http://schemas.microsoft.com/office/drawing/2014/main" id="{DC01E334-E6FC-5F0B-6D52-BC7BF2946642}"/>
              </a:ext>
            </a:extLst>
          </p:cNvPr>
          <p:cNvSpPr txBox="1"/>
          <p:nvPr/>
        </p:nvSpPr>
        <p:spPr>
          <a:xfrm>
            <a:off x="1179982" y="4130291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2" name="splitter_title">
            <a:extLst>
              <a:ext uri="{FF2B5EF4-FFF2-40B4-BE49-F238E27FC236}">
                <a16:creationId xmlns:a16="http://schemas.microsoft.com/office/drawing/2014/main" id="{207D79DD-D464-2FDD-504E-6B34F149E107}"/>
              </a:ext>
            </a:extLst>
          </p:cNvPr>
          <p:cNvSpPr txBox="1"/>
          <p:nvPr/>
        </p:nvSpPr>
        <p:spPr>
          <a:xfrm>
            <a:off x="1515254" y="4125929"/>
            <a:ext cx="135850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MDPR Splitter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3" name="splitter_line_0">
            <a:extLst>
              <a:ext uri="{FF2B5EF4-FFF2-40B4-BE49-F238E27FC236}">
                <a16:creationId xmlns:a16="http://schemas.microsoft.com/office/drawing/2014/main" id="{45DF8589-C607-721D-2881-EFEBBFE73082}"/>
              </a:ext>
            </a:extLst>
          </p:cNvPr>
          <p:cNvSpPr txBox="1"/>
          <p:nvPr/>
        </p:nvSpPr>
        <p:spPr>
          <a:xfrm>
            <a:off x="1297545" y="4466122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Pandoc or simple AST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4" name="splitter_line_1">
            <a:extLst>
              <a:ext uri="{FF2B5EF4-FFF2-40B4-BE49-F238E27FC236}">
                <a16:creationId xmlns:a16="http://schemas.microsoft.com/office/drawing/2014/main" id="{4F1ACAA6-7E15-039F-6032-172ABECE6BF0}"/>
              </a:ext>
            </a:extLst>
          </p:cNvPr>
          <p:cNvSpPr txBox="1"/>
          <p:nvPr/>
        </p:nvSpPr>
        <p:spPr>
          <a:xfrm>
            <a:off x="1297545" y="4631857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slide/object split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5" name="ir_core_card">
            <a:extLst>
              <a:ext uri="{FF2B5EF4-FFF2-40B4-BE49-F238E27FC236}">
                <a16:creationId xmlns:a16="http://schemas.microsoft.com/office/drawing/2014/main" id="{481974C6-9612-87A5-5EA1-F423C55434AD}"/>
              </a:ext>
            </a:extLst>
          </p:cNvPr>
          <p:cNvSpPr/>
          <p:nvPr/>
        </p:nvSpPr>
        <p:spPr>
          <a:xfrm>
            <a:off x="3657509" y="2076049"/>
            <a:ext cx="1915838" cy="915904"/>
          </a:xfrm>
          <a:prstGeom prst="roundRect">
            <a:avLst>
              <a:gd name="adj" fmla="val 15213"/>
            </a:avLst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ir_core_icon_dot">
            <a:extLst>
              <a:ext uri="{FF2B5EF4-FFF2-40B4-BE49-F238E27FC236}">
                <a16:creationId xmlns:a16="http://schemas.microsoft.com/office/drawing/2014/main" id="{D7F44CC0-4DE6-2263-DF0D-5D1ABCFA82E3}"/>
              </a:ext>
            </a:extLst>
          </p:cNvPr>
          <p:cNvSpPr/>
          <p:nvPr/>
        </p:nvSpPr>
        <p:spPr>
          <a:xfrm>
            <a:off x="3827321" y="2298483"/>
            <a:ext cx="217709" cy="218072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ir_core_icon_label">
            <a:extLst>
              <a:ext uri="{FF2B5EF4-FFF2-40B4-BE49-F238E27FC236}">
                <a16:creationId xmlns:a16="http://schemas.microsoft.com/office/drawing/2014/main" id="{AC560254-B7F4-4162-48DA-8C6815D60B47}"/>
              </a:ext>
            </a:extLst>
          </p:cNvPr>
          <p:cNvSpPr txBox="1"/>
          <p:nvPr/>
        </p:nvSpPr>
        <p:spPr>
          <a:xfrm>
            <a:off x="3827321" y="2298483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I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8" name="ir_core_title">
            <a:extLst>
              <a:ext uri="{FF2B5EF4-FFF2-40B4-BE49-F238E27FC236}">
                <a16:creationId xmlns:a16="http://schemas.microsoft.com/office/drawing/2014/main" id="{4418532F-B41F-307E-D00F-B644747833B6}"/>
              </a:ext>
            </a:extLst>
          </p:cNvPr>
          <p:cNvSpPr txBox="1"/>
          <p:nvPr/>
        </p:nvSpPr>
        <p:spPr>
          <a:xfrm>
            <a:off x="4162593" y="2294121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Slide Element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9" name="ir_core_line_0">
            <a:extLst>
              <a:ext uri="{FF2B5EF4-FFF2-40B4-BE49-F238E27FC236}">
                <a16:creationId xmlns:a16="http://schemas.microsoft.com/office/drawing/2014/main" id="{42D5BE3A-0DC8-9650-187D-7D77941EFD7A}"/>
              </a:ext>
            </a:extLst>
          </p:cNvPr>
          <p:cNvSpPr txBox="1"/>
          <p:nvPr/>
        </p:nvSpPr>
        <p:spPr>
          <a:xfrm>
            <a:off x="3944884" y="2634314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semantic blocks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0" name="ir_core_line_1">
            <a:extLst>
              <a:ext uri="{FF2B5EF4-FFF2-40B4-BE49-F238E27FC236}">
                <a16:creationId xmlns:a16="http://schemas.microsoft.com/office/drawing/2014/main" id="{AF155664-5222-2C6E-B1EA-3DE5DC14C88E}"/>
              </a:ext>
            </a:extLst>
          </p:cNvPr>
          <p:cNvSpPr txBox="1"/>
          <p:nvPr/>
        </p:nvSpPr>
        <p:spPr>
          <a:xfrm>
            <a:off x="3944884" y="2800049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graph kept whole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1" name="reasoning_card">
            <a:extLst>
              <a:ext uri="{FF2B5EF4-FFF2-40B4-BE49-F238E27FC236}">
                <a16:creationId xmlns:a16="http://schemas.microsoft.com/office/drawing/2014/main" id="{A1D8589A-4442-4E53-6118-5F1F5B20AED3}"/>
              </a:ext>
            </a:extLst>
          </p:cNvPr>
          <p:cNvSpPr/>
          <p:nvPr/>
        </p:nvSpPr>
        <p:spPr>
          <a:xfrm>
            <a:off x="3657509" y="3489158"/>
            <a:ext cx="1915838" cy="1395663"/>
          </a:xfrm>
          <a:prstGeom prst="roundRect">
            <a:avLst>
              <a:gd name="adj" fmla="val 9983"/>
            </a:avLst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reasoning_icon_dot">
            <a:extLst>
              <a:ext uri="{FF2B5EF4-FFF2-40B4-BE49-F238E27FC236}">
                <a16:creationId xmlns:a16="http://schemas.microsoft.com/office/drawing/2014/main" id="{4D0E8211-0263-8BE1-5214-E5E66448E9A2}"/>
              </a:ext>
            </a:extLst>
          </p:cNvPr>
          <p:cNvSpPr/>
          <p:nvPr/>
        </p:nvSpPr>
        <p:spPr>
          <a:xfrm>
            <a:off x="3827321" y="3711592"/>
            <a:ext cx="217709" cy="218072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reasoning_icon_label">
            <a:extLst>
              <a:ext uri="{FF2B5EF4-FFF2-40B4-BE49-F238E27FC236}">
                <a16:creationId xmlns:a16="http://schemas.microsoft.com/office/drawing/2014/main" id="{01BD53D9-DE3C-AD43-2E1C-0639AD479D30}"/>
              </a:ext>
            </a:extLst>
          </p:cNvPr>
          <p:cNvSpPr txBox="1"/>
          <p:nvPr/>
        </p:nvSpPr>
        <p:spPr>
          <a:xfrm>
            <a:off x="3827321" y="3711592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H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4" name="reasoning_title">
            <a:extLst>
              <a:ext uri="{FF2B5EF4-FFF2-40B4-BE49-F238E27FC236}">
                <a16:creationId xmlns:a16="http://schemas.microsoft.com/office/drawing/2014/main" id="{905E85C5-7598-571D-4200-083CDD45669E}"/>
              </a:ext>
            </a:extLst>
          </p:cNvPr>
          <p:cNvSpPr txBox="1"/>
          <p:nvPr/>
        </p:nvSpPr>
        <p:spPr>
          <a:xfrm>
            <a:off x="4162593" y="3707230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Hint Packet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65" name="reasoning_line_0">
            <a:extLst>
              <a:ext uri="{FF2B5EF4-FFF2-40B4-BE49-F238E27FC236}">
                <a16:creationId xmlns:a16="http://schemas.microsoft.com/office/drawing/2014/main" id="{0F01BF20-F3C8-CE20-4A97-73F7E38E57DB}"/>
              </a:ext>
            </a:extLst>
          </p:cNvPr>
          <p:cNvSpPr txBox="1"/>
          <p:nvPr/>
        </p:nvSpPr>
        <p:spPr>
          <a:xfrm>
            <a:off x="3944884" y="4047423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intent + importance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6" name="reasoning_guard">
            <a:extLst>
              <a:ext uri="{FF2B5EF4-FFF2-40B4-BE49-F238E27FC236}">
                <a16:creationId xmlns:a16="http://schemas.microsoft.com/office/drawing/2014/main" id="{D8A1D128-D2E7-76A4-F5A4-B3D57892AE17}"/>
              </a:ext>
            </a:extLst>
          </p:cNvPr>
          <p:cNvSpPr/>
          <p:nvPr/>
        </p:nvSpPr>
        <p:spPr>
          <a:xfrm>
            <a:off x="3901342" y="4309110"/>
            <a:ext cx="1428171" cy="314024"/>
          </a:xfrm>
          <a:prstGeom prst="roundRect">
            <a:avLst>
              <a:gd name="adj" fmla="val 44370"/>
            </a:avLst>
          </a:prstGeom>
          <a:solidFill>
            <a:srgbClr val="FFF7E6"/>
          </a:solidFill>
          <a:ln w="12627">
            <a:solidFill>
              <a:srgbClr val="E9B44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reasoning_guard_text">
            <a:extLst>
              <a:ext uri="{FF2B5EF4-FFF2-40B4-BE49-F238E27FC236}">
                <a16:creationId xmlns:a16="http://schemas.microsoft.com/office/drawing/2014/main" id="{FDA741BA-E98A-2529-7E61-326EDA556982}"/>
              </a:ext>
            </a:extLst>
          </p:cNvPr>
          <p:cNvSpPr txBox="1"/>
          <p:nvPr/>
        </p:nvSpPr>
        <p:spPr>
          <a:xfrm>
            <a:off x="3971009" y="4309110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7C3D12"/>
                </a:solidFill>
                <a:latin typeface="Aptos" panose="020B0004020202020204" pitchFamily="34" charset="0"/>
              </a:rPr>
              <a:t>hints only</a:t>
            </a:r>
            <a:endParaRPr lang="ko-KR" altLang="en-US" sz="980" b="1">
              <a:solidFill>
                <a:srgbClr val="7C3D12"/>
              </a:solidFill>
              <a:latin typeface="Aptos" panose="020B0004020202020204" pitchFamily="34" charset="0"/>
            </a:endParaRPr>
          </a:p>
        </p:txBody>
      </p:sp>
      <p:sp>
        <p:nvSpPr>
          <p:cNvPr id="68" name="reasoning_limit">
            <a:extLst>
              <a:ext uri="{FF2B5EF4-FFF2-40B4-BE49-F238E27FC236}">
                <a16:creationId xmlns:a16="http://schemas.microsoft.com/office/drawing/2014/main" id="{17B71B8E-9373-E46E-EF88-E264905C0DF6}"/>
              </a:ext>
            </a:extLst>
          </p:cNvPr>
          <p:cNvSpPr txBox="1"/>
          <p:nvPr/>
        </p:nvSpPr>
        <p:spPr>
          <a:xfrm>
            <a:off x="3875217" y="4570797"/>
            <a:ext cx="148042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64748B"/>
                </a:solidFill>
                <a:latin typeface="Aptos" panose="020B0004020202020204" pitchFamily="34" charset="0"/>
              </a:rPr>
              <a:t>no coords/styles</a:t>
            </a:r>
            <a:endParaRPr lang="ko-KR" altLang="en-US" sz="980" b="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69" name="rule_engine_card">
            <a:extLst>
              <a:ext uri="{FF2B5EF4-FFF2-40B4-BE49-F238E27FC236}">
                <a16:creationId xmlns:a16="http://schemas.microsoft.com/office/drawing/2014/main" id="{F6DB50AA-8950-2117-F642-08AA86CC838E}"/>
              </a:ext>
            </a:extLst>
          </p:cNvPr>
          <p:cNvSpPr/>
          <p:nvPr/>
        </p:nvSpPr>
        <p:spPr>
          <a:xfrm>
            <a:off x="6226473" y="2185085"/>
            <a:ext cx="3222091" cy="697832"/>
          </a:xfrm>
          <a:prstGeom prst="roundRect">
            <a:avLst>
              <a:gd name="adj" fmla="val 19967"/>
            </a:avLst>
          </a:prstGeom>
          <a:solidFill>
            <a:srgbClr val="DCFCE7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rule_engine_title">
            <a:extLst>
              <a:ext uri="{FF2B5EF4-FFF2-40B4-BE49-F238E27FC236}">
                <a16:creationId xmlns:a16="http://schemas.microsoft.com/office/drawing/2014/main" id="{0D7DBFE7-7BB9-7512-C868-02C63DC7AFBD}"/>
              </a:ext>
            </a:extLst>
          </p:cNvPr>
          <p:cNvSpPr txBox="1"/>
          <p:nvPr/>
        </p:nvSpPr>
        <p:spPr>
          <a:xfrm>
            <a:off x="6487723" y="2307206"/>
            <a:ext cx="269959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 b="1">
                <a:solidFill>
                  <a:srgbClr val="14532D"/>
                </a:solidFill>
                <a:latin typeface="Aptos" panose="020B0004020202020204" pitchFamily="34" charset="0"/>
              </a:rPr>
              <a:t>Rule Engine Boundary</a:t>
            </a:r>
            <a:endParaRPr lang="ko-KR" altLang="en-US" sz="1241" b="1">
              <a:solidFill>
                <a:srgbClr val="14532D"/>
              </a:solidFill>
              <a:latin typeface="Aptos" panose="020B0004020202020204" pitchFamily="34" charset="0"/>
            </a:endParaRPr>
          </a:p>
        </p:txBody>
      </p:sp>
      <p:sp>
        <p:nvSpPr>
          <p:cNvPr id="71" name="rule_engine_body">
            <a:extLst>
              <a:ext uri="{FF2B5EF4-FFF2-40B4-BE49-F238E27FC236}">
                <a16:creationId xmlns:a16="http://schemas.microsoft.com/office/drawing/2014/main" id="{A635B579-AA31-A768-29CA-1C07715176B0}"/>
              </a:ext>
            </a:extLst>
          </p:cNvPr>
          <p:cNvSpPr txBox="1"/>
          <p:nvPr/>
        </p:nvSpPr>
        <p:spPr>
          <a:xfrm>
            <a:off x="6487723" y="2577615"/>
            <a:ext cx="269959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022">
                <a:solidFill>
                  <a:srgbClr val="166534"/>
                </a:solidFill>
                <a:latin typeface="Aptos" panose="020B0004020202020204" pitchFamily="34" charset="0"/>
              </a:rPr>
              <a:t>recipes, colors, z-order</a:t>
            </a:r>
            <a:endParaRPr lang="ko-KR" altLang="en-US" sz="1022">
              <a:solidFill>
                <a:srgbClr val="166534"/>
              </a:solidFill>
              <a:latin typeface="Aptos" panose="020B0004020202020204" pitchFamily="34" charset="0"/>
            </a:endParaRPr>
          </a:p>
        </p:txBody>
      </p:sp>
      <p:sp>
        <p:nvSpPr>
          <p:cNvPr id="72" name="features_card">
            <a:extLst>
              <a:ext uri="{FF2B5EF4-FFF2-40B4-BE49-F238E27FC236}">
                <a16:creationId xmlns:a16="http://schemas.microsoft.com/office/drawing/2014/main" id="{71BB73F3-655B-FFA9-199E-3B4D72942EEC}"/>
              </a:ext>
            </a:extLst>
          </p:cNvPr>
          <p:cNvSpPr/>
          <p:nvPr/>
        </p:nvSpPr>
        <p:spPr>
          <a:xfrm>
            <a:off x="6061014" y="305301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features_icon_dot">
            <a:extLst>
              <a:ext uri="{FF2B5EF4-FFF2-40B4-BE49-F238E27FC236}">
                <a16:creationId xmlns:a16="http://schemas.microsoft.com/office/drawing/2014/main" id="{049EFE81-7BBC-FC81-52C9-EC6FC4D49F1C}"/>
              </a:ext>
            </a:extLst>
          </p:cNvPr>
          <p:cNvSpPr/>
          <p:nvPr/>
        </p:nvSpPr>
        <p:spPr>
          <a:xfrm>
            <a:off x="6182931" y="325364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features_icon_label">
            <a:extLst>
              <a:ext uri="{FF2B5EF4-FFF2-40B4-BE49-F238E27FC236}">
                <a16:creationId xmlns:a16="http://schemas.microsoft.com/office/drawing/2014/main" id="{F98C2CD7-B681-72A3-590A-5C55C4C7F999}"/>
              </a:ext>
            </a:extLst>
          </p:cNvPr>
          <p:cNvSpPr txBox="1"/>
          <p:nvPr/>
        </p:nvSpPr>
        <p:spPr>
          <a:xfrm>
            <a:off x="6182931" y="325364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F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5" name="features_title">
            <a:extLst>
              <a:ext uri="{FF2B5EF4-FFF2-40B4-BE49-F238E27FC236}">
                <a16:creationId xmlns:a16="http://schemas.microsoft.com/office/drawing/2014/main" id="{36D20207-B635-70C4-7277-C7FB9B2DFEAE}"/>
              </a:ext>
            </a:extLst>
          </p:cNvPr>
          <p:cNvSpPr txBox="1"/>
          <p:nvPr/>
        </p:nvSpPr>
        <p:spPr>
          <a:xfrm>
            <a:off x="6452890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Features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76" name="features_line_0">
            <a:extLst>
              <a:ext uri="{FF2B5EF4-FFF2-40B4-BE49-F238E27FC236}">
                <a16:creationId xmlns:a16="http://schemas.microsoft.com/office/drawing/2014/main" id="{8A885F17-6BED-FA74-7B20-0C56A23D1B16}"/>
              </a:ext>
            </a:extLst>
          </p:cNvPr>
          <p:cNvSpPr txBox="1"/>
          <p:nvPr/>
        </p:nvSpPr>
        <p:spPr>
          <a:xfrm>
            <a:off x="6261306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density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7" name="features_line_1">
            <a:extLst>
              <a:ext uri="{FF2B5EF4-FFF2-40B4-BE49-F238E27FC236}">
                <a16:creationId xmlns:a16="http://schemas.microsoft.com/office/drawing/2014/main" id="{1B8901B5-477F-DA83-ACEC-E46997367CEF}"/>
              </a:ext>
            </a:extLst>
          </p:cNvPr>
          <p:cNvSpPr txBox="1"/>
          <p:nvPr/>
        </p:nvSpPr>
        <p:spPr>
          <a:xfrm>
            <a:off x="6261306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size risk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8" name="recipes_card">
            <a:extLst>
              <a:ext uri="{FF2B5EF4-FFF2-40B4-BE49-F238E27FC236}">
                <a16:creationId xmlns:a16="http://schemas.microsoft.com/office/drawing/2014/main" id="{4D426520-3BB8-8F3C-8E94-C818535E3CCA}"/>
              </a:ext>
            </a:extLst>
          </p:cNvPr>
          <p:cNvSpPr/>
          <p:nvPr/>
        </p:nvSpPr>
        <p:spPr>
          <a:xfrm>
            <a:off x="7297600" y="305301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recipes_icon_dot">
            <a:extLst>
              <a:ext uri="{FF2B5EF4-FFF2-40B4-BE49-F238E27FC236}">
                <a16:creationId xmlns:a16="http://schemas.microsoft.com/office/drawing/2014/main" id="{B4198CD6-BC8E-4161-F57B-5C4EE35EA5AF}"/>
              </a:ext>
            </a:extLst>
          </p:cNvPr>
          <p:cNvSpPr/>
          <p:nvPr/>
        </p:nvSpPr>
        <p:spPr>
          <a:xfrm>
            <a:off x="7419518" y="3253640"/>
            <a:ext cx="156750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recipes_icon_label">
            <a:extLst>
              <a:ext uri="{FF2B5EF4-FFF2-40B4-BE49-F238E27FC236}">
                <a16:creationId xmlns:a16="http://schemas.microsoft.com/office/drawing/2014/main" id="{6F35B225-03E0-BF78-AEFB-77E6F10CD21A}"/>
              </a:ext>
            </a:extLst>
          </p:cNvPr>
          <p:cNvSpPr txBox="1"/>
          <p:nvPr/>
        </p:nvSpPr>
        <p:spPr>
          <a:xfrm>
            <a:off x="7419518" y="325364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1" name="recipes_title">
            <a:extLst>
              <a:ext uri="{FF2B5EF4-FFF2-40B4-BE49-F238E27FC236}">
                <a16:creationId xmlns:a16="http://schemas.microsoft.com/office/drawing/2014/main" id="{F2D82FEB-F492-C046-3A11-76969D0CF44B}"/>
              </a:ext>
            </a:extLst>
          </p:cNvPr>
          <p:cNvSpPr txBox="1"/>
          <p:nvPr/>
        </p:nvSpPr>
        <p:spPr>
          <a:xfrm>
            <a:off x="7689476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Recipes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2" name="recipes_line_0">
            <a:extLst>
              <a:ext uri="{FF2B5EF4-FFF2-40B4-BE49-F238E27FC236}">
                <a16:creationId xmlns:a16="http://schemas.microsoft.com/office/drawing/2014/main" id="{A34684B1-5E8B-8BDE-C2EB-4FA0E5D5AB01}"/>
              </a:ext>
            </a:extLst>
          </p:cNvPr>
          <p:cNvSpPr txBox="1"/>
          <p:nvPr/>
        </p:nvSpPr>
        <p:spPr>
          <a:xfrm>
            <a:off x="7497893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profile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3" name="recipes_line_1">
            <a:extLst>
              <a:ext uri="{FF2B5EF4-FFF2-40B4-BE49-F238E27FC236}">
                <a16:creationId xmlns:a16="http://schemas.microsoft.com/office/drawing/2014/main" id="{2F9A6DA2-BA11-441B-B012-7909E592C11E}"/>
              </a:ext>
            </a:extLst>
          </p:cNvPr>
          <p:cNvSpPr txBox="1"/>
          <p:nvPr/>
        </p:nvSpPr>
        <p:spPr>
          <a:xfrm>
            <a:off x="7497893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variant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4" name="theme_card">
            <a:extLst>
              <a:ext uri="{FF2B5EF4-FFF2-40B4-BE49-F238E27FC236}">
                <a16:creationId xmlns:a16="http://schemas.microsoft.com/office/drawing/2014/main" id="{F9B077F4-0178-E640-B1FF-7E874273F712}"/>
              </a:ext>
            </a:extLst>
          </p:cNvPr>
          <p:cNvSpPr/>
          <p:nvPr/>
        </p:nvSpPr>
        <p:spPr>
          <a:xfrm>
            <a:off x="8534187" y="3053013"/>
            <a:ext cx="1079835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heme_icon_dot">
            <a:extLst>
              <a:ext uri="{FF2B5EF4-FFF2-40B4-BE49-F238E27FC236}">
                <a16:creationId xmlns:a16="http://schemas.microsoft.com/office/drawing/2014/main" id="{B4815457-6B1C-8C41-33F3-FFA4DE504B99}"/>
              </a:ext>
            </a:extLst>
          </p:cNvPr>
          <p:cNvSpPr/>
          <p:nvPr/>
        </p:nvSpPr>
        <p:spPr>
          <a:xfrm>
            <a:off x="8656103" y="325364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theme_icon_label">
            <a:extLst>
              <a:ext uri="{FF2B5EF4-FFF2-40B4-BE49-F238E27FC236}">
                <a16:creationId xmlns:a16="http://schemas.microsoft.com/office/drawing/2014/main" id="{20AB4636-22DD-A83B-A5C8-1FD355590F6C}"/>
              </a:ext>
            </a:extLst>
          </p:cNvPr>
          <p:cNvSpPr txBox="1"/>
          <p:nvPr/>
        </p:nvSpPr>
        <p:spPr>
          <a:xfrm>
            <a:off x="8656103" y="325364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T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7" name="theme_title">
            <a:extLst>
              <a:ext uri="{FF2B5EF4-FFF2-40B4-BE49-F238E27FC236}">
                <a16:creationId xmlns:a16="http://schemas.microsoft.com/office/drawing/2014/main" id="{523DF4A3-D59D-9872-81F7-B2A54135B190}"/>
              </a:ext>
            </a:extLst>
          </p:cNvPr>
          <p:cNvSpPr txBox="1"/>
          <p:nvPr/>
        </p:nvSpPr>
        <p:spPr>
          <a:xfrm>
            <a:off x="8926063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Theme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8" name="theme_line_0">
            <a:extLst>
              <a:ext uri="{FF2B5EF4-FFF2-40B4-BE49-F238E27FC236}">
                <a16:creationId xmlns:a16="http://schemas.microsoft.com/office/drawing/2014/main" id="{4F75BFDA-4474-BAE6-E4B1-052C0778803E}"/>
              </a:ext>
            </a:extLst>
          </p:cNvPr>
          <p:cNvSpPr txBox="1"/>
          <p:nvPr/>
        </p:nvSpPr>
        <p:spPr>
          <a:xfrm>
            <a:off x="8734478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harmony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9" name="theme_line_1">
            <a:extLst>
              <a:ext uri="{FF2B5EF4-FFF2-40B4-BE49-F238E27FC236}">
                <a16:creationId xmlns:a16="http://schemas.microsoft.com/office/drawing/2014/main" id="{ECD63544-B1B3-B25C-96FA-9824A89AAC6D}"/>
              </a:ext>
            </a:extLst>
          </p:cNvPr>
          <p:cNvSpPr txBox="1"/>
          <p:nvPr/>
        </p:nvSpPr>
        <p:spPr>
          <a:xfrm>
            <a:off x="8734478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PPT accents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0" name="compose_card">
            <a:extLst>
              <a:ext uri="{FF2B5EF4-FFF2-40B4-BE49-F238E27FC236}">
                <a16:creationId xmlns:a16="http://schemas.microsoft.com/office/drawing/2014/main" id="{2769A3C5-1E4B-7E40-F482-C9B40EDA85B4}"/>
              </a:ext>
            </a:extLst>
          </p:cNvPr>
          <p:cNvSpPr/>
          <p:nvPr/>
        </p:nvSpPr>
        <p:spPr>
          <a:xfrm>
            <a:off x="6061014" y="404742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compose_icon_dot">
            <a:extLst>
              <a:ext uri="{FF2B5EF4-FFF2-40B4-BE49-F238E27FC236}">
                <a16:creationId xmlns:a16="http://schemas.microsoft.com/office/drawing/2014/main" id="{C66F4FF8-B3E3-A4B1-082B-4219D3EB1269}"/>
              </a:ext>
            </a:extLst>
          </p:cNvPr>
          <p:cNvSpPr/>
          <p:nvPr/>
        </p:nvSpPr>
        <p:spPr>
          <a:xfrm>
            <a:off x="6182931" y="424805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compose_icon_label">
            <a:extLst>
              <a:ext uri="{FF2B5EF4-FFF2-40B4-BE49-F238E27FC236}">
                <a16:creationId xmlns:a16="http://schemas.microsoft.com/office/drawing/2014/main" id="{97DB2236-56B6-B6B2-19D5-E2A81D792B39}"/>
              </a:ext>
            </a:extLst>
          </p:cNvPr>
          <p:cNvSpPr txBox="1"/>
          <p:nvPr/>
        </p:nvSpPr>
        <p:spPr>
          <a:xfrm>
            <a:off x="6182931" y="424805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C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3" name="compose_title">
            <a:extLst>
              <a:ext uri="{FF2B5EF4-FFF2-40B4-BE49-F238E27FC236}">
                <a16:creationId xmlns:a16="http://schemas.microsoft.com/office/drawing/2014/main" id="{F7491748-358E-08FA-3440-6F370D8C961E}"/>
              </a:ext>
            </a:extLst>
          </p:cNvPr>
          <p:cNvSpPr txBox="1"/>
          <p:nvPr/>
        </p:nvSpPr>
        <p:spPr>
          <a:xfrm>
            <a:off x="6452890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Compose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94" name="compose_line_0">
            <a:extLst>
              <a:ext uri="{FF2B5EF4-FFF2-40B4-BE49-F238E27FC236}">
                <a16:creationId xmlns:a16="http://schemas.microsoft.com/office/drawing/2014/main" id="{71CB3D00-7AEB-3129-D780-ADD6167F962F}"/>
              </a:ext>
            </a:extLst>
          </p:cNvPr>
          <p:cNvSpPr txBox="1"/>
          <p:nvPr/>
        </p:nvSpPr>
        <p:spPr>
          <a:xfrm>
            <a:off x="6261306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regions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5" name="compose_line_1">
            <a:extLst>
              <a:ext uri="{FF2B5EF4-FFF2-40B4-BE49-F238E27FC236}">
                <a16:creationId xmlns:a16="http://schemas.microsoft.com/office/drawing/2014/main" id="{6DAE205C-292E-BDF7-3304-5BF2211A21E7}"/>
              </a:ext>
            </a:extLst>
          </p:cNvPr>
          <p:cNvSpPr txBox="1"/>
          <p:nvPr/>
        </p:nvSpPr>
        <p:spPr>
          <a:xfrm>
            <a:off x="6261306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overflow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6" name="objects_card">
            <a:extLst>
              <a:ext uri="{FF2B5EF4-FFF2-40B4-BE49-F238E27FC236}">
                <a16:creationId xmlns:a16="http://schemas.microsoft.com/office/drawing/2014/main" id="{704FC4AC-94B0-BBB0-C223-6A6A283D8FF4}"/>
              </a:ext>
            </a:extLst>
          </p:cNvPr>
          <p:cNvSpPr/>
          <p:nvPr/>
        </p:nvSpPr>
        <p:spPr>
          <a:xfrm>
            <a:off x="7297600" y="404742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objects_icon_dot">
            <a:extLst>
              <a:ext uri="{FF2B5EF4-FFF2-40B4-BE49-F238E27FC236}">
                <a16:creationId xmlns:a16="http://schemas.microsoft.com/office/drawing/2014/main" id="{3A01C841-FB71-B934-6DB2-61A65F11E056}"/>
              </a:ext>
            </a:extLst>
          </p:cNvPr>
          <p:cNvSpPr/>
          <p:nvPr/>
        </p:nvSpPr>
        <p:spPr>
          <a:xfrm>
            <a:off x="7419518" y="4248050"/>
            <a:ext cx="156750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objects_icon_label">
            <a:extLst>
              <a:ext uri="{FF2B5EF4-FFF2-40B4-BE49-F238E27FC236}">
                <a16:creationId xmlns:a16="http://schemas.microsoft.com/office/drawing/2014/main" id="{AB722EFE-6C7A-000A-C931-839D1CE9727B}"/>
              </a:ext>
            </a:extLst>
          </p:cNvPr>
          <p:cNvSpPr txBox="1"/>
          <p:nvPr/>
        </p:nvSpPr>
        <p:spPr>
          <a:xfrm>
            <a:off x="7419518" y="424805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O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9" name="objects_title">
            <a:extLst>
              <a:ext uri="{FF2B5EF4-FFF2-40B4-BE49-F238E27FC236}">
                <a16:creationId xmlns:a16="http://schemas.microsoft.com/office/drawing/2014/main" id="{F2CDCBA3-C800-A9A9-D9EE-C5EAEB8148FA}"/>
              </a:ext>
            </a:extLst>
          </p:cNvPr>
          <p:cNvSpPr txBox="1"/>
          <p:nvPr/>
        </p:nvSpPr>
        <p:spPr>
          <a:xfrm>
            <a:off x="7689476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Objects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0" name="objects_line_0">
            <a:extLst>
              <a:ext uri="{FF2B5EF4-FFF2-40B4-BE49-F238E27FC236}">
                <a16:creationId xmlns:a16="http://schemas.microsoft.com/office/drawing/2014/main" id="{4696AEE9-3CEA-D8E9-890D-67A9DF4EC837}"/>
              </a:ext>
            </a:extLst>
          </p:cNvPr>
          <p:cNvSpPr txBox="1"/>
          <p:nvPr/>
        </p:nvSpPr>
        <p:spPr>
          <a:xfrm>
            <a:off x="7497893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charts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1" name="objects_line_1">
            <a:extLst>
              <a:ext uri="{FF2B5EF4-FFF2-40B4-BE49-F238E27FC236}">
                <a16:creationId xmlns:a16="http://schemas.microsoft.com/office/drawing/2014/main" id="{04778CF4-92D0-01A4-832A-2B5862B85CC3}"/>
              </a:ext>
            </a:extLst>
          </p:cNvPr>
          <p:cNvSpPr txBox="1"/>
          <p:nvPr/>
        </p:nvSpPr>
        <p:spPr>
          <a:xfrm>
            <a:off x="7497893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icons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2" name="decorate_card">
            <a:extLst>
              <a:ext uri="{FF2B5EF4-FFF2-40B4-BE49-F238E27FC236}">
                <a16:creationId xmlns:a16="http://schemas.microsoft.com/office/drawing/2014/main" id="{20930142-1295-3DF9-F354-3F1B8401A959}"/>
              </a:ext>
            </a:extLst>
          </p:cNvPr>
          <p:cNvSpPr/>
          <p:nvPr/>
        </p:nvSpPr>
        <p:spPr>
          <a:xfrm>
            <a:off x="8534187" y="4047423"/>
            <a:ext cx="1079835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decorate_icon_dot">
            <a:extLst>
              <a:ext uri="{FF2B5EF4-FFF2-40B4-BE49-F238E27FC236}">
                <a16:creationId xmlns:a16="http://schemas.microsoft.com/office/drawing/2014/main" id="{11585928-C39E-67C2-1D28-64DF2D2549A5}"/>
              </a:ext>
            </a:extLst>
          </p:cNvPr>
          <p:cNvSpPr/>
          <p:nvPr/>
        </p:nvSpPr>
        <p:spPr>
          <a:xfrm>
            <a:off x="8656103" y="424805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decorate_icon_label">
            <a:extLst>
              <a:ext uri="{FF2B5EF4-FFF2-40B4-BE49-F238E27FC236}">
                <a16:creationId xmlns:a16="http://schemas.microsoft.com/office/drawing/2014/main" id="{941A36AA-41B6-2F8F-CCAE-B08618220166}"/>
              </a:ext>
            </a:extLst>
          </p:cNvPr>
          <p:cNvSpPr txBox="1"/>
          <p:nvPr/>
        </p:nvSpPr>
        <p:spPr>
          <a:xfrm>
            <a:off x="8656103" y="424805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D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5" name="decorate_title">
            <a:extLst>
              <a:ext uri="{FF2B5EF4-FFF2-40B4-BE49-F238E27FC236}">
                <a16:creationId xmlns:a16="http://schemas.microsoft.com/office/drawing/2014/main" id="{165E78FC-20C2-95D6-0A6C-142B833D8221}"/>
              </a:ext>
            </a:extLst>
          </p:cNvPr>
          <p:cNvSpPr txBox="1"/>
          <p:nvPr/>
        </p:nvSpPr>
        <p:spPr>
          <a:xfrm>
            <a:off x="8926063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Decorate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6" name="decorate_line_0">
            <a:extLst>
              <a:ext uri="{FF2B5EF4-FFF2-40B4-BE49-F238E27FC236}">
                <a16:creationId xmlns:a16="http://schemas.microsoft.com/office/drawing/2014/main" id="{8EFF2934-319C-CB84-0931-167880C8D85E}"/>
              </a:ext>
            </a:extLst>
          </p:cNvPr>
          <p:cNvSpPr txBox="1"/>
          <p:nvPr/>
        </p:nvSpPr>
        <p:spPr>
          <a:xfrm>
            <a:off x="8734478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type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7" name="decorate_line_1">
            <a:extLst>
              <a:ext uri="{FF2B5EF4-FFF2-40B4-BE49-F238E27FC236}">
                <a16:creationId xmlns:a16="http://schemas.microsoft.com/office/drawing/2014/main" id="{DC59BB76-F8EA-BF38-5DCA-603944F4FAFE}"/>
              </a:ext>
            </a:extLst>
          </p:cNvPr>
          <p:cNvSpPr txBox="1"/>
          <p:nvPr/>
        </p:nvSpPr>
        <p:spPr>
          <a:xfrm>
            <a:off x="8734478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effects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8" name="styled_ir_card">
            <a:extLst>
              <a:ext uri="{FF2B5EF4-FFF2-40B4-BE49-F238E27FC236}">
                <a16:creationId xmlns:a16="http://schemas.microsoft.com/office/drawing/2014/main" id="{CF122B11-7C0F-0AF9-5663-923A5E23936A}"/>
              </a:ext>
            </a:extLst>
          </p:cNvPr>
          <p:cNvSpPr/>
          <p:nvPr/>
        </p:nvSpPr>
        <p:spPr>
          <a:xfrm>
            <a:off x="10075566" y="2076049"/>
            <a:ext cx="1706837" cy="915904"/>
          </a:xfrm>
          <a:prstGeom prst="roundRect">
            <a:avLst>
              <a:gd name="adj" fmla="val 15213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styled_ir_icon_dot">
            <a:extLst>
              <a:ext uri="{FF2B5EF4-FFF2-40B4-BE49-F238E27FC236}">
                <a16:creationId xmlns:a16="http://schemas.microsoft.com/office/drawing/2014/main" id="{308812DC-B2B2-51DC-007E-9786F2BD3E01}"/>
              </a:ext>
            </a:extLst>
          </p:cNvPr>
          <p:cNvSpPr/>
          <p:nvPr/>
        </p:nvSpPr>
        <p:spPr>
          <a:xfrm>
            <a:off x="10245379" y="2298483"/>
            <a:ext cx="217709" cy="218072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styled_ir_icon_label">
            <a:extLst>
              <a:ext uri="{FF2B5EF4-FFF2-40B4-BE49-F238E27FC236}">
                <a16:creationId xmlns:a16="http://schemas.microsoft.com/office/drawing/2014/main" id="{3D72653C-E74E-ADF1-8ED7-353EBDF32154}"/>
              </a:ext>
            </a:extLst>
          </p:cNvPr>
          <p:cNvSpPr txBox="1"/>
          <p:nvPr/>
        </p:nvSpPr>
        <p:spPr>
          <a:xfrm>
            <a:off x="10245379" y="2298483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1" name="styled_ir_title">
            <a:extLst>
              <a:ext uri="{FF2B5EF4-FFF2-40B4-BE49-F238E27FC236}">
                <a16:creationId xmlns:a16="http://schemas.microsoft.com/office/drawing/2014/main" id="{E22C8490-2409-8BF0-A6E5-AB39C0FE6238}"/>
              </a:ext>
            </a:extLst>
          </p:cNvPr>
          <p:cNvSpPr txBox="1"/>
          <p:nvPr/>
        </p:nvSpPr>
        <p:spPr>
          <a:xfrm>
            <a:off x="10580650" y="2294121"/>
            <a:ext cx="1079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Styled Deck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2" name="styled_ir_line_0">
            <a:extLst>
              <a:ext uri="{FF2B5EF4-FFF2-40B4-BE49-F238E27FC236}">
                <a16:creationId xmlns:a16="http://schemas.microsoft.com/office/drawing/2014/main" id="{6F45DF18-AB1B-381C-8D18-91079513A9A2}"/>
              </a:ext>
            </a:extLst>
          </p:cNvPr>
          <p:cNvSpPr txBox="1"/>
          <p:nvPr/>
        </p:nvSpPr>
        <p:spPr>
          <a:xfrm>
            <a:off x="10362941" y="2634314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renderer-neutral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3" name="styled_ir_line_1">
            <a:extLst>
              <a:ext uri="{FF2B5EF4-FFF2-40B4-BE49-F238E27FC236}">
                <a16:creationId xmlns:a16="http://schemas.microsoft.com/office/drawing/2014/main" id="{1C9A8986-1EF2-109E-E046-361275C54851}"/>
              </a:ext>
            </a:extLst>
          </p:cNvPr>
          <p:cNvSpPr txBox="1"/>
          <p:nvPr/>
        </p:nvSpPr>
        <p:spPr>
          <a:xfrm>
            <a:off x="10362941" y="2800049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coherent contract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4" name="renderers_card">
            <a:extLst>
              <a:ext uri="{FF2B5EF4-FFF2-40B4-BE49-F238E27FC236}">
                <a16:creationId xmlns:a16="http://schemas.microsoft.com/office/drawing/2014/main" id="{EE16EC32-4151-4F64-C3AB-F371D66F3AC3}"/>
              </a:ext>
            </a:extLst>
          </p:cNvPr>
          <p:cNvSpPr/>
          <p:nvPr/>
        </p:nvSpPr>
        <p:spPr>
          <a:xfrm>
            <a:off x="10075566" y="3401929"/>
            <a:ext cx="1706837" cy="915904"/>
          </a:xfrm>
          <a:prstGeom prst="roundRect">
            <a:avLst>
              <a:gd name="adj" fmla="val 15213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renderers_icon_dot">
            <a:extLst>
              <a:ext uri="{FF2B5EF4-FFF2-40B4-BE49-F238E27FC236}">
                <a16:creationId xmlns:a16="http://schemas.microsoft.com/office/drawing/2014/main" id="{B6F501AA-503B-8C80-3D13-3A7D10F6F2BD}"/>
              </a:ext>
            </a:extLst>
          </p:cNvPr>
          <p:cNvSpPr/>
          <p:nvPr/>
        </p:nvSpPr>
        <p:spPr>
          <a:xfrm>
            <a:off x="10245379" y="3624363"/>
            <a:ext cx="217709" cy="218072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renderers_icon_label">
            <a:extLst>
              <a:ext uri="{FF2B5EF4-FFF2-40B4-BE49-F238E27FC236}">
                <a16:creationId xmlns:a16="http://schemas.microsoft.com/office/drawing/2014/main" id="{3BCF8DA8-437D-72E7-E5E9-A9E1D06FD48A}"/>
              </a:ext>
            </a:extLst>
          </p:cNvPr>
          <p:cNvSpPr txBox="1"/>
          <p:nvPr/>
        </p:nvSpPr>
        <p:spPr>
          <a:xfrm>
            <a:off x="10245379" y="3624363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7" name="renderers_title">
            <a:extLst>
              <a:ext uri="{FF2B5EF4-FFF2-40B4-BE49-F238E27FC236}">
                <a16:creationId xmlns:a16="http://schemas.microsoft.com/office/drawing/2014/main" id="{8C7ECD7E-BDF9-AB24-681F-D3A52D0B53E3}"/>
              </a:ext>
            </a:extLst>
          </p:cNvPr>
          <p:cNvSpPr txBox="1"/>
          <p:nvPr/>
        </p:nvSpPr>
        <p:spPr>
          <a:xfrm>
            <a:off x="10580650" y="3620001"/>
            <a:ext cx="1079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Renderers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8" name="renderers_line_0">
            <a:extLst>
              <a:ext uri="{FF2B5EF4-FFF2-40B4-BE49-F238E27FC236}">
                <a16:creationId xmlns:a16="http://schemas.microsoft.com/office/drawing/2014/main" id="{B34B39CC-C8D0-A287-D7FB-1AD04564168D}"/>
              </a:ext>
            </a:extLst>
          </p:cNvPr>
          <p:cNvSpPr txBox="1"/>
          <p:nvPr/>
        </p:nvSpPr>
        <p:spPr>
          <a:xfrm>
            <a:off x="10362941" y="3960194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editable PPTX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9" name="renderers_line_1">
            <a:extLst>
              <a:ext uri="{FF2B5EF4-FFF2-40B4-BE49-F238E27FC236}">
                <a16:creationId xmlns:a16="http://schemas.microsoft.com/office/drawing/2014/main" id="{51CC8A95-12A3-37F1-9C6A-16789C3DAD9C}"/>
              </a:ext>
            </a:extLst>
          </p:cNvPr>
          <p:cNvSpPr txBox="1"/>
          <p:nvPr/>
        </p:nvSpPr>
        <p:spPr>
          <a:xfrm>
            <a:off x="10362941" y="4125929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HTML / PDF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20" name="visual_check">
            <a:extLst>
              <a:ext uri="{FF2B5EF4-FFF2-40B4-BE49-F238E27FC236}">
                <a16:creationId xmlns:a16="http://schemas.microsoft.com/office/drawing/2014/main" id="{F8E91CF2-8784-B18D-CB4B-F00B79BF7E65}"/>
              </a:ext>
            </a:extLst>
          </p:cNvPr>
          <p:cNvSpPr/>
          <p:nvPr/>
        </p:nvSpPr>
        <p:spPr>
          <a:xfrm>
            <a:off x="10075566" y="4413785"/>
            <a:ext cx="1706837" cy="523373"/>
          </a:xfrm>
          <a:prstGeom prst="roundRect">
            <a:avLst>
              <a:gd name="adj" fmla="val 26622"/>
            </a:avLst>
          </a:prstGeom>
          <a:solidFill>
            <a:srgbClr val="FFF1F2"/>
          </a:solidFill>
          <a:ln w="12627">
            <a:solidFill>
              <a:srgbClr val="BE123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visual_check_stripe">
            <a:extLst>
              <a:ext uri="{FF2B5EF4-FFF2-40B4-BE49-F238E27FC236}">
                <a16:creationId xmlns:a16="http://schemas.microsoft.com/office/drawing/2014/main" id="{7302866F-B823-6275-85E3-8AA5C1057BE6}"/>
              </a:ext>
            </a:extLst>
          </p:cNvPr>
          <p:cNvSpPr/>
          <p:nvPr/>
        </p:nvSpPr>
        <p:spPr>
          <a:xfrm>
            <a:off x="10075566" y="4501014"/>
            <a:ext cx="56604" cy="348916"/>
          </a:xfrm>
          <a:prstGeom prst="roundRect">
            <a:avLst/>
          </a:prstGeom>
          <a:solidFill>
            <a:srgbClr val="BE123C"/>
          </a:solidFill>
          <a:ln w="0">
            <a:solidFill>
              <a:srgbClr val="BE12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visual_check_seal_icon_dot">
            <a:extLst>
              <a:ext uri="{FF2B5EF4-FFF2-40B4-BE49-F238E27FC236}">
                <a16:creationId xmlns:a16="http://schemas.microsoft.com/office/drawing/2014/main" id="{35F09329-5B92-90C7-5B86-6977EF39F4FC}"/>
              </a:ext>
            </a:extLst>
          </p:cNvPr>
          <p:cNvSpPr/>
          <p:nvPr/>
        </p:nvSpPr>
        <p:spPr>
          <a:xfrm>
            <a:off x="10171357" y="4527182"/>
            <a:ext cx="296085" cy="296579"/>
          </a:xfrm>
          <a:prstGeom prst="ellipse">
            <a:avLst/>
          </a:prstGeom>
          <a:solidFill>
            <a:srgbClr val="BE123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visual_check_seal_icon_label">
            <a:extLst>
              <a:ext uri="{FF2B5EF4-FFF2-40B4-BE49-F238E27FC236}">
                <a16:creationId xmlns:a16="http://schemas.microsoft.com/office/drawing/2014/main" id="{CFB11A23-A563-D651-C586-95D907119F8E}"/>
              </a:ext>
            </a:extLst>
          </p:cNvPr>
          <p:cNvSpPr txBox="1"/>
          <p:nvPr/>
        </p:nvSpPr>
        <p:spPr>
          <a:xfrm>
            <a:off x="10171357" y="4527182"/>
            <a:ext cx="29608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V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24" name="visual_check_label">
            <a:extLst>
              <a:ext uri="{FF2B5EF4-FFF2-40B4-BE49-F238E27FC236}">
                <a16:creationId xmlns:a16="http://schemas.microsoft.com/office/drawing/2014/main" id="{0937406A-8A99-CB2C-EF4E-B7394DD765AE}"/>
              </a:ext>
            </a:extLst>
          </p:cNvPr>
          <p:cNvSpPr txBox="1"/>
          <p:nvPr/>
        </p:nvSpPr>
        <p:spPr>
          <a:xfrm>
            <a:off x="10571942" y="4518459"/>
            <a:ext cx="108854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PROOF POINT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25" name="visual_check_text">
            <a:extLst>
              <a:ext uri="{FF2B5EF4-FFF2-40B4-BE49-F238E27FC236}">
                <a16:creationId xmlns:a16="http://schemas.microsoft.com/office/drawing/2014/main" id="{3AB9A57C-9FE7-AC68-2600-6CF9F6BF7D84}"/>
              </a:ext>
            </a:extLst>
          </p:cNvPr>
          <p:cNvSpPr txBox="1"/>
          <p:nvPr/>
        </p:nvSpPr>
        <p:spPr>
          <a:xfrm>
            <a:off x="10571942" y="4701640"/>
            <a:ext cx="108854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visual validation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26" name="coherence_band">
            <a:extLst>
              <a:ext uri="{FF2B5EF4-FFF2-40B4-BE49-F238E27FC236}">
                <a16:creationId xmlns:a16="http://schemas.microsoft.com/office/drawing/2014/main" id="{ECE7E758-6EDC-404C-BAFC-FDBC456CA6D1}"/>
              </a:ext>
            </a:extLst>
          </p:cNvPr>
          <p:cNvSpPr/>
          <p:nvPr/>
        </p:nvSpPr>
        <p:spPr>
          <a:xfrm>
            <a:off x="783752" y="5320966"/>
            <a:ext cx="10624192" cy="575711"/>
          </a:xfrm>
          <a:prstGeom prst="roundRect">
            <a:avLst>
              <a:gd name="adj" fmla="val 24202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coherence_title">
            <a:extLst>
              <a:ext uri="{FF2B5EF4-FFF2-40B4-BE49-F238E27FC236}">
                <a16:creationId xmlns:a16="http://schemas.microsoft.com/office/drawing/2014/main" id="{A8367D93-CE13-631B-5BF5-4F7220AC7A89}"/>
              </a:ext>
            </a:extLst>
          </p:cNvPr>
          <p:cNvSpPr txBox="1"/>
          <p:nvPr/>
        </p:nvSpPr>
        <p:spPr>
          <a:xfrm>
            <a:off x="1062419" y="5443086"/>
            <a:ext cx="16110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 b="1">
                <a:solidFill>
                  <a:srgbClr val="111827"/>
                </a:solidFill>
                <a:latin typeface="Aptos" panose="020B0004020202020204" pitchFamily="34" charset="0"/>
              </a:rPr>
              <a:t>Coherence checks</a:t>
            </a:r>
            <a:endParaRPr lang="ko-KR" altLang="en-US" sz="1241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28" name="coherence_body">
            <a:extLst>
              <a:ext uri="{FF2B5EF4-FFF2-40B4-BE49-F238E27FC236}">
                <a16:creationId xmlns:a16="http://schemas.microsoft.com/office/drawing/2014/main" id="{341011D6-6142-4B2E-6E47-D866E4BF0B95}"/>
              </a:ext>
            </a:extLst>
          </p:cNvPr>
          <p:cNvSpPr txBox="1"/>
          <p:nvPr/>
        </p:nvSpPr>
        <p:spPr>
          <a:xfrm>
            <a:off x="2830215" y="5425641"/>
            <a:ext cx="8272936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One graph per slide; text is bounded; icons are centered; arrows keep role-level style.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346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</Words>
  <Application>Microsoft Office PowerPoint</Application>
  <PresentationFormat>사용자 지정</PresentationFormat>
  <Paragraphs>67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Aptos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2026-06-22T02:54:40Z</dcterms:created>
  <dcterms:modified xsi:type="dcterms:W3CDTF">2026-06-22T02:54:40Z</dcterms:modified>
</cp:coreProperties>
</file>