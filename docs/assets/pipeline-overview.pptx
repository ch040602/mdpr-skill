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88D0CE-628C-97FF-9378-93A47BBB6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8445BB9-3E60-330B-9477-18457D8E25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6F056-6CB4-7CDB-7501-19A7C69BE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6C5BD6-066D-1933-7117-51DA9C76A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6B9F51-AF03-DDB8-4840-A72100AAB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68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E509E-731F-AAA9-3A1D-81A3BB7A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C6A175-22CF-C6FE-EC5D-9D5EE2152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816839-0152-5E47-4C99-0F634799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683680-BAAA-5E52-DACE-0F0C961EB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5F623-38C1-1E34-4EF9-344E38A4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5526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535F45-0DA9-7F48-43F3-1803B7CC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E40358-8A42-9FC6-2917-B18736A4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F394CB-CECA-6EEB-B31A-390E09357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ADCA71-0BFE-CB7D-EA96-5A5036E19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AA0E8E-2557-7A11-47AD-2537E7839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053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3DFB5-D423-3967-1ECD-092881E7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86057D-A692-69C3-F19B-239E3B968F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FFC00E-8C65-D363-F6B3-374DA95267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23F1470-0822-EC5B-F661-5F459B595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5CBBB0-8F5E-41BF-1CE6-13EC90AB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513C0A7-A081-3A5A-E746-EFDB7AB8C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948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20BF3-514B-E1CE-98DE-96CA91905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2DF47-6694-74E4-E959-A482CECD9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A2EB6A-3062-1A02-81EA-9458B394B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D45156E-442F-0663-D74D-0A0E1CFC7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D0259D-E711-69B8-D201-39CD5A2CB6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472E78-3353-FDC3-0DA1-4ED6A72A3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FA96DC9-299F-D73F-9684-21B575DC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878EB29-0FEF-751B-36E1-C78AE7563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5623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3F5BA-78B6-570B-DF42-FE22F0FB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7656B1-855F-B05D-BA74-81365E14D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3A5DC2-739D-8CAD-F3DD-4F7464AF9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465B24-96F8-8AFC-ABE0-BB193F7A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461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190D2E2-674E-57EF-4A68-51FCEC124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E30F7D-D658-CCD7-547D-26E90344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58636-E2AB-9D79-AF9B-269FAB80A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5208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9D824-4DE3-DB5C-CCD6-C5EFF5AD4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1A9B31-304D-EF76-ECEB-BBB90E5EA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409A6B-1F7C-8A17-51F6-7C88ECC54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A23BE8-5E13-7D52-F61B-99DB42E46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C237A8-4119-4B53-4AC5-6655B1A51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33D61E-9114-7391-04F7-2B4B10334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889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EF15BB-7A74-6894-8467-1ED61FAE5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6602829-7163-9231-FA9B-B3AB36A4F0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EB3448-DC93-AEEA-1DD1-C9F70FE7A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4D3532-2E7A-6E73-D532-E6BB5A102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C333BB-26C5-74A6-3793-E4A2F0E6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7423E2-A1C0-87C1-85C9-0FBD01F69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042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608C1C-5A8E-4567-4660-EF293D181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1ED10A-98C2-F31D-9DC3-F85207884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6FCAD2-6338-8925-CAEC-CFD405924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1F6D4A-CC0A-1458-BAFE-EFFC1819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8F61AE-FE10-A116-48AB-870531371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387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B78D35-0528-ED2B-374F-2BC475711F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F988CF-F49B-9BC9-D759-78E2B79CA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8BB609-9296-7771-434C-031D5AEE7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2063C-C406-BE19-C469-FFAAC94DB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AB00F5-C3D9-D4A9-8126-97994BD4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E3C2EB9-CBC8-3520-2339-40CE2FCFC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6A5F8C-9319-B4F5-A58F-50B7B7CD3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722565-0365-77E5-F6F9-78002834F1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1C09F-EDF6-4DBB-A73F-92F9C5F671FF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DC2AE4-D77F-42D5-9853-1CC20398A6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95AA5-3AB2-66F3-918F-ECBC8C70F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93615-8533-47CD-8C7D-DF261FCA69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186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F20A867D-B668-A482-BEE2-0D30CB4A41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77136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2026-06-19T16:09:09Z</dcterms:created>
  <dcterms:modified xsi:type="dcterms:W3CDTF">2026-06-19T16:09:09Z</dcterms:modified>
</cp:coreProperties>
</file>