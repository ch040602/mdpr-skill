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59E97-4178-2869-1337-8A3246AC1B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CA3827E-A20B-D05A-1A92-04EF0C671F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2E059E-BDA8-568A-C2A5-AF7F529D7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92C38-B0C8-4D61-B511-2B35933A6C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EF1DEDA-B0D3-40A6-C0AE-E2532FEC2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ACC732-7731-7B1D-928B-55176CE6D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F83F0-4926-4A81-806C-F53BFF5750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558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CC5FAE-5F66-F01F-0C49-2D7A6D92C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492B8D-FC86-876A-68B7-E74BFC4A5E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5622BC-1E35-E2DA-7E01-E0445A3A2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92C38-B0C8-4D61-B511-2B35933A6C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44E76A-C380-2F2D-3150-7F61BBA62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A5941B-4340-45FE-A3A0-F440F24ED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F83F0-4926-4A81-806C-F53BFF5750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3702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1BD8E2-FD41-C356-A6D0-9FAEA2EC6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0783F1-A1B6-E8E9-E68B-500D3846DD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1EC263-C078-31E6-1D40-6EE67C325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92C38-B0C8-4D61-B511-2B35933A6C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049CF7-9912-11FC-C60A-A51A9BDD7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0BF0F7-63CD-D9DA-55DD-89EEC7E0C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F83F0-4926-4A81-806C-F53BFF5750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4713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83116F-70D5-0440-EB13-B0E392849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D676D2-CC6E-51EB-826F-ECBB43FF68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1BA4F48-1D11-6008-69B3-CBFE3AD166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3138F0E-6B42-4BD7-F803-DCA94D216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92C38-B0C8-4D61-B511-2B35933A6C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7CB2B1-BAB0-48E8-DEC2-FB14D94B8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3A762BE-5F31-5FE8-E5A1-27BA2465E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F83F0-4926-4A81-806C-F53BFF5750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9991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3DDB7E-6F7D-31ED-E26F-E77CE025E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D584A4-8C27-6C4D-7CA3-1B40AE0C2F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80A1C98-A70B-4535-EB2A-47C5A8F931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720380-8D30-A571-D4DB-4B316D8A1A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C21517C-E266-6C5F-6F01-66C3B0E788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3837287-C999-40CA-3041-837556CA1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92C38-B0C8-4D61-B511-2B35933A6C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91FB1F-AC3D-66C9-3CA7-4CA759D0A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06FB7EA-350F-0259-DF63-1532CC5A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F83F0-4926-4A81-806C-F53BFF5750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7456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55807-A593-5CAE-14FB-3CC415B12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B6537C-8313-4562-CE18-5E727F16B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92C38-B0C8-4D61-B511-2B35933A6C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B36B3C0-DEBB-4B96-3ADC-6B2F5A814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58EEB0B-7975-CC21-41DD-C4BCF81E1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F83F0-4926-4A81-806C-F53BFF5750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92155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BDA4900-AB43-5C54-A2A9-AE94E49C6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92C38-B0C8-4D61-B511-2B35933A6C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756D1F6-FA89-BD71-2361-CA78DA210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A3A197-B442-2027-7B97-F54451B35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F83F0-4926-4A81-806C-F53BFF5750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8166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8AF906-9D68-CA52-477F-BAC21945B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998FA9-35F8-4E80-BDBF-9871F497F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3F8B1A0-6D0D-872A-BB4B-818AB2B5D1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212B371-9A79-F587-F7B9-B2D4B0A88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92C38-B0C8-4D61-B511-2B35933A6C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89A177C-98EB-6B69-A210-5CE2F69F0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7B1B72-43A3-E69B-A8B3-3A29B7CA6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F83F0-4926-4A81-806C-F53BFF5750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031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F38F6C-4B68-3AC5-83FD-CC18DDA77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5E4D112-AA6C-81BF-C867-BFA98FDC64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6AD8CD8-8568-19A3-D3A5-B766A88673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750A3B-7207-F198-6D4E-A9168C41E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92C38-B0C8-4D61-B511-2B35933A6C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E7EDA9-B800-3284-014C-F89AC884E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0C32BD-3EC6-0E29-B612-135FD0CF7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F83F0-4926-4A81-806C-F53BFF5750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50539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79BB05-BBBC-7095-995B-114B4525D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15B4677-97CC-9A7D-CDE8-F61C47EE6E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07447F-6B0F-83E3-D7A0-785E4497B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92C38-B0C8-4D61-B511-2B35933A6C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55D705-AE06-A490-81A2-20F280326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EEA013-7779-3153-7929-DDEE8B98D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F83F0-4926-4A81-806C-F53BFF5750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9774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7FEC5C8-BE35-CDF4-793F-28C8C497A3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487CC96-91F5-76F0-C349-D4980D89DF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102A23-78E5-1851-5B62-91758DEAC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92C38-B0C8-4D61-B511-2B35933A6C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07014D-EA3F-497C-5577-094246555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F37EAB-9F53-FAAF-586C-2949D7E1C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F83F0-4926-4A81-806C-F53BFF5750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0593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E72AF5-2C3C-7239-B657-92E656720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E26B0CB-CDF0-9511-8B62-7F5AD58DE7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BEC8FC-6564-C068-C34C-E8F828F91F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D92C38-B0C8-4D61-B511-2B35933A6C49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EA0AD1-457C-45B7-16E7-BF92EABE22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8EEB77-7BEA-96CD-16FA-ED30420F5D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7F83F0-4926-4A81-806C-F53BFF5750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982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peline_overview_svg">
            <a:extLst>
              <a:ext uri="{FF2B5EF4-FFF2-40B4-BE49-F238E27FC236}">
                <a16:creationId xmlns:a16="http://schemas.microsoft.com/office/drawing/2014/main" id="{2A4665A3-0E5D-DC53-39E1-206EA607856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  <a:effectLst>
            <a:outerShdw blurRad="50800" dist="19050" dir="5400000" rotWithShape="0">
              <a:scrgbClr r="0" g="0" b="0">
                <a:alpha val="12000"/>
              </a:sc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18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2026-06-19T08:51:51Z</dcterms:created>
  <dcterms:modified xsi:type="dcterms:W3CDTF">2026-06-19T08:51:51Z</dcterms:modified>
</cp:coreProperties>
</file>