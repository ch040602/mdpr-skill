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6294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A2AFE-3941-81EC-158F-06E887711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4951"/>
            <a:ext cx="9144000" cy="2308013"/>
          </a:xfrm>
        </p:spPr>
        <p:txBody>
          <a:bodyPr anchor="b"/>
          <a:lstStyle>
            <a:lvl1pPr algn="ctr"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B6CA54-E401-BFB8-211E-EDB9EF132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81970"/>
            <a:ext cx="9144000" cy="1600570"/>
          </a:xfrm>
        </p:spPr>
        <p:txBody>
          <a:bodyPr/>
          <a:lstStyle>
            <a:lvl1pPr marL="0" indent="0" algn="ctr">
              <a:buNone/>
              <a:defRPr sz="2320"/>
            </a:lvl1pPr>
            <a:lvl2pPr marL="441975" indent="0" algn="ctr">
              <a:buNone/>
              <a:defRPr sz="1933"/>
            </a:lvl2pPr>
            <a:lvl3pPr marL="883950" indent="0" algn="ctr">
              <a:buNone/>
              <a:defRPr sz="1740"/>
            </a:lvl3pPr>
            <a:lvl4pPr marL="1325926" indent="0" algn="ctr">
              <a:buNone/>
              <a:defRPr sz="1547"/>
            </a:lvl4pPr>
            <a:lvl5pPr marL="1767901" indent="0" algn="ctr">
              <a:buNone/>
              <a:defRPr sz="1547"/>
            </a:lvl5pPr>
            <a:lvl6pPr marL="2209876" indent="0" algn="ctr">
              <a:buNone/>
              <a:defRPr sz="1547"/>
            </a:lvl6pPr>
            <a:lvl7pPr marL="2651851" indent="0" algn="ctr">
              <a:buNone/>
              <a:defRPr sz="1547"/>
            </a:lvl7pPr>
            <a:lvl8pPr marL="3093827" indent="0" algn="ctr">
              <a:buNone/>
              <a:defRPr sz="1547"/>
            </a:lvl8pPr>
            <a:lvl9pPr marL="3535802" indent="0" algn="ctr">
              <a:buNone/>
              <a:defRPr sz="1547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5C7A79-9C06-3CCE-2186-F38D9B61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58D382-9693-FB47-4764-488C54DD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F2EF55-D411-7F66-1AB2-853B24C4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39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094B5-6978-12D7-F9F9-F4EA202F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7859E6-1F56-57D0-53F2-4C0C60383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4E2AE4-8A94-E740-10A1-6D5B7632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73487F-6609-2907-DCDC-36737205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2DEC0A-AF63-0385-9ED9-8AC2F5F5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07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C2F76-E36B-BD94-57DF-E30F88EE4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2747"/>
            <a:ext cx="10515600" cy="2757646"/>
          </a:xfrm>
        </p:spPr>
        <p:txBody>
          <a:bodyPr anchor="b"/>
          <a:lstStyle>
            <a:lvl1pPr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DDB1B-F4D6-DD91-12AA-215C21AA7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36481"/>
            <a:ext cx="10515600" cy="1450181"/>
          </a:xfrm>
        </p:spPr>
        <p:txBody>
          <a:bodyPr/>
          <a:lstStyle>
            <a:lvl1pPr marL="0" indent="0">
              <a:buNone/>
              <a:defRPr sz="2320">
                <a:solidFill>
                  <a:schemeClr val="tx1">
                    <a:tint val="82000"/>
                  </a:schemeClr>
                </a:solidFill>
              </a:defRPr>
            </a:lvl1pPr>
            <a:lvl2pPr marL="441975" indent="0">
              <a:buNone/>
              <a:defRPr sz="1933">
                <a:solidFill>
                  <a:schemeClr val="tx1">
                    <a:tint val="82000"/>
                  </a:schemeClr>
                </a:solidFill>
              </a:defRPr>
            </a:lvl2pPr>
            <a:lvl3pPr marL="883950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3pPr>
            <a:lvl4pPr marL="1325926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4pPr>
            <a:lvl5pPr marL="1767901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5pPr>
            <a:lvl6pPr marL="2209876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6pPr>
            <a:lvl7pPr marL="2651851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7pPr>
            <a:lvl8pPr marL="3093827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8pPr>
            <a:lvl9pPr marL="3535802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6CBCE-1353-2EC3-12E4-BFE5D26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D580CE-FBBE-A006-4BE9-650C3215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167E45-7362-47A8-15D8-91D07EC6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EAA67-A918-4B49-694C-3443B03B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681926-D7BD-57F0-252E-61D50F2D3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64771"/>
            <a:ext cx="5181600" cy="42062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E6536C-A562-7C1C-C5FB-0899EF68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64771"/>
            <a:ext cx="5181600" cy="42062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2C8CC1-AA10-C700-53F2-8B8A59C4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E5F71E-C077-88C5-37D9-3E602901D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86DB92-5919-4EB5-F8CF-187EE5D9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67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71F4F-2780-DF4A-73F2-C902B867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52954"/>
            <a:ext cx="10515600" cy="128137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FCAB3B-0407-3F7D-0633-91697F71F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25124"/>
            <a:ext cx="5157787" cy="796448"/>
          </a:xfrm>
        </p:spPr>
        <p:txBody>
          <a:bodyPr anchor="b"/>
          <a:lstStyle>
            <a:lvl1pPr marL="0" indent="0">
              <a:buNone/>
              <a:defRPr sz="2320" b="1"/>
            </a:lvl1pPr>
            <a:lvl2pPr marL="441975" indent="0">
              <a:buNone/>
              <a:defRPr sz="1933" b="1"/>
            </a:lvl2pPr>
            <a:lvl3pPr marL="883950" indent="0">
              <a:buNone/>
              <a:defRPr sz="1740" b="1"/>
            </a:lvl3pPr>
            <a:lvl4pPr marL="1325926" indent="0">
              <a:buNone/>
              <a:defRPr sz="1547" b="1"/>
            </a:lvl4pPr>
            <a:lvl5pPr marL="1767901" indent="0">
              <a:buNone/>
              <a:defRPr sz="1547" b="1"/>
            </a:lvl5pPr>
            <a:lvl6pPr marL="2209876" indent="0">
              <a:buNone/>
              <a:defRPr sz="1547" b="1"/>
            </a:lvl6pPr>
            <a:lvl7pPr marL="2651851" indent="0">
              <a:buNone/>
              <a:defRPr sz="1547" b="1"/>
            </a:lvl7pPr>
            <a:lvl8pPr marL="3093827" indent="0">
              <a:buNone/>
              <a:defRPr sz="1547" b="1"/>
            </a:lvl8pPr>
            <a:lvl9pPr marL="3535802" indent="0">
              <a:buNone/>
              <a:defRPr sz="15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E435B9-D30A-A02B-8043-6C72F47D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21573"/>
            <a:ext cx="5157787" cy="3561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2ED550-A8CE-DFD9-2DEA-0880F58EA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25124"/>
            <a:ext cx="5183188" cy="796448"/>
          </a:xfrm>
        </p:spPr>
        <p:txBody>
          <a:bodyPr anchor="b"/>
          <a:lstStyle>
            <a:lvl1pPr marL="0" indent="0">
              <a:buNone/>
              <a:defRPr sz="2320" b="1"/>
            </a:lvl1pPr>
            <a:lvl2pPr marL="441975" indent="0">
              <a:buNone/>
              <a:defRPr sz="1933" b="1"/>
            </a:lvl2pPr>
            <a:lvl3pPr marL="883950" indent="0">
              <a:buNone/>
              <a:defRPr sz="1740" b="1"/>
            </a:lvl3pPr>
            <a:lvl4pPr marL="1325926" indent="0">
              <a:buNone/>
              <a:defRPr sz="1547" b="1"/>
            </a:lvl4pPr>
            <a:lvl5pPr marL="1767901" indent="0">
              <a:buNone/>
              <a:defRPr sz="1547" b="1"/>
            </a:lvl5pPr>
            <a:lvl6pPr marL="2209876" indent="0">
              <a:buNone/>
              <a:defRPr sz="1547" b="1"/>
            </a:lvl6pPr>
            <a:lvl7pPr marL="2651851" indent="0">
              <a:buNone/>
              <a:defRPr sz="1547" b="1"/>
            </a:lvl7pPr>
            <a:lvl8pPr marL="3093827" indent="0">
              <a:buNone/>
              <a:defRPr sz="1547" b="1"/>
            </a:lvl8pPr>
            <a:lvl9pPr marL="3535802" indent="0">
              <a:buNone/>
              <a:defRPr sz="15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222074-6EC1-DE78-8406-615B8CE0B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21573"/>
            <a:ext cx="5183188" cy="3561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209C1F-84BA-AB82-1F38-D620642B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C5154B-E4DE-AD10-C352-E2F58516A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B14E57-DF9D-FDBD-4813-E853A93E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70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C6994-C1F6-7E96-8F7C-8B027394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ED8D78-796C-3819-46C4-30563791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DDB6A2-A408-6591-5411-DE900A25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96EBCA-478A-E2A2-DF4F-DCC76406D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63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136C61-7986-6DA7-000A-649C384C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3EA11C-8BF9-78EB-47F6-A1FF2659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5DA143-16A7-F226-8B1E-1F9EC3FE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85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AF9F3-2AB0-0C08-1EEF-1E75172E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1960"/>
            <a:ext cx="3932237" cy="1546860"/>
          </a:xfrm>
        </p:spPr>
        <p:txBody>
          <a:bodyPr anchor="b"/>
          <a:lstStyle>
            <a:lvl1pPr>
              <a:defRPr sz="309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72DBF-60EC-3901-5BA3-0CE8B5351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54511"/>
            <a:ext cx="6172200" cy="4711171"/>
          </a:xfrm>
        </p:spPr>
        <p:txBody>
          <a:bodyPr/>
          <a:lstStyle>
            <a:lvl1pPr>
              <a:defRPr sz="3093"/>
            </a:lvl1pPr>
            <a:lvl2pPr>
              <a:defRPr sz="2707"/>
            </a:lvl2pPr>
            <a:lvl3pPr>
              <a:defRPr sz="2320"/>
            </a:lvl3pPr>
            <a:lvl4pPr>
              <a:defRPr sz="1933"/>
            </a:lvl4pPr>
            <a:lvl5pPr>
              <a:defRPr sz="1933"/>
            </a:lvl5pPr>
            <a:lvl6pPr>
              <a:defRPr sz="1933"/>
            </a:lvl6pPr>
            <a:lvl7pPr>
              <a:defRPr sz="1933"/>
            </a:lvl7pPr>
            <a:lvl8pPr>
              <a:defRPr sz="1933"/>
            </a:lvl8pPr>
            <a:lvl9pPr>
              <a:defRPr sz="19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463AC2-BC2B-903E-059F-C1A2562CC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988820"/>
            <a:ext cx="3932237" cy="3684535"/>
          </a:xfrm>
        </p:spPr>
        <p:txBody>
          <a:bodyPr/>
          <a:lstStyle>
            <a:lvl1pPr marL="0" indent="0">
              <a:buNone/>
              <a:defRPr sz="1547"/>
            </a:lvl1pPr>
            <a:lvl2pPr marL="441975" indent="0">
              <a:buNone/>
              <a:defRPr sz="1353"/>
            </a:lvl2pPr>
            <a:lvl3pPr marL="883950" indent="0">
              <a:buNone/>
              <a:defRPr sz="1160"/>
            </a:lvl3pPr>
            <a:lvl4pPr marL="1325926" indent="0">
              <a:buNone/>
              <a:defRPr sz="967"/>
            </a:lvl4pPr>
            <a:lvl5pPr marL="1767901" indent="0">
              <a:buNone/>
              <a:defRPr sz="967"/>
            </a:lvl5pPr>
            <a:lvl6pPr marL="2209876" indent="0">
              <a:buNone/>
              <a:defRPr sz="967"/>
            </a:lvl6pPr>
            <a:lvl7pPr marL="2651851" indent="0">
              <a:buNone/>
              <a:defRPr sz="967"/>
            </a:lvl7pPr>
            <a:lvl8pPr marL="3093827" indent="0">
              <a:buNone/>
              <a:defRPr sz="967"/>
            </a:lvl8pPr>
            <a:lvl9pPr marL="3535802" indent="0">
              <a:buNone/>
              <a:defRPr sz="9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5B75C9-1E11-F779-EE87-DD60DCAA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FAA6D-D9AB-E082-8B97-743039E3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8319C4-4937-D927-2A24-6AD5C8EA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77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D991C-AFE6-5F14-FDCE-EB9F1F2E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1960"/>
            <a:ext cx="3932237" cy="1546860"/>
          </a:xfrm>
        </p:spPr>
        <p:txBody>
          <a:bodyPr anchor="b"/>
          <a:lstStyle>
            <a:lvl1pPr>
              <a:defRPr sz="309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602EC8-0927-7940-6732-371556E3D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54511"/>
            <a:ext cx="6172200" cy="4711171"/>
          </a:xfrm>
        </p:spPr>
        <p:txBody>
          <a:bodyPr/>
          <a:lstStyle>
            <a:lvl1pPr marL="0" indent="0">
              <a:buNone/>
              <a:defRPr sz="3093"/>
            </a:lvl1pPr>
            <a:lvl2pPr marL="441975" indent="0">
              <a:buNone/>
              <a:defRPr sz="2707"/>
            </a:lvl2pPr>
            <a:lvl3pPr marL="883950" indent="0">
              <a:buNone/>
              <a:defRPr sz="2320"/>
            </a:lvl3pPr>
            <a:lvl4pPr marL="1325926" indent="0">
              <a:buNone/>
              <a:defRPr sz="1933"/>
            </a:lvl4pPr>
            <a:lvl5pPr marL="1767901" indent="0">
              <a:buNone/>
              <a:defRPr sz="1933"/>
            </a:lvl5pPr>
            <a:lvl6pPr marL="2209876" indent="0">
              <a:buNone/>
              <a:defRPr sz="1933"/>
            </a:lvl6pPr>
            <a:lvl7pPr marL="2651851" indent="0">
              <a:buNone/>
              <a:defRPr sz="1933"/>
            </a:lvl7pPr>
            <a:lvl8pPr marL="3093827" indent="0">
              <a:buNone/>
              <a:defRPr sz="1933"/>
            </a:lvl8pPr>
            <a:lvl9pPr marL="3535802" indent="0">
              <a:buNone/>
              <a:defRPr sz="1933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AAF59C-ABF9-0675-1534-2EDDF7FD3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988820"/>
            <a:ext cx="3932237" cy="3684535"/>
          </a:xfrm>
        </p:spPr>
        <p:txBody>
          <a:bodyPr/>
          <a:lstStyle>
            <a:lvl1pPr marL="0" indent="0">
              <a:buNone/>
              <a:defRPr sz="1547"/>
            </a:lvl1pPr>
            <a:lvl2pPr marL="441975" indent="0">
              <a:buNone/>
              <a:defRPr sz="1353"/>
            </a:lvl2pPr>
            <a:lvl3pPr marL="883950" indent="0">
              <a:buNone/>
              <a:defRPr sz="1160"/>
            </a:lvl3pPr>
            <a:lvl4pPr marL="1325926" indent="0">
              <a:buNone/>
              <a:defRPr sz="967"/>
            </a:lvl4pPr>
            <a:lvl5pPr marL="1767901" indent="0">
              <a:buNone/>
              <a:defRPr sz="967"/>
            </a:lvl5pPr>
            <a:lvl6pPr marL="2209876" indent="0">
              <a:buNone/>
              <a:defRPr sz="967"/>
            </a:lvl6pPr>
            <a:lvl7pPr marL="2651851" indent="0">
              <a:buNone/>
              <a:defRPr sz="967"/>
            </a:lvl7pPr>
            <a:lvl8pPr marL="3093827" indent="0">
              <a:buNone/>
              <a:defRPr sz="967"/>
            </a:lvl8pPr>
            <a:lvl9pPr marL="3535802" indent="0">
              <a:buNone/>
              <a:defRPr sz="9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77D225-D41F-D1D4-65E2-5170525A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D99BB4-0650-7C58-7778-CF08867F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3F7AC9-F502-F0D6-0D96-A4A11B03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67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8F011-2E78-EB9A-2EC3-578EB7C8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374D09-BB79-964B-E829-5B78C12C9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234DAD-18DC-3C6C-6024-E8464695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F392D-7E00-86D3-3438-6A4D5FA2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A1A1DF-663B-CD67-E729-94A85955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75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0222F9-2FFD-A33C-721E-4AFB54A89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52954"/>
            <a:ext cx="2628900" cy="561811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0E7115-FBC9-9951-BB7A-CB0A75ADA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52954"/>
            <a:ext cx="7734300" cy="561811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973CD-835A-0723-FBA8-C8546DFFE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28A7F-51E2-97A7-7552-4040DC2E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4B7C6-1639-92BC-911C-9B0D2AB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53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3B3FB6-9F32-C600-8EBF-3E5FD1593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954"/>
            <a:ext cx="10515600" cy="1281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13EFA3-29BD-27E9-6780-72060F705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4771"/>
            <a:ext cx="10515600" cy="4206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B3EBCF-F71C-F55F-73CC-B7EB3E430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44472"/>
            <a:ext cx="27432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5C9D7-F6C7-4C02-9146-8B76B3D130D1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D7462-8493-EAA2-EF9C-A461FBB0F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4472"/>
            <a:ext cx="41148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BDA10D-D8A4-5E15-E766-D6AA3D64C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44472"/>
            <a:ext cx="27432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2397E-EA6D-4E64-8CFF-2304B77E2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09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83950" rtl="0" eaLnBrk="1" latinLnBrk="1" hangingPunct="1">
        <a:lnSpc>
          <a:spcPct val="90000"/>
        </a:lnSpc>
        <a:spcBef>
          <a:spcPct val="0"/>
        </a:spcBef>
        <a:buNone/>
        <a:defRPr sz="42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988" indent="-220988" algn="l" defTabSz="883950" rtl="0" eaLnBrk="1" latinLnBrk="1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7" kern="1200">
          <a:solidFill>
            <a:schemeClr val="tx1"/>
          </a:solidFill>
          <a:latin typeface="+mn-lt"/>
          <a:ea typeface="+mn-ea"/>
          <a:cs typeface="+mn-cs"/>
        </a:defRPr>
      </a:lvl1pPr>
      <a:lvl2pPr marL="662963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2pPr>
      <a:lvl3pPr marL="1104938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3" kern="1200">
          <a:solidFill>
            <a:schemeClr val="tx1"/>
          </a:solidFill>
          <a:latin typeface="+mn-lt"/>
          <a:ea typeface="+mn-ea"/>
          <a:cs typeface="+mn-cs"/>
        </a:defRPr>
      </a:lvl3pPr>
      <a:lvl4pPr marL="1546913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988889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430864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872839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314814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756790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1pPr>
      <a:lvl2pPr marL="441975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2pPr>
      <a:lvl3pPr marL="883950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25926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767901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209876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651851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093827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535802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peline_overview_svg">
            <a:extLst>
              <a:ext uri="{FF2B5EF4-FFF2-40B4-BE49-F238E27FC236}">
                <a16:creationId xmlns:a16="http://schemas.microsoft.com/office/drawing/2014/main" id="{8B14539C-407E-71C3-84E6-15A86E6B143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629400"/>
          </a:xfrm>
          <a:prstGeom prst="rect">
            <a:avLst/>
          </a:prstGeom>
          <a:effectLst>
            <a:outerShdw blurRad="50800" dist="19050" dir="5400000" rotWithShape="0">
              <a:scrgbClr r="0" g="0" b="0">
                <a:alpha val="12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367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채승훈</dc:creator>
  <cp:lastModifiedBy>채승훈</cp:lastModifiedBy>
  <cp:revision>1</cp:revision>
  <dcterms:created xsi:type="dcterms:W3CDTF">2026-06-19T13:47:27Z</dcterms:created>
  <dcterms:modified xsi:type="dcterms:W3CDTF">2026-06-19T13:47:27Z</dcterms:modified>
</cp:coreProperties>
</file>