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30246-0E6D-449F-9B3A-0C50B528A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F22FECA-46E4-2756-9589-AC2EEF9E48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6B1F31-CA79-9F61-2253-9F61253A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8C68ED-AD92-B13A-4673-0600DC769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271CB9-E2BB-92E1-14BB-7EE0BD355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7427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8D2776-BC68-728A-5C2A-70240FD14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2AFB13-35B8-7D85-FE1E-D14FB7334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3435F3-765F-A191-063A-AE4BC7F05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8C1387-2417-D030-D3CB-DE01F8538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8E1C98-4564-FF41-331D-ADD882B08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918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4698F-18AB-3425-96E0-5BDF601E4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EFB3E4-FB01-1A7E-A225-F236DF241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5C1B1E-8E2D-F2BF-1EAD-7F56E7277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4B87B4-8A9F-F60E-84C8-C9E7E2750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70A2E-4204-29D2-F4F5-83DAD68AC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571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01D98D-AA22-4536-F635-827CC2688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7BC3E7-0E70-5D9D-2C3C-705FC55578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367486-0AF0-5D65-AF99-55448FE40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9A1818-C229-431F-1EBA-6D4BC552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A12F3B-3F33-D2CF-2B32-61AA7DFBB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FE1BF6-DED9-320A-5A25-E40A9823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0113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255485-E140-E320-19C3-E8613EF26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D633DD1-AF81-8F4B-52A8-0BF8C465A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26CF5B2-BA2F-0A78-BCBD-AB5F57C08A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5F982DE-DF20-1613-8078-FBFB275E71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CE62BB1-43C6-AC19-AD90-1FCFA8ECE9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6CAD9C-8FB4-6C5C-208A-5FCE57E33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CF37FC1-ECA5-5022-EBAC-0A8A0854A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7E44CB-288F-AFE4-F475-1B304C80F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882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49E272-78F2-2B83-BEBF-E41E97B95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8CA0BB-26F0-8C6D-2616-13AA54AFA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71F9C2-F25F-EB90-F7B1-9B3C99404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C0C6B3-3EC2-85F0-3EC4-5941C6A82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972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8484E79-289E-9D57-B116-D49B45ADB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067095C-997D-082B-96DA-700CCBE96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0FD8FF-AEFC-B07E-AAE8-B959FBBA7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282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6297A1-35F5-DE8E-DD21-3D4CA9729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10768-D974-5682-569D-306BE94FE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A8D91C-5922-425A-90C7-FB9216F9C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4769B0-3055-6673-F0C1-5F5D5D24A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BDC113-C5B6-00DA-6988-C89D5CD19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1C4F4A-1FF0-77DA-8B03-AEBE1CF54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156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B0B9B-22C0-5642-5F96-CF8BB9416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CF96DA0-CE99-BA11-CED8-3C65AE7990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F821E12-CDB5-45C1-E45B-CBA6092C5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11C10F-D807-7335-170B-85FF52F24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338F221-3BF3-BCDC-3DC5-7E082E84C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D78494-F116-A918-26DA-7F102F1A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56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C07E5-FC2E-86C9-A456-149F7D6E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B98D82B-FB08-43AA-10E1-6F1DF21F2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822AA-8B28-581C-05E8-359B209A7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32C1FC-3250-F78E-1F4A-37B2F52B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6EBE82-1459-339B-8AB7-F3204EB62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090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D01F664-A3A9-DB48-1FA6-4D9DC7E1E3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01DEA81-3A86-31AB-AFAC-BE39EF8E9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6C1E78-CC28-43FB-3894-1EE3043D3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AF613B-D8EC-25B5-4AB7-6BC803DDF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3C513E-B149-F056-15E8-C26740BC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52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83E73-7F38-2E97-3029-B4E0EC818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D892E7-9763-76F4-90A6-02E6E2ABF4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7ED005-CED8-B543-EDDD-FDC148565A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3FB5EC-CF88-4035-A752-ACC250E0626A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2BDFCF-B4AF-DA01-109C-D8C7AD1824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63665B-B821-F6D3-DA43-1C52F3C8A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BD0AC-AD16-4498-B7AD-B58A3BA041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02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7722F11C-4892-0F23-BB55-52003F5EFE7F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81507C64-5907-30A5-ACF7-ACAB4B9EA9F3}"/>
              </a:ext>
            </a:extLst>
          </p:cNvPr>
          <p:cNvCxnSpPr/>
          <p:nvPr/>
        </p:nvCxnSpPr>
        <p:spPr>
          <a:xfrm>
            <a:off x="627001" y="5416918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C903421C-E5B4-C411-DB6E-FECDB5FFE612}"/>
              </a:ext>
            </a:extLst>
          </p:cNvPr>
          <p:cNvCxnSpPr/>
          <p:nvPr/>
        </p:nvCxnSpPr>
        <p:spPr>
          <a:xfrm>
            <a:off x="330917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EDAC0E4F-45B2-E0D7-BAD2-11DCFD443B14}"/>
              </a:ext>
            </a:extLst>
          </p:cNvPr>
          <p:cNvCxnSpPr/>
          <p:nvPr/>
        </p:nvCxnSpPr>
        <p:spPr>
          <a:xfrm>
            <a:off x="6008764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98FB07C9-1198-B655-437B-D1D736A738D7}"/>
              </a:ext>
            </a:extLst>
          </p:cNvPr>
          <p:cNvCxnSpPr/>
          <p:nvPr/>
        </p:nvCxnSpPr>
        <p:spPr>
          <a:xfrm>
            <a:off x="9614022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8C6F9F3A-138F-8068-17E3-D6B3E55ABB84}"/>
              </a:ext>
            </a:extLst>
          </p:cNvPr>
          <p:cNvSpPr txBox="1"/>
          <p:nvPr/>
        </p:nvSpPr>
        <p:spPr>
          <a:xfrm>
            <a:off x="592168" y="401253"/>
            <a:ext cx="714085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1278923A-9C24-6C68-DB5B-652B7CCD90E9}"/>
              </a:ext>
            </a:extLst>
          </p:cNvPr>
          <p:cNvSpPr txBox="1"/>
          <p:nvPr/>
        </p:nvSpPr>
        <p:spPr>
          <a:xfrm>
            <a:off x="592168" y="785061"/>
            <a:ext cx="1018877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E238D4A7-6AE3-52FE-432A-9485760A29BD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0C51956F-EAF5-6383-A9DC-4458C1905A75}"/>
              </a:ext>
            </a:extLst>
          </p:cNvPr>
          <p:cNvSpPr txBox="1"/>
          <p:nvPr/>
        </p:nvSpPr>
        <p:spPr>
          <a:xfrm>
            <a:off x="975336" y="1526507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9CAA5B4D-2EE0-0C96-AA29-DC08C026A178}"/>
              </a:ext>
            </a:extLst>
          </p:cNvPr>
          <p:cNvSpPr txBox="1"/>
          <p:nvPr/>
        </p:nvSpPr>
        <p:spPr>
          <a:xfrm>
            <a:off x="975336" y="1831808"/>
            <a:ext cx="2055171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F4A2EE2F-FBF2-CD9B-33E6-16FCB47DE534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/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485CAA72-4ADD-A2F3-D5F1-0FD150F3AB76}"/>
              </a:ext>
            </a:extLst>
          </p:cNvPr>
          <p:cNvSpPr txBox="1"/>
          <p:nvPr/>
        </p:nvSpPr>
        <p:spPr>
          <a:xfrm>
            <a:off x="3631383" y="1526507"/>
            <a:ext cx="196808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6CCEC35B-B323-7F5D-D4CE-0791B3E61F65}"/>
              </a:ext>
            </a:extLst>
          </p:cNvPr>
          <p:cNvSpPr txBox="1"/>
          <p:nvPr/>
        </p:nvSpPr>
        <p:spPr>
          <a:xfrm>
            <a:off x="3631383" y="1831808"/>
            <a:ext cx="196808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F4E78355-AE73-436A-A680-A07337B4DEA4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/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4E217526-C679-EE99-7AB0-1923C9482F3A}"/>
              </a:ext>
            </a:extLst>
          </p:cNvPr>
          <p:cNvSpPr txBox="1"/>
          <p:nvPr/>
        </p:nvSpPr>
        <p:spPr>
          <a:xfrm>
            <a:off x="6078431" y="1526507"/>
            <a:ext cx="351817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3ECE5EB2-7B56-F577-FD36-EE7769739378}"/>
              </a:ext>
            </a:extLst>
          </p:cNvPr>
          <p:cNvSpPr txBox="1"/>
          <p:nvPr/>
        </p:nvSpPr>
        <p:spPr>
          <a:xfrm>
            <a:off x="6078431" y="1831808"/>
            <a:ext cx="351817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AB39D39D-A08F-7470-0CD5-689B9E11EC29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/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E7E9B0E1-D152-C312-6A7A-D8A697DB9C0D}"/>
              </a:ext>
            </a:extLst>
          </p:cNvPr>
          <p:cNvSpPr txBox="1"/>
          <p:nvPr/>
        </p:nvSpPr>
        <p:spPr>
          <a:xfrm>
            <a:off x="10119107" y="1526507"/>
            <a:ext cx="161975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B89429F1-362C-1D44-A4B7-A7009245945F}"/>
              </a:ext>
            </a:extLst>
          </p:cNvPr>
          <p:cNvSpPr txBox="1"/>
          <p:nvPr/>
        </p:nvSpPr>
        <p:spPr>
          <a:xfrm>
            <a:off x="10119107" y="1831808"/>
            <a:ext cx="161975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26A49D9C-7DF6-A1C5-4411-3921DBA0F21B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DA4482F0-294C-3E66-E138-D54E5C162A29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E68131D9-6CAA-0B9D-3573-0BDE93ED67F4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972B8B13-DA58-DB33-B135-80B0FD37341C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DE7E84EF-133B-A5F0-6306-CE81D0CCC327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FDD78AAB-68FE-04D7-C1C5-7F62B6AB5BF4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6C30D4B0-D0CC-BA83-BF1F-E9A47CABA730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68CF229D-BEC2-E5DE-4F1B-30EE9D721292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20B3587C-4EE5-4597-1D4F-B61AB1D8A48E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5E57C18A-0853-3D98-759A-41C482D99C1E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E1FB2039-2F79-4B7C-F723-7CC156EE6441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152B82B3-43CA-48FF-CD4C-40D34EC88D2B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FB07F8C2-3ECB-153C-5C95-509750899E23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9CEFB7CA-A0D6-0425-ADC9-A680C5F375D9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CA3EA1C7-C922-F100-4C20-B39C6ADCE156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6B8486F3-499D-10BC-C4C3-A81DEB7942ED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571E6CC1-A8DB-8026-62BD-E0DB4F3EE398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1D441198-26CC-D9F4-B018-D42FCA786F54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7765697B-F77B-F908-EBE3-8E4B27CC9827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858378A6-F29A-79E1-AD48-98030ADA18E8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D92CD025-D8D3-432B-9AD0-DC651A884602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/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819F1BE0-E948-E0AE-2A99-56CA87F6C5AC}"/>
              </a:ext>
            </a:extLst>
          </p:cNvPr>
          <p:cNvSpPr txBox="1"/>
          <p:nvPr/>
        </p:nvSpPr>
        <p:spPr>
          <a:xfrm>
            <a:off x="1724254" y="2198170"/>
            <a:ext cx="557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919D73DE-14E9-6038-072A-873A6371A81F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FB51F82D-A4D1-534B-D123-C5FF5A32B8EC}"/>
              </a:ext>
            </a:extLst>
          </p:cNvPr>
          <p:cNvSpPr/>
          <p:nvPr/>
        </p:nvSpPr>
        <p:spPr>
          <a:xfrm>
            <a:off x="1184336" y="2913447"/>
            <a:ext cx="191584" cy="19190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DDBEF82A-82CF-AE06-BCD5-BD9F00028D04}"/>
              </a:ext>
            </a:extLst>
          </p:cNvPr>
          <p:cNvSpPr txBox="1"/>
          <p:nvPr/>
        </p:nvSpPr>
        <p:spPr>
          <a:xfrm>
            <a:off x="1184336" y="2921123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274FB7A1-A2B1-A7AF-5913-6BE4DF835EF1}"/>
              </a:ext>
            </a:extLst>
          </p:cNvPr>
          <p:cNvSpPr txBox="1"/>
          <p:nvPr/>
        </p:nvSpPr>
        <p:spPr>
          <a:xfrm>
            <a:off x="1515254" y="2904724"/>
            <a:ext cx="13585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F59EB15F-9B76-7167-4DCF-B5E501C61670}"/>
              </a:ext>
            </a:extLst>
          </p:cNvPr>
          <p:cNvSpPr txBox="1"/>
          <p:nvPr/>
        </p:nvSpPr>
        <p:spPr>
          <a:xfrm>
            <a:off x="1297545" y="3244917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C5544588-6744-8F7E-96C3-FB12CC530D83}"/>
              </a:ext>
            </a:extLst>
          </p:cNvPr>
          <p:cNvSpPr txBox="1"/>
          <p:nvPr/>
        </p:nvSpPr>
        <p:spPr>
          <a:xfrm>
            <a:off x="1297545" y="3410652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FB29592F-CE9B-893A-F91B-52C85E2C77FA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9A7C96D9-7FFA-3D10-B975-D7031646E617}"/>
              </a:ext>
            </a:extLst>
          </p:cNvPr>
          <p:cNvSpPr/>
          <p:nvPr/>
        </p:nvSpPr>
        <p:spPr>
          <a:xfrm>
            <a:off x="1184336" y="4134652"/>
            <a:ext cx="191584" cy="191904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687B4862-0C82-F0B3-EA74-5CC797A05C8E}"/>
              </a:ext>
            </a:extLst>
          </p:cNvPr>
          <p:cNvSpPr txBox="1"/>
          <p:nvPr/>
        </p:nvSpPr>
        <p:spPr>
          <a:xfrm>
            <a:off x="1184336" y="4142328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F8262AD8-C222-6AF9-1230-75020BEC3B5E}"/>
              </a:ext>
            </a:extLst>
          </p:cNvPr>
          <p:cNvSpPr txBox="1"/>
          <p:nvPr/>
        </p:nvSpPr>
        <p:spPr>
          <a:xfrm>
            <a:off x="1515254" y="4125929"/>
            <a:ext cx="1358503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215FCEC1-468B-E7C4-1BBD-FE4ED15312FC}"/>
              </a:ext>
            </a:extLst>
          </p:cNvPr>
          <p:cNvSpPr txBox="1"/>
          <p:nvPr/>
        </p:nvSpPr>
        <p:spPr>
          <a:xfrm>
            <a:off x="1297545" y="4466122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CC883366-7924-EEB5-2510-1060C4976F88}"/>
              </a:ext>
            </a:extLst>
          </p:cNvPr>
          <p:cNvSpPr txBox="1"/>
          <p:nvPr/>
        </p:nvSpPr>
        <p:spPr>
          <a:xfrm>
            <a:off x="1297545" y="4631857"/>
            <a:ext cx="1576212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76FC1939-B799-878C-3435-4A9D460CA9A9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58466E76-7884-C3C6-ED83-3BDBF45519AD}"/>
              </a:ext>
            </a:extLst>
          </p:cNvPr>
          <p:cNvSpPr/>
          <p:nvPr/>
        </p:nvSpPr>
        <p:spPr>
          <a:xfrm>
            <a:off x="3831676" y="2302844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5E896E8D-CD80-9244-F6F1-FF6DC4B94927}"/>
              </a:ext>
            </a:extLst>
          </p:cNvPr>
          <p:cNvSpPr txBox="1"/>
          <p:nvPr/>
        </p:nvSpPr>
        <p:spPr>
          <a:xfrm>
            <a:off x="3831676" y="2310520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82F687E8-E358-F176-AA71-E206B05005C4}"/>
              </a:ext>
            </a:extLst>
          </p:cNvPr>
          <p:cNvSpPr txBox="1"/>
          <p:nvPr/>
        </p:nvSpPr>
        <p:spPr>
          <a:xfrm>
            <a:off x="4162593" y="2294121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13CF376B-1605-7CE2-DD60-E8B51A6FB5CD}"/>
              </a:ext>
            </a:extLst>
          </p:cNvPr>
          <p:cNvSpPr txBox="1"/>
          <p:nvPr/>
        </p:nvSpPr>
        <p:spPr>
          <a:xfrm>
            <a:off x="3944884" y="2634314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1CEC2F10-4B09-4E7E-C7A5-76157FE764B7}"/>
              </a:ext>
            </a:extLst>
          </p:cNvPr>
          <p:cNvSpPr txBox="1"/>
          <p:nvPr/>
        </p:nvSpPr>
        <p:spPr>
          <a:xfrm>
            <a:off x="3944884" y="2800049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BF305F44-1B15-F0CD-BC4D-A25A66EA88C4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/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A2241C7B-433F-44F0-0E02-41491790943A}"/>
              </a:ext>
            </a:extLst>
          </p:cNvPr>
          <p:cNvSpPr/>
          <p:nvPr/>
        </p:nvSpPr>
        <p:spPr>
          <a:xfrm>
            <a:off x="3831676" y="3715953"/>
            <a:ext cx="191583" cy="191904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39668B04-52AE-F4E6-700B-A361F3A9415F}"/>
              </a:ext>
            </a:extLst>
          </p:cNvPr>
          <p:cNvSpPr txBox="1"/>
          <p:nvPr/>
        </p:nvSpPr>
        <p:spPr>
          <a:xfrm>
            <a:off x="3831676" y="3723629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265DB8B5-85FF-0FA9-B92E-3AA9EAD31757}"/>
              </a:ext>
            </a:extLst>
          </p:cNvPr>
          <p:cNvSpPr txBox="1"/>
          <p:nvPr/>
        </p:nvSpPr>
        <p:spPr>
          <a:xfrm>
            <a:off x="4162593" y="3707230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3DBABB2E-4751-D7A9-C022-0625847658E6}"/>
              </a:ext>
            </a:extLst>
          </p:cNvPr>
          <p:cNvSpPr txBox="1"/>
          <p:nvPr/>
        </p:nvSpPr>
        <p:spPr>
          <a:xfrm>
            <a:off x="3944884" y="4047423"/>
            <a:ext cx="1506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6322EA6A-C933-7CF6-6708-AAB3446F9D59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/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0CFE2C52-02DB-CC9C-4C9A-08EB9B96B87F}"/>
              </a:ext>
            </a:extLst>
          </p:cNvPr>
          <p:cNvSpPr txBox="1"/>
          <p:nvPr/>
        </p:nvSpPr>
        <p:spPr>
          <a:xfrm>
            <a:off x="3971009" y="4344002"/>
            <a:ext cx="1288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C7A18C9D-80E6-FA0D-0C29-2BA1AA242F81}"/>
              </a:ext>
            </a:extLst>
          </p:cNvPr>
          <p:cNvSpPr txBox="1"/>
          <p:nvPr/>
        </p:nvSpPr>
        <p:spPr>
          <a:xfrm>
            <a:off x="3875217" y="4570797"/>
            <a:ext cx="148042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F40B79DC-8184-388F-7DC4-5B4E69D4A1E9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/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0203DD24-A6D4-95A6-9BE4-02A5B7C0385B}"/>
              </a:ext>
            </a:extLst>
          </p:cNvPr>
          <p:cNvSpPr txBox="1"/>
          <p:nvPr/>
        </p:nvSpPr>
        <p:spPr>
          <a:xfrm>
            <a:off x="6487723" y="2307206"/>
            <a:ext cx="269959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59FBF9B6-C76C-E668-42F8-95B7B95C3F69}"/>
              </a:ext>
            </a:extLst>
          </p:cNvPr>
          <p:cNvSpPr txBox="1"/>
          <p:nvPr/>
        </p:nvSpPr>
        <p:spPr>
          <a:xfrm>
            <a:off x="6487723" y="2577615"/>
            <a:ext cx="2699590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506C96CA-20DB-0A91-FD37-60D8791185E3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28CCB6FA-A87E-5903-4DCD-2958D518011D}"/>
              </a:ext>
            </a:extLst>
          </p:cNvPr>
          <p:cNvSpPr/>
          <p:nvPr/>
        </p:nvSpPr>
        <p:spPr>
          <a:xfrm>
            <a:off x="6182931" y="325364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6D49A6E7-F439-F3F4-BF36-A7D9DEA2D0C4}"/>
              </a:ext>
            </a:extLst>
          </p:cNvPr>
          <p:cNvSpPr txBox="1"/>
          <p:nvPr/>
        </p:nvSpPr>
        <p:spPr>
          <a:xfrm>
            <a:off x="6182931" y="325922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D38F9349-E920-CF0F-2A74-681855C317DE}"/>
              </a:ext>
            </a:extLst>
          </p:cNvPr>
          <p:cNvSpPr txBox="1"/>
          <p:nvPr/>
        </p:nvSpPr>
        <p:spPr>
          <a:xfrm>
            <a:off x="6426765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1F50CE6C-1A48-1D2C-50CD-84794C383489}"/>
              </a:ext>
            </a:extLst>
          </p:cNvPr>
          <p:cNvSpPr txBox="1"/>
          <p:nvPr/>
        </p:nvSpPr>
        <p:spPr>
          <a:xfrm>
            <a:off x="6252598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D3EDCC3D-35A8-38F1-F6F8-DF99C21E9D92}"/>
              </a:ext>
            </a:extLst>
          </p:cNvPr>
          <p:cNvSpPr txBox="1"/>
          <p:nvPr/>
        </p:nvSpPr>
        <p:spPr>
          <a:xfrm>
            <a:off x="6252598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D3A5E7EE-A62D-FE6F-B17C-613D9AD62F67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5A9E6E92-AD97-5BE4-3AB7-16042FA22163}"/>
              </a:ext>
            </a:extLst>
          </p:cNvPr>
          <p:cNvSpPr/>
          <p:nvPr/>
        </p:nvSpPr>
        <p:spPr>
          <a:xfrm>
            <a:off x="7419518" y="3253640"/>
            <a:ext cx="139333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3150AD95-D9AC-9342-DEE2-E4E1288AEEAF}"/>
              </a:ext>
            </a:extLst>
          </p:cNvPr>
          <p:cNvSpPr txBox="1"/>
          <p:nvPr/>
        </p:nvSpPr>
        <p:spPr>
          <a:xfrm>
            <a:off x="7419518" y="325922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A6BD999C-711B-5F89-27B9-5824DB57685D}"/>
              </a:ext>
            </a:extLst>
          </p:cNvPr>
          <p:cNvSpPr txBox="1"/>
          <p:nvPr/>
        </p:nvSpPr>
        <p:spPr>
          <a:xfrm>
            <a:off x="7663352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B8D370F3-0086-4F15-C738-87CDAB5AF620}"/>
              </a:ext>
            </a:extLst>
          </p:cNvPr>
          <p:cNvSpPr txBox="1"/>
          <p:nvPr/>
        </p:nvSpPr>
        <p:spPr>
          <a:xfrm>
            <a:off x="7489184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78FABCB7-B861-1696-C479-DC0889C53CBD}"/>
              </a:ext>
            </a:extLst>
          </p:cNvPr>
          <p:cNvSpPr txBox="1"/>
          <p:nvPr/>
        </p:nvSpPr>
        <p:spPr>
          <a:xfrm>
            <a:off x="7489184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B5241DB1-DBAD-EA67-09FD-33F8F200CD77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4B492044-748F-7343-C7B7-9755496DE90B}"/>
              </a:ext>
            </a:extLst>
          </p:cNvPr>
          <p:cNvSpPr/>
          <p:nvPr/>
        </p:nvSpPr>
        <p:spPr>
          <a:xfrm>
            <a:off x="8656103" y="325364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FDEDA045-B4DC-53C2-606D-96BC7B9D8293}"/>
              </a:ext>
            </a:extLst>
          </p:cNvPr>
          <p:cNvSpPr txBox="1"/>
          <p:nvPr/>
        </p:nvSpPr>
        <p:spPr>
          <a:xfrm>
            <a:off x="8656103" y="325922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339967DC-886A-F29F-616D-B64741FED118}"/>
              </a:ext>
            </a:extLst>
          </p:cNvPr>
          <p:cNvSpPr txBox="1"/>
          <p:nvPr/>
        </p:nvSpPr>
        <p:spPr>
          <a:xfrm>
            <a:off x="8899937" y="321874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C72CCBC2-7DBA-EB44-C8FF-D162B178FE2E}"/>
              </a:ext>
            </a:extLst>
          </p:cNvPr>
          <p:cNvSpPr txBox="1"/>
          <p:nvPr/>
        </p:nvSpPr>
        <p:spPr>
          <a:xfrm>
            <a:off x="8725770" y="355894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B1C74A5B-468A-2E2C-B368-B89F4E7EFCE0}"/>
              </a:ext>
            </a:extLst>
          </p:cNvPr>
          <p:cNvSpPr txBox="1"/>
          <p:nvPr/>
        </p:nvSpPr>
        <p:spPr>
          <a:xfrm>
            <a:off x="8725770" y="373339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0AA228E3-1416-8FD4-B368-54EF31765415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048C2BF9-ABC8-3E3D-7D92-447980C69535}"/>
              </a:ext>
            </a:extLst>
          </p:cNvPr>
          <p:cNvSpPr/>
          <p:nvPr/>
        </p:nvSpPr>
        <p:spPr>
          <a:xfrm>
            <a:off x="6182931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7A0AA5C0-925A-796F-70BE-4267090234B1}"/>
              </a:ext>
            </a:extLst>
          </p:cNvPr>
          <p:cNvSpPr txBox="1"/>
          <p:nvPr/>
        </p:nvSpPr>
        <p:spPr>
          <a:xfrm>
            <a:off x="6182931" y="425363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A1CC0D6C-5674-5248-61DE-020B77F12816}"/>
              </a:ext>
            </a:extLst>
          </p:cNvPr>
          <p:cNvSpPr txBox="1"/>
          <p:nvPr/>
        </p:nvSpPr>
        <p:spPr>
          <a:xfrm>
            <a:off x="6426765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51DFD3F1-EA8C-A38A-1158-404ED3DD5C36}"/>
              </a:ext>
            </a:extLst>
          </p:cNvPr>
          <p:cNvSpPr txBox="1"/>
          <p:nvPr/>
        </p:nvSpPr>
        <p:spPr>
          <a:xfrm>
            <a:off x="6252598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797AB9E6-7A55-4CEA-3E4A-B436A6BE2FAD}"/>
              </a:ext>
            </a:extLst>
          </p:cNvPr>
          <p:cNvSpPr txBox="1"/>
          <p:nvPr/>
        </p:nvSpPr>
        <p:spPr>
          <a:xfrm>
            <a:off x="6252598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6859F1C5-5368-C46C-0A09-67F9FD11CA6A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D7ABCDA0-1C54-3C4F-633D-22231F76A57A}"/>
              </a:ext>
            </a:extLst>
          </p:cNvPr>
          <p:cNvSpPr/>
          <p:nvPr/>
        </p:nvSpPr>
        <p:spPr>
          <a:xfrm>
            <a:off x="7419518" y="4248050"/>
            <a:ext cx="139333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5C7F0183-33A4-50EF-CEE5-1B90E2F38E00}"/>
              </a:ext>
            </a:extLst>
          </p:cNvPr>
          <p:cNvSpPr txBox="1"/>
          <p:nvPr/>
        </p:nvSpPr>
        <p:spPr>
          <a:xfrm>
            <a:off x="7419518" y="425363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7713DC7B-2A93-1327-DC19-13B88073BE2E}"/>
              </a:ext>
            </a:extLst>
          </p:cNvPr>
          <p:cNvSpPr txBox="1"/>
          <p:nvPr/>
        </p:nvSpPr>
        <p:spPr>
          <a:xfrm>
            <a:off x="7663352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C1C5665C-2F2B-6B4F-1307-06EC7D921C1A}"/>
              </a:ext>
            </a:extLst>
          </p:cNvPr>
          <p:cNvSpPr txBox="1"/>
          <p:nvPr/>
        </p:nvSpPr>
        <p:spPr>
          <a:xfrm>
            <a:off x="7489184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4046ADB8-AD61-14E0-BA8F-5B4A97ADA2BA}"/>
              </a:ext>
            </a:extLst>
          </p:cNvPr>
          <p:cNvSpPr txBox="1"/>
          <p:nvPr/>
        </p:nvSpPr>
        <p:spPr>
          <a:xfrm>
            <a:off x="7489184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B7406077-1529-ACBE-EB4C-9766096DD24B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/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B8FFC9CD-15B9-4E2B-298D-1CB4F028158C}"/>
              </a:ext>
            </a:extLst>
          </p:cNvPr>
          <p:cNvSpPr/>
          <p:nvPr/>
        </p:nvSpPr>
        <p:spPr>
          <a:xfrm>
            <a:off x="8656103" y="4248050"/>
            <a:ext cx="139334" cy="139566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8F72E0E4-E0AA-1B9C-9B8D-653D642143B8}"/>
              </a:ext>
            </a:extLst>
          </p:cNvPr>
          <p:cNvSpPr txBox="1"/>
          <p:nvPr/>
        </p:nvSpPr>
        <p:spPr>
          <a:xfrm>
            <a:off x="8656103" y="4253632"/>
            <a:ext cx="13933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8E2249AF-7BD8-A307-B018-E737DAE83966}"/>
              </a:ext>
            </a:extLst>
          </p:cNvPr>
          <p:cNvSpPr txBox="1"/>
          <p:nvPr/>
        </p:nvSpPr>
        <p:spPr>
          <a:xfrm>
            <a:off x="8899937" y="4213158"/>
            <a:ext cx="592168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15815D48-3CC4-0897-DD21-280C9FC52FAE}"/>
              </a:ext>
            </a:extLst>
          </p:cNvPr>
          <p:cNvSpPr txBox="1"/>
          <p:nvPr/>
        </p:nvSpPr>
        <p:spPr>
          <a:xfrm>
            <a:off x="8725770" y="4553351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E67EF8EC-CB38-657C-4148-A89A56A49274}"/>
              </a:ext>
            </a:extLst>
          </p:cNvPr>
          <p:cNvSpPr txBox="1"/>
          <p:nvPr/>
        </p:nvSpPr>
        <p:spPr>
          <a:xfrm>
            <a:off x="8725770" y="4727809"/>
            <a:ext cx="76633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710B73CC-0D39-F327-18F0-658D9EA488B7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41779A82-955E-2EB4-4B5E-E3C9ADD2A235}"/>
              </a:ext>
            </a:extLst>
          </p:cNvPr>
          <p:cNvSpPr/>
          <p:nvPr/>
        </p:nvSpPr>
        <p:spPr>
          <a:xfrm>
            <a:off x="10249733" y="2302844"/>
            <a:ext cx="191583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6B288165-010E-FFD7-81D5-6A6D497A3B37}"/>
              </a:ext>
            </a:extLst>
          </p:cNvPr>
          <p:cNvSpPr txBox="1"/>
          <p:nvPr/>
        </p:nvSpPr>
        <p:spPr>
          <a:xfrm>
            <a:off x="10249733" y="2310520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69E6C2AB-BA03-F293-4FE7-94C0DCF67B01}"/>
              </a:ext>
            </a:extLst>
          </p:cNvPr>
          <p:cNvSpPr txBox="1"/>
          <p:nvPr/>
        </p:nvSpPr>
        <p:spPr>
          <a:xfrm>
            <a:off x="10580650" y="2294121"/>
            <a:ext cx="1079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47E6F79F-12AC-8329-7F30-7349957CA439}"/>
              </a:ext>
            </a:extLst>
          </p:cNvPr>
          <p:cNvSpPr txBox="1"/>
          <p:nvPr/>
        </p:nvSpPr>
        <p:spPr>
          <a:xfrm>
            <a:off x="10362941" y="2634314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FFB00C68-D393-1383-CA88-C1087699D5B1}"/>
              </a:ext>
            </a:extLst>
          </p:cNvPr>
          <p:cNvSpPr txBox="1"/>
          <p:nvPr/>
        </p:nvSpPr>
        <p:spPr>
          <a:xfrm>
            <a:off x="10362941" y="2800049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5196DBDE-33B4-37A9-2013-F3510F84581D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EA8C46E3-394B-464E-3AA3-3B6309541AD9}"/>
              </a:ext>
            </a:extLst>
          </p:cNvPr>
          <p:cNvSpPr/>
          <p:nvPr/>
        </p:nvSpPr>
        <p:spPr>
          <a:xfrm>
            <a:off x="10249733" y="3628724"/>
            <a:ext cx="191583" cy="191904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E1E4F79A-DB90-AA54-D060-63A142327A1C}"/>
              </a:ext>
            </a:extLst>
          </p:cNvPr>
          <p:cNvSpPr txBox="1"/>
          <p:nvPr/>
        </p:nvSpPr>
        <p:spPr>
          <a:xfrm>
            <a:off x="10249733" y="3636401"/>
            <a:ext cx="1915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CEA48883-E954-65D9-7E65-55CD4F215E36}"/>
              </a:ext>
            </a:extLst>
          </p:cNvPr>
          <p:cNvSpPr txBox="1"/>
          <p:nvPr/>
        </p:nvSpPr>
        <p:spPr>
          <a:xfrm>
            <a:off x="10580650" y="3620001"/>
            <a:ext cx="10798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00CC0E90-D150-8657-8ED5-CA08C6002136}"/>
              </a:ext>
            </a:extLst>
          </p:cNvPr>
          <p:cNvSpPr txBox="1"/>
          <p:nvPr/>
        </p:nvSpPr>
        <p:spPr>
          <a:xfrm>
            <a:off x="10362941" y="3960194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6AC0FF05-619B-6619-7989-109A03571A02}"/>
              </a:ext>
            </a:extLst>
          </p:cNvPr>
          <p:cNvSpPr txBox="1"/>
          <p:nvPr/>
        </p:nvSpPr>
        <p:spPr>
          <a:xfrm>
            <a:off x="10362941" y="4125929"/>
            <a:ext cx="12975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840FB578-A723-D350-8AD1-AE21929726A2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/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5047920E-BFBC-0296-5296-BD32E26230C7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A248D0CC-26F5-3570-CAD2-CC288B2784A9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F1DF1DF9-0631-FE37-1914-A843785C9B4E}"/>
              </a:ext>
            </a:extLst>
          </p:cNvPr>
          <p:cNvSpPr txBox="1"/>
          <p:nvPr/>
        </p:nvSpPr>
        <p:spPr>
          <a:xfrm>
            <a:off x="10171357" y="4539045"/>
            <a:ext cx="29608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A15D3B39-7D57-DABC-EF09-60C9551F0C1E}"/>
              </a:ext>
            </a:extLst>
          </p:cNvPr>
          <p:cNvSpPr txBox="1"/>
          <p:nvPr/>
        </p:nvSpPr>
        <p:spPr>
          <a:xfrm>
            <a:off x="10571942" y="4518459"/>
            <a:ext cx="108854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A6F57D7C-1A98-081B-B89E-1254D34B83D0}"/>
              </a:ext>
            </a:extLst>
          </p:cNvPr>
          <p:cNvSpPr txBox="1"/>
          <p:nvPr/>
        </p:nvSpPr>
        <p:spPr>
          <a:xfrm>
            <a:off x="10571942" y="4701640"/>
            <a:ext cx="1088544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3F9B211E-DC85-6EEF-96F9-BBF8C24CA086}"/>
              </a:ext>
            </a:extLst>
          </p:cNvPr>
          <p:cNvSpPr/>
          <p:nvPr/>
        </p:nvSpPr>
        <p:spPr>
          <a:xfrm>
            <a:off x="783752" y="5451809"/>
            <a:ext cx="10624192" cy="628049"/>
          </a:xfrm>
          <a:prstGeom prst="roundRect">
            <a:avLst/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6F84F762-BB74-D678-A42F-DAC8F5D53AE7}"/>
              </a:ext>
            </a:extLst>
          </p:cNvPr>
          <p:cNvSpPr txBox="1"/>
          <p:nvPr/>
        </p:nvSpPr>
        <p:spPr>
          <a:xfrm>
            <a:off x="1062419" y="5617544"/>
            <a:ext cx="1611045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722D8012-6476-6AD7-9A0D-D03130020566}"/>
              </a:ext>
            </a:extLst>
          </p:cNvPr>
          <p:cNvSpPr txBox="1"/>
          <p:nvPr/>
        </p:nvSpPr>
        <p:spPr>
          <a:xfrm>
            <a:off x="2830215" y="5591375"/>
            <a:ext cx="8272936" cy="285806"/>
          </a:xfrm>
          <a:prstGeom prst="rect">
            <a:avLst/>
          </a:prstGeom>
          <a:noFill/>
        </p:spPr>
        <p:txBody>
          <a:bodyPr vert="horz" wrap="square" lIns="8708" tIns="4361" rIns="8708" bIns="4361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1472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2026-06-20T06:39:47Z</dcterms:created>
  <dcterms:modified xsi:type="dcterms:W3CDTF">2026-06-20T06:39:47Z</dcterms:modified>
</cp:coreProperties>
</file>