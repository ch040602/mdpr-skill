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71FBC1-8257-F8EE-6627-FCF507D968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11C2455-512B-A1E6-1D4A-190AF5EA7B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1400A6-1CF0-8E2F-685A-1F791EAD5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2B1B7-23B9-44F4-B08E-E585703C19E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B50CD2-D7AC-9DEB-F70B-17A5C49B8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07612A-6C59-A760-F154-65B752D96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62357-FFAC-4DD4-994D-CC30F1B809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76593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5E432-E74B-0C96-778C-28CFA2723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769D69-F0D8-42A2-3B43-E66DDEE0E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85E5AE-66AC-7083-1BCE-B8B532E8C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2B1B7-23B9-44F4-B08E-E585703C19E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C314FF-9589-F8EE-B927-4762E1212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684494-2FC0-AA45-82BF-D7711A3FC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62357-FFAC-4DD4-994D-CC30F1B809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8428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151E88-D741-A76C-04D4-859699A5B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724D6F2-28DE-1FF1-5ED1-FD2E975216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CFDA43-F709-5FF8-0B77-93444CACC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2B1B7-23B9-44F4-B08E-E585703C19E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477244E-DEFB-43B2-DA46-EC3ADCBF9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EBE132F-0A18-C94D-314C-4F71C6E3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62357-FFAC-4DD4-994D-CC30F1B809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824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49C830-D1C4-0AB2-1EEA-BEF364A8C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7D38B1-2714-72D1-D2C8-F0B1398BB1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45B48F3-9D7A-4EF1-54F8-F0497468CF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866C2AD-4F91-E695-14FE-E50412485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2B1B7-23B9-44F4-B08E-E585703C19E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D4C5AD-F5C2-ABA2-F8B2-5347351C5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B38C58A-D221-45E6-EB67-1D55B4DBE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62357-FFAC-4DD4-994D-CC30F1B809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0499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A214BD-7ACC-C297-F6DF-55FB4637F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F55C0F8-7A73-0E6E-19CE-04D41C5D3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FFAA6DD-AC30-11F4-17FD-13DC5FBE11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7DA009-2D41-55AC-FB9A-4EC752CD59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9CBEA8-3F26-84BF-0C2B-E2B4100C76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D5800D1-7D95-FA73-7B75-4DB7B1C27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2B1B7-23B9-44F4-B08E-E585703C19E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85A0AF6-0799-D5C4-B70F-74502F4A2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C8AC03B-394D-3253-0E80-DBE3269CC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62357-FFAC-4DD4-994D-CC30F1B809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7031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0ADCFA-E665-0CC1-500B-EE38C73A3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F63594C-88F6-AB67-CEC1-7730621B4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2B1B7-23B9-44F4-B08E-E585703C19E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3A2F1E7-780F-C6A4-059D-F0CFFDE76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3A23AF-3690-562B-7D20-2FCD6A11A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62357-FFAC-4DD4-994D-CC30F1B809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1779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8C19200-BCF6-E873-156C-4F0A56FED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2B1B7-23B9-44F4-B08E-E585703C19E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D74C4A3-7638-5FF2-3094-79EFF1699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12F57F-1198-1BF4-9E7F-1699E90B7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62357-FFAC-4DD4-994D-CC30F1B809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2918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DEDD95-0706-DA22-8CE6-12C590E57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E9CD25-BB88-2FA5-8759-579111D00C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AC1D064-4954-414C-BB3B-F4C6108DCE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01E746-1EA4-C54D-E058-984549DF7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2B1B7-23B9-44F4-B08E-E585703C19E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A5B53D9-6127-FC21-57AE-899DC9B98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4EF234A-D827-4E68-24D7-9E3FC0FBD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62357-FFAC-4DD4-994D-CC30F1B809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24016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26744A-AFB3-4382-FAD4-6E2FAA00F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5A93FD3-D4E4-2C51-4994-53AE32FE09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A6DF269-8145-9CC7-CFDB-77802117E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E19826-D6B0-AD0D-2F42-1AC720ACF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2B1B7-23B9-44F4-B08E-E585703C19E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1AA7AFD-7712-D7BD-3620-D224C551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FADA503-B5CD-3545-2135-27F80DB59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62357-FFAC-4DD4-994D-CC30F1B809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4734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B22CA5-D057-04D7-875F-5696DEA0A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46FD2AB-5735-06C5-4A3A-CDBEF9218D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E03DFC-38FC-CDFA-9B02-C9FBF9C90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2B1B7-23B9-44F4-B08E-E585703C19E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8E767B-6A41-FC82-3D42-C3655964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0581F7-4640-E411-FAB8-45F039ECC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62357-FFAC-4DD4-994D-CC30F1B809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0552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E79527F-5FD2-69EC-ED78-EFE73583C3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578FF85-8F42-CA32-6644-8D3BB17137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BD405B-C81D-6F0A-24E2-896A058E6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2B1B7-23B9-44F4-B08E-E585703C19E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45C956-BA93-3FAC-1AC4-F0532F1A4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4B173F-0E31-4B9C-11C9-CBCAFD674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62357-FFAC-4DD4-994D-CC30F1B809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7971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F0C6027-A167-F2A0-3ED9-3137EB593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F4C8A0-C1BA-94E5-0F28-58A5E9CF9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BD0D54-8E14-DB6D-F5BA-54DA01DE19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42B1B7-23B9-44F4-B08E-E585703C19EC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0DA922-CAD3-7C3B-A23A-069A475B55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328F5-6D2F-8ACC-A635-8970A57EA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562357-FFAC-4DD4-994D-CC30F1B809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3868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peline_overview_svg">
            <a:extLst>
              <a:ext uri="{FF2B5EF4-FFF2-40B4-BE49-F238E27FC236}">
                <a16:creationId xmlns:a16="http://schemas.microsoft.com/office/drawing/2014/main" id="{E2CC43E6-31DD-B9DA-360B-035D0612CF8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  <a:effectLst>
            <a:outerShdw blurRad="50800" dist="19050" dir="5400000" rotWithShape="0">
              <a:scrgbClr r="0" g="0" b="0">
                <a:alpha val="12000"/>
              </a:sc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86420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2026-06-19T09:05:19Z</dcterms:created>
  <dcterms:modified xsi:type="dcterms:W3CDTF">2026-06-19T09:05:20Z</dcterms:modified>
</cp:coreProperties>
</file>