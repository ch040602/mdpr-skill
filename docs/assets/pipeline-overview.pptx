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FFBA55-16AA-7A6E-4B39-B9EF05E5B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6290E87-F69F-E4A7-22AE-69CC4AF32B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060FFB-1A8C-9A15-BCA4-0C3D9337B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431A69-96E8-F1A7-96B5-5445F35AB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241856-4E27-0FE6-15A1-9886DB1B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922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772DF6-4613-0748-505D-DD3F7DF6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E5398E-8838-4CCF-4173-31DB1CACD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35BCE-5924-A420-6C64-B1A5352F5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05DD7C-B5DB-FE3C-A230-6500CC061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A74622-276E-5B7D-05B4-10C8B2E99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792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1DB2E-7E2E-DFFB-6CAF-621551A2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4F9160-0D59-CADB-B608-44C2ED7E4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70B856-2783-0FDB-31CF-20BECD0D0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3DFDBE-8946-0A38-4EBB-A966ADC0B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D754D4-3D8A-A4F8-CB60-8A463F283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015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66610F-BC26-9D0D-2E85-2C22C65D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A8DD36-6B92-CC43-723F-0A4DADF74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A6CED7-00D5-DB74-F3C0-D56DE9217C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472FF4-6BD3-AE9C-DDA6-18284E6A2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3469E7-4621-1EA1-BBE3-288FF2CD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5DD4CB-1A55-BC4A-9825-604C2824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468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9AEC3-2E2C-9435-5E36-DBE325DF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0ACCEA-110A-422B-C8AB-DD0C621BC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055E0E-CE64-884E-76D5-5E8804952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603264-64D6-DA0D-C754-6984A47CE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3D9A40D-C7EA-8498-62DF-DCE911DC9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E9BC08-9BF6-E2B0-7C4A-06B94D343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24E6546-C7A9-44EA-2901-16D787474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5EE0FA6-E6C4-58B4-E4AF-F5CDC76FA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78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0D7C15-46D4-1927-29D1-194CC7C07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54B16F-C86B-CEEB-E3A8-C39EBE11F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40777C-CD87-6AFA-FD98-5D841B64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D7F03C-D487-22B9-7F65-2D3ED5444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747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18CA73-9D85-1FC4-D376-F8956FE00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7D3B8B-DEA2-E0E2-3EDB-B17B73DB0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008328-498A-F688-C40A-FA77C212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1187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ED712C-A110-BBA5-5586-9B8BA2D86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76CA5A-4D39-3678-5AF5-126004864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663D25-61E5-67F8-37FE-4757D1191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8E7CD2-58B8-3719-963C-93BB48627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0129AA-2AE6-D388-43B0-93C5C871C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45DD4C-F085-8DAC-48F1-856DCD6A6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576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08C394-34F5-9000-C7D1-D92CE6B5D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B477BB3-DEF3-3C71-5619-7FCFEDF893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AFE1B2-1279-9128-DF63-5D651FCC6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9CED80-1E10-1AF6-94E8-AB0AB1BE4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B526B9-36DF-5D1A-783F-9E03800E6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C0E30F-B4DA-C1C7-AFC9-7DF2489DE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275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79E440-9F29-C7A0-B81A-2FC402727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A4C091-EF9E-0FC4-3EB2-82809CDC5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F8290A-7616-2B52-AB3F-6A7B2B7AA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5E1E02-8A21-2AA4-B926-3D1EE241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D2040F-F29C-22FB-5E0B-125F1DF6A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43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CB5EAA-D125-BA6F-FEC0-0BCE38BC8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19C076-113F-CAE8-E627-9FE60E169A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AC34C1-7554-A5A5-D1B2-5B68B23E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08FC99-A111-A9C4-7DEE-0D371E2B1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4C6B6D-8B59-79FB-017D-C8E641C21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596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B6C7263-60C4-E959-D770-E2DDDA371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72CCD4-56AA-2133-142A-3E233287D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19D90B-0069-EB8E-05BC-31776AB42C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80B16-97CC-434D-8C6E-53CCF84409AD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79967-8139-7B9D-92F4-802223B3B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7F6A4-76A3-B2FE-A677-647E882A39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B1D014-6EE4-4A79-AF60-E30C5800C9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06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2EAA314B-DE08-B7F6-7307-439FDA90539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72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2026-06-19T08:38:25Z</dcterms:created>
  <dcterms:modified xsi:type="dcterms:W3CDTF">2026-06-19T08:38:25Z</dcterms:modified>
</cp:coreProperties>
</file>