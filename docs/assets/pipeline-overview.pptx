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D7D315-AEDB-BEFD-F569-79F40F6ED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74209C7-6833-CE12-A6FB-E3CB5A24E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880A08-A2EF-B35B-B8D4-65577DABD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5F1BC3-68AB-B0F9-9ADC-264390A0A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81E0FF-F048-38FC-315B-25EEA900D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7475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5BECA-2FED-6AE8-B06B-9E5215D1A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9AABEE-F2D7-3796-84B2-F670151D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3D81D6-C00C-4D28-5BB7-4235B8A3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D28872-E25E-A45B-B9CA-67AB3CD95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4F78B-B73E-0461-23BA-347D0B41E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5470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34A649-36A5-0879-A7D8-229C8EC3F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859CF7-4CE8-3C60-35E4-E1884B4F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C4C790-BCD5-2438-0D63-1F6F339C1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0E5211-2FE0-CD99-2E21-F546DDF41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85BA3D-2681-1933-F53E-2EEF1CFD4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9500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317-76AD-D7D9-835E-70FF9749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DC6957-5AD0-A41E-DBD0-D70C61CAB8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ECBC05-DEE5-3B68-F476-F7AFFCCC5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DF9B79-826B-2B1C-E60B-D43C8FC64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C8A4FF-672D-2658-C8C4-6F152DE38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AB099B-6836-D3EC-7441-F74EC9831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3069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2D3886-FE6D-936A-E5BC-35F75FBE2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06EDE2-0CBD-2A97-DD2C-5A92413CB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83C695A-B020-9995-7D94-FD6F5AF096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5F86B00-25A7-6F0D-1060-5604BCE0B9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5A9833D-5885-D23F-7EAC-13B5065339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79A0705-6744-DCA0-BCBF-04F197D84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00154ED-A3A8-3E2C-3CEC-E1CB2444C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BCE2CB8-4C44-1DD2-371D-055DB29D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898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F5279-1CE2-D0A4-32E2-03EEA285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B47737-A6BA-E821-1F4B-2E4E74E4E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D51A51D-1BB3-D7CC-4830-2F93247D7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641A5F-EF30-8DCE-F163-2BC04663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4459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26CC934-AA4A-F5DC-B313-4B95510FE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167C87B-5FCD-7FAF-AA28-AC4FAC02E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4377B9-1F1F-A746-E50C-852865DB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02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E029D-80A6-23DE-3748-625DE067F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EE3ADB-2164-21F7-BB8C-89FC345BC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C9ABD8-A8DA-8915-C05D-33B125EA7E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82A752-E4B6-3EB6-5EB5-E186F951B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D80DE11-297A-AA35-E1F3-DF55F338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6D3DFF-B84B-06D2-C3CB-8A62090B2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93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B1DF66-A8F4-0F38-3F77-CB0C38188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7A4514A-A6DD-6EA6-220C-4B5B4E2DB3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1B2250-5695-8735-7A31-25B286C4B5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EF8FBD-F216-2E7C-7EC9-934FF3BC9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BB2050-31F2-A8EF-BB3B-F61D07AF8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19CA00-6A1B-9F78-7E93-63458D22E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9381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BF79A-5806-5D6D-2B5D-708B5015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FF3E02-491A-B8A6-99EC-97D50B815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8D75FE-D345-1C3D-9917-47B1361B5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905F91-5112-8222-F929-824886384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CBBBA-852E-4761-42CC-9C73A649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824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6B1F9C-BFC2-60E7-B70C-0DAC18D83B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0AB6B18-A8A4-79F2-ACAD-8F0A67F08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3274B9-5A7E-994E-4704-F7D5E2FBB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AE08D-7D44-8C64-6A8E-DD42C4314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C224E-F8D0-CC67-0602-C6CEA33AD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157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9D8940C-E1FD-5EB0-22E7-65D5AA2E0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0AFA42-3657-AF47-8711-8612A0E21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850C16-DF2A-85EB-A814-4CC72C4C8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25133-7C67-4B9C-964D-BE920F85976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B35ED9-FA55-5676-587B-AD6591E4FB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39EFD2-94D1-939A-6609-8C48FF2E3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2915CC-3A59-4995-B4C4-64BB3C7A62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46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peline_overview_svg">
            <a:extLst>
              <a:ext uri="{FF2B5EF4-FFF2-40B4-BE49-F238E27FC236}">
                <a16:creationId xmlns:a16="http://schemas.microsoft.com/office/drawing/2014/main" id="{06616A3E-9B8B-E2B3-BF21-7625A04BACD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  <a:effectLst>
            <a:outerShdw blurRad="50800" dist="19050" dir="5400000" rotWithShape="0">
              <a:scrgbClr r="0" g="0" b="0">
                <a:alpha val="12000"/>
              </a:sc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1331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2026-06-19T12:44:05Z</dcterms:created>
  <dcterms:modified xsi:type="dcterms:W3CDTF">2026-06-19T12:44:05Z</dcterms:modified>
</cp:coreProperties>
</file>