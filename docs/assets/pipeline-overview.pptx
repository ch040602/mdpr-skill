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893F1D-D62A-2D52-8AAD-B217B572C3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F715BB-6E4D-6E5E-5098-CD28C11388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4FF38E-3BB0-CFFB-D3CB-F9F83B828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EF3268-E3D1-0FD8-5941-9D0DDE3BD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996EE9-6398-596F-6085-3892B22E8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959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51B20D-C01D-8E5E-A8B4-17B93AD5D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49529E-888E-E8DB-C04A-734F15A6D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50ECE2-CD58-337E-2BC3-B5BF25452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B19707-8934-3DC1-D053-B6119AE8A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4D9378-5B12-B57F-2F6C-689F8D068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400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EEC037-F81F-9869-A587-EBD0F43A4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CD9FC9-A843-F02A-67FC-98E6753D3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56C9C2-7532-AEF3-102B-57EDB6E7E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A5E9DF-E6CA-6092-6573-25B5D018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16DAAB-3E34-57A9-1678-38994D244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985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85F87-D208-331D-A6A5-813B935E4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BC5AAF-4CF5-00C0-641D-5AC7AD7E2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247DD1-AA59-85A5-E3C5-5D0E931CB5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CA31BE-B2CE-FB4E-384E-5DB2EBA59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4ECD95-C41B-6127-AEB8-F6A3D3B40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F59585-BC3F-A5BF-70EB-52BEE42FB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E4606-0361-95C4-2F67-BCCEE76CB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9CAD88-F6C6-5AE7-C52D-6922147CC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AB9014-7B6F-2513-03B8-3279C6354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B312FF5-A79C-75F3-4BD4-9EBF55B8B6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E47B5ED-B353-F558-1CAA-8456233A8C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FC21CEE-75E4-43FC-23E4-E637FD25C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C2ED05F-7A04-96B4-F8F0-82AC17DCB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5DDAF3-88E4-A720-79FA-35A8FD8D7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057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8716F-B681-4448-12BA-1B3C2E37E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D10F43-F496-217F-0DF7-7013D7BF3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F093488-FBC4-17E6-A1A9-7ADA717DF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E7F5E-DA6E-92B9-6F68-535A21DA5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2313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8BC39E-1E64-4B67-9009-182F29116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72CF067-44F7-3C58-5345-6AF537B64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9CD28-4D34-F693-AE6E-D29907763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0499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09777-443C-BE23-FD3D-453756E5D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6679C-9EF9-0DAC-73FF-E87704FE4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C86C164-867B-FEF9-4C54-83AD45ADB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D49319-82C8-0EA9-A972-C5F634CF0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E4AAE1-20AC-B9A1-9D3C-5524FA14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1B1B0A-BD4A-05A6-EEE4-900986EC1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51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6BA5A-292E-D494-6C9E-98A5137F7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3CB32D-2840-3BCC-12E7-A6738C20D0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02DCE5-3313-EE42-A5B6-52C9527950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246E3E-282D-1404-2BBB-C60BEC7FE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BB5D62-A317-FB80-B961-992F88A89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EBE489-0505-933B-B8C9-0108DC040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314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D73DCF-CABD-D76F-AC04-0B61028DB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B71E0D-7C4A-550A-C090-E35339E0CB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4ABDD6-4631-E9FC-7DF8-85C4E75F5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24DCB2-F9AA-669F-0CA6-1ACF99F93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1D045B-139D-6A5D-E287-1EAAA20A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905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6568621-89D0-3402-DDEC-191AE0AEE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BCBF24B-B496-23B2-CD8A-9F124EEA31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EEAE07-93A7-B33E-1627-05375328F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BF5F0B-7D30-9D43-6856-A0E19FD09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54466B-0E90-49B7-C4A6-430CA2DB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24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04EE6ED-3B7F-E793-D94E-CE26A933E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7D42CD-9377-467C-2EE1-2A3E804CC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AE03BE-2968-610C-931B-A4FCAC026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48CDE2-9FE7-40BA-9BF4-AE70776CEE5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5FA33C-1928-6F5D-DB1C-DFC2DA760B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8C61BB-8B76-3204-73FB-BA35C593F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F5464-F4A4-4964-BECE-944A5E428E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964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00475DBB-8F5F-C767-F1C1-5498618EDEED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DF5256FD-F158-8128-5AAF-877400349DD7}"/>
              </a:ext>
            </a:extLst>
          </p:cNvPr>
          <p:cNvCxnSpPr/>
          <p:nvPr/>
        </p:nvCxnSpPr>
        <p:spPr>
          <a:xfrm>
            <a:off x="627001" y="5416918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9CF67D0B-E5A9-A589-04DD-EC781B3F0632}"/>
              </a:ext>
            </a:extLst>
          </p:cNvPr>
          <p:cNvCxnSpPr/>
          <p:nvPr/>
        </p:nvCxnSpPr>
        <p:spPr>
          <a:xfrm>
            <a:off x="330917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4FA74D82-9340-405E-3377-552D48906895}"/>
              </a:ext>
            </a:extLst>
          </p:cNvPr>
          <p:cNvCxnSpPr/>
          <p:nvPr/>
        </p:nvCxnSpPr>
        <p:spPr>
          <a:xfrm>
            <a:off x="600876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340D8C2D-8C88-AF82-FCD5-8E58DC051196}"/>
              </a:ext>
            </a:extLst>
          </p:cNvPr>
          <p:cNvCxnSpPr/>
          <p:nvPr/>
        </p:nvCxnSpPr>
        <p:spPr>
          <a:xfrm>
            <a:off x="9614022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0D4A10B1-B3BD-B38C-C03C-2883C4E3DF4C}"/>
              </a:ext>
            </a:extLst>
          </p:cNvPr>
          <p:cNvSpPr txBox="1"/>
          <p:nvPr/>
        </p:nvSpPr>
        <p:spPr>
          <a:xfrm>
            <a:off x="592168" y="401253"/>
            <a:ext cx="714085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80E9F703-909F-D112-6F49-896EE3710F28}"/>
              </a:ext>
            </a:extLst>
          </p:cNvPr>
          <p:cNvSpPr txBox="1"/>
          <p:nvPr/>
        </p:nvSpPr>
        <p:spPr>
          <a:xfrm>
            <a:off x="592168" y="785061"/>
            <a:ext cx="1018877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A694FDBF-6D32-D106-82AB-11C33D6FEF7D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FD63BC1D-B40D-3872-9BD8-70A71485108F}"/>
              </a:ext>
            </a:extLst>
          </p:cNvPr>
          <p:cNvSpPr txBox="1"/>
          <p:nvPr/>
        </p:nvSpPr>
        <p:spPr>
          <a:xfrm>
            <a:off x="975336" y="1526507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5C263190-19F6-FD00-D421-F392ACC34972}"/>
              </a:ext>
            </a:extLst>
          </p:cNvPr>
          <p:cNvSpPr txBox="1"/>
          <p:nvPr/>
        </p:nvSpPr>
        <p:spPr>
          <a:xfrm>
            <a:off x="975336" y="1831808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CBACF3A7-A37B-CEE0-F0B6-237697977DEC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/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F7D9427E-7F6F-14EB-E9E5-47FE1ABCE86D}"/>
              </a:ext>
            </a:extLst>
          </p:cNvPr>
          <p:cNvSpPr txBox="1"/>
          <p:nvPr/>
        </p:nvSpPr>
        <p:spPr>
          <a:xfrm>
            <a:off x="3631383" y="1526507"/>
            <a:ext cx="196808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66C5D5E4-5852-CBF7-18E5-2A22BB20DF0C}"/>
              </a:ext>
            </a:extLst>
          </p:cNvPr>
          <p:cNvSpPr txBox="1"/>
          <p:nvPr/>
        </p:nvSpPr>
        <p:spPr>
          <a:xfrm>
            <a:off x="3631383" y="1831808"/>
            <a:ext cx="196808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3B17F8EB-CFAC-5805-47FF-9932054B5A99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/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B16ACC0C-78DB-8D8E-0924-8E6F1057EDD2}"/>
              </a:ext>
            </a:extLst>
          </p:cNvPr>
          <p:cNvSpPr txBox="1"/>
          <p:nvPr/>
        </p:nvSpPr>
        <p:spPr>
          <a:xfrm>
            <a:off x="6078431" y="1526507"/>
            <a:ext cx="351817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0F7AFC3A-9BE2-1F81-F4EF-A662E5DBD3D1}"/>
              </a:ext>
            </a:extLst>
          </p:cNvPr>
          <p:cNvSpPr txBox="1"/>
          <p:nvPr/>
        </p:nvSpPr>
        <p:spPr>
          <a:xfrm>
            <a:off x="6078431" y="1831808"/>
            <a:ext cx="351817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D36EA134-7663-5B8D-3D0E-21B504F44DEE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/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B8396C2A-3BCA-5659-AC42-6E7E5EA71741}"/>
              </a:ext>
            </a:extLst>
          </p:cNvPr>
          <p:cNvSpPr txBox="1"/>
          <p:nvPr/>
        </p:nvSpPr>
        <p:spPr>
          <a:xfrm>
            <a:off x="10119107" y="1526507"/>
            <a:ext cx="161975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FC191FE8-A0FA-897A-DCA3-712BB09219C4}"/>
              </a:ext>
            </a:extLst>
          </p:cNvPr>
          <p:cNvSpPr txBox="1"/>
          <p:nvPr/>
        </p:nvSpPr>
        <p:spPr>
          <a:xfrm>
            <a:off x="10119107" y="1831808"/>
            <a:ext cx="161975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0A75AFE4-6342-31FA-1D8A-B11F44716402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6039A92C-D677-6646-5506-51DA0D56E9C3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0BCB1058-A20F-97A6-E48D-46BD6496D922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E5173165-BFF1-D1C6-E75C-5F3D10B69874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1870CB06-6A8F-A25C-5330-3D93141F3F87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B55C0045-491E-D79E-E4CA-F7346347A1FA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C6E3D79A-FC31-A0F1-B27B-90B94AAE47DA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77699F3C-377F-34FB-09B0-91FD3BB69F41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8820E3D2-975D-5921-29D4-9E943063937E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C77A6AE7-C66C-1BD8-D670-BD3B367CABFE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06A9AFB4-1C56-D29A-AA56-8C6B411EF5DB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E2D95235-70F7-D376-44ED-DABD9616DB95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CFC060DD-5A4A-D7C0-584A-6FF4B1C6A701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F248C9AB-A8D9-387F-1A17-22B0407985B7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F3F90A5E-0981-4342-6F32-AF5C1AF76EAB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FADC1D49-3ABE-63E0-4C8F-90B8E542D5F7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104D19E9-4F4C-7276-C9AD-00AF9D018795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55BAD3EC-C119-D3FD-FBE7-50360CA66698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E027DB1D-51AE-95F9-9A42-913EEB67E45C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E41FEA22-15F0-2F31-98D8-01269F0DB5E9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77C50564-8F29-955A-3954-BE072141CD8C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56270CA3-2411-B33C-997D-E0954BE0C36B}"/>
              </a:ext>
            </a:extLst>
          </p:cNvPr>
          <p:cNvSpPr txBox="1"/>
          <p:nvPr/>
        </p:nvSpPr>
        <p:spPr>
          <a:xfrm>
            <a:off x="1724254" y="2198170"/>
            <a:ext cx="557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03C22E06-7E5F-083F-69CE-5F1A17BE0C66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F00FFA6C-2640-0042-109D-FF506CD8CCD7}"/>
              </a:ext>
            </a:extLst>
          </p:cNvPr>
          <p:cNvSpPr/>
          <p:nvPr/>
        </p:nvSpPr>
        <p:spPr>
          <a:xfrm>
            <a:off x="1184336" y="2913447"/>
            <a:ext cx="191584" cy="19190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ED936A40-13F2-D21A-AE6D-BE7F0EC5941F}"/>
              </a:ext>
            </a:extLst>
          </p:cNvPr>
          <p:cNvSpPr txBox="1"/>
          <p:nvPr/>
        </p:nvSpPr>
        <p:spPr>
          <a:xfrm>
            <a:off x="1184336" y="2913447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B88FDB95-15E5-EABE-EA1C-B7CB0A8BCA86}"/>
              </a:ext>
            </a:extLst>
          </p:cNvPr>
          <p:cNvSpPr txBox="1"/>
          <p:nvPr/>
        </p:nvSpPr>
        <p:spPr>
          <a:xfrm>
            <a:off x="1515254" y="2904724"/>
            <a:ext cx="13585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7A27354E-2EFD-BC32-CB52-9111EF3D054A}"/>
              </a:ext>
            </a:extLst>
          </p:cNvPr>
          <p:cNvSpPr txBox="1"/>
          <p:nvPr/>
        </p:nvSpPr>
        <p:spPr>
          <a:xfrm>
            <a:off x="1297545" y="3244917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54DCCA3F-C33C-5350-2E1D-A58D3EB0B794}"/>
              </a:ext>
            </a:extLst>
          </p:cNvPr>
          <p:cNvSpPr txBox="1"/>
          <p:nvPr/>
        </p:nvSpPr>
        <p:spPr>
          <a:xfrm>
            <a:off x="1297545" y="3410652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7734659F-E9E8-299A-4776-AEEB07A113CB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7C19050A-58D3-9B6A-F3C6-B23610D2F2EF}"/>
              </a:ext>
            </a:extLst>
          </p:cNvPr>
          <p:cNvSpPr/>
          <p:nvPr/>
        </p:nvSpPr>
        <p:spPr>
          <a:xfrm>
            <a:off x="1184336" y="4134652"/>
            <a:ext cx="191584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564C25E1-5F34-3A11-9ECD-BBF4828485F2}"/>
              </a:ext>
            </a:extLst>
          </p:cNvPr>
          <p:cNvSpPr txBox="1"/>
          <p:nvPr/>
        </p:nvSpPr>
        <p:spPr>
          <a:xfrm>
            <a:off x="1184336" y="4134652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1F6908D0-CCB5-0C70-0F1A-C294DCAB46F6}"/>
              </a:ext>
            </a:extLst>
          </p:cNvPr>
          <p:cNvSpPr txBox="1"/>
          <p:nvPr/>
        </p:nvSpPr>
        <p:spPr>
          <a:xfrm>
            <a:off x="1515254" y="4125929"/>
            <a:ext cx="13585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5564F389-089F-803F-8030-F74B1B5822E9}"/>
              </a:ext>
            </a:extLst>
          </p:cNvPr>
          <p:cNvSpPr txBox="1"/>
          <p:nvPr/>
        </p:nvSpPr>
        <p:spPr>
          <a:xfrm>
            <a:off x="1297545" y="4466122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EFD63F27-2A05-A9CD-D8E9-AD97B8F50760}"/>
              </a:ext>
            </a:extLst>
          </p:cNvPr>
          <p:cNvSpPr txBox="1"/>
          <p:nvPr/>
        </p:nvSpPr>
        <p:spPr>
          <a:xfrm>
            <a:off x="1297545" y="4631857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70F9E6F7-9F34-5C5D-46B8-BFC59C4D38D3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90071460-A1C1-FC3C-3202-3665C5123E3B}"/>
              </a:ext>
            </a:extLst>
          </p:cNvPr>
          <p:cNvSpPr/>
          <p:nvPr/>
        </p:nvSpPr>
        <p:spPr>
          <a:xfrm>
            <a:off x="3831676" y="2302844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83681781-CCC4-E137-7927-0D90A09F0B77}"/>
              </a:ext>
            </a:extLst>
          </p:cNvPr>
          <p:cNvSpPr txBox="1"/>
          <p:nvPr/>
        </p:nvSpPr>
        <p:spPr>
          <a:xfrm>
            <a:off x="3831676" y="2302844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C5AC8BF6-A66C-8E54-D9BE-5969E358E6C5}"/>
              </a:ext>
            </a:extLst>
          </p:cNvPr>
          <p:cNvSpPr txBox="1"/>
          <p:nvPr/>
        </p:nvSpPr>
        <p:spPr>
          <a:xfrm>
            <a:off x="4162593" y="2294121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15E6B9D2-9606-278A-3B68-EB3247D6F199}"/>
              </a:ext>
            </a:extLst>
          </p:cNvPr>
          <p:cNvSpPr txBox="1"/>
          <p:nvPr/>
        </p:nvSpPr>
        <p:spPr>
          <a:xfrm>
            <a:off x="3944884" y="2634314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C6A4E2FC-49EE-ACB8-FEB7-AE25BCD276B7}"/>
              </a:ext>
            </a:extLst>
          </p:cNvPr>
          <p:cNvSpPr txBox="1"/>
          <p:nvPr/>
        </p:nvSpPr>
        <p:spPr>
          <a:xfrm>
            <a:off x="3944884" y="2800049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3FB809A1-95C4-5DE9-34EA-1A5D4D723D96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A12270CD-B82A-BC15-A003-D5E3EB9537EF}"/>
              </a:ext>
            </a:extLst>
          </p:cNvPr>
          <p:cNvSpPr/>
          <p:nvPr/>
        </p:nvSpPr>
        <p:spPr>
          <a:xfrm>
            <a:off x="3831676" y="3715953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85BCE0BA-276D-9392-B831-1E200BCADD54}"/>
              </a:ext>
            </a:extLst>
          </p:cNvPr>
          <p:cNvSpPr txBox="1"/>
          <p:nvPr/>
        </p:nvSpPr>
        <p:spPr>
          <a:xfrm>
            <a:off x="3831676" y="3715953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79A58FB8-56C6-B61D-9657-5A8B6E27BBD1}"/>
              </a:ext>
            </a:extLst>
          </p:cNvPr>
          <p:cNvSpPr txBox="1"/>
          <p:nvPr/>
        </p:nvSpPr>
        <p:spPr>
          <a:xfrm>
            <a:off x="4162593" y="3707230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DC0D488D-2A0C-76B1-E365-304CC14C531E}"/>
              </a:ext>
            </a:extLst>
          </p:cNvPr>
          <p:cNvSpPr txBox="1"/>
          <p:nvPr/>
        </p:nvSpPr>
        <p:spPr>
          <a:xfrm>
            <a:off x="3944884" y="4047423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E50A6533-CDFF-8B05-1025-9D1FAFEDA61B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/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F3D0DC19-9A7D-2613-AD8E-7AD2A126FA62}"/>
              </a:ext>
            </a:extLst>
          </p:cNvPr>
          <p:cNvSpPr txBox="1"/>
          <p:nvPr/>
        </p:nvSpPr>
        <p:spPr>
          <a:xfrm>
            <a:off x="3971009" y="4344002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0F29E3DA-9D15-7231-D321-81E3EC844108}"/>
              </a:ext>
            </a:extLst>
          </p:cNvPr>
          <p:cNvSpPr txBox="1"/>
          <p:nvPr/>
        </p:nvSpPr>
        <p:spPr>
          <a:xfrm>
            <a:off x="3875217" y="4570797"/>
            <a:ext cx="148042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273180A8-B68D-1930-EE12-3E5BC755A335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/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6862EAA2-C372-6D23-FFA3-0B0D128D0454}"/>
              </a:ext>
            </a:extLst>
          </p:cNvPr>
          <p:cNvSpPr txBox="1"/>
          <p:nvPr/>
        </p:nvSpPr>
        <p:spPr>
          <a:xfrm>
            <a:off x="6487723" y="2307206"/>
            <a:ext cx="269959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C7A9C912-3721-0F67-4685-9E301D15268B}"/>
              </a:ext>
            </a:extLst>
          </p:cNvPr>
          <p:cNvSpPr txBox="1"/>
          <p:nvPr/>
        </p:nvSpPr>
        <p:spPr>
          <a:xfrm>
            <a:off x="6487723" y="2577615"/>
            <a:ext cx="269959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3CFF6BBC-910F-D36E-A7CE-30F360F195E4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E84F0029-2F0E-8951-0230-DDF375C876FC}"/>
              </a:ext>
            </a:extLst>
          </p:cNvPr>
          <p:cNvSpPr/>
          <p:nvPr/>
        </p:nvSpPr>
        <p:spPr>
          <a:xfrm>
            <a:off x="6182931" y="325364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14D91F07-0746-F7BB-4438-0753470E442D}"/>
              </a:ext>
            </a:extLst>
          </p:cNvPr>
          <p:cNvSpPr txBox="1"/>
          <p:nvPr/>
        </p:nvSpPr>
        <p:spPr>
          <a:xfrm>
            <a:off x="6182931" y="325364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F58938FC-7981-1E84-78F1-5B7E94AAAF85}"/>
              </a:ext>
            </a:extLst>
          </p:cNvPr>
          <p:cNvSpPr txBox="1"/>
          <p:nvPr/>
        </p:nvSpPr>
        <p:spPr>
          <a:xfrm>
            <a:off x="6426765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C8A30813-1313-8F94-4B65-4DC38DC07C3C}"/>
              </a:ext>
            </a:extLst>
          </p:cNvPr>
          <p:cNvSpPr txBox="1"/>
          <p:nvPr/>
        </p:nvSpPr>
        <p:spPr>
          <a:xfrm>
            <a:off x="6252598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0908CAA1-6F1A-EA4D-2CAD-31221A1C59B9}"/>
              </a:ext>
            </a:extLst>
          </p:cNvPr>
          <p:cNvSpPr txBox="1"/>
          <p:nvPr/>
        </p:nvSpPr>
        <p:spPr>
          <a:xfrm>
            <a:off x="6252598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122BAEF6-7867-AE40-D9C6-BB23891C2C9D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4FFDA542-5B7E-7984-95EB-4B95F1B91F52}"/>
              </a:ext>
            </a:extLst>
          </p:cNvPr>
          <p:cNvSpPr/>
          <p:nvPr/>
        </p:nvSpPr>
        <p:spPr>
          <a:xfrm>
            <a:off x="7419518" y="3253640"/>
            <a:ext cx="139333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2757096F-D32E-B74C-1669-765F7E56906F}"/>
              </a:ext>
            </a:extLst>
          </p:cNvPr>
          <p:cNvSpPr txBox="1"/>
          <p:nvPr/>
        </p:nvSpPr>
        <p:spPr>
          <a:xfrm>
            <a:off x="7419518" y="325364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DDBE973A-76E9-7EC7-B6AD-C77225E0DEF2}"/>
              </a:ext>
            </a:extLst>
          </p:cNvPr>
          <p:cNvSpPr txBox="1"/>
          <p:nvPr/>
        </p:nvSpPr>
        <p:spPr>
          <a:xfrm>
            <a:off x="7663352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B6D272D8-DA28-DE92-8598-9EEE8E4D9830}"/>
              </a:ext>
            </a:extLst>
          </p:cNvPr>
          <p:cNvSpPr txBox="1"/>
          <p:nvPr/>
        </p:nvSpPr>
        <p:spPr>
          <a:xfrm>
            <a:off x="7489184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A56F806F-9CAA-6E5C-80D4-AD3D5170F2EC}"/>
              </a:ext>
            </a:extLst>
          </p:cNvPr>
          <p:cNvSpPr txBox="1"/>
          <p:nvPr/>
        </p:nvSpPr>
        <p:spPr>
          <a:xfrm>
            <a:off x="7489184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83384489-1934-A62D-B8C3-3CE1DBFEE3B8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E827282C-7A95-BD7F-541F-0C88271D421C}"/>
              </a:ext>
            </a:extLst>
          </p:cNvPr>
          <p:cNvSpPr/>
          <p:nvPr/>
        </p:nvSpPr>
        <p:spPr>
          <a:xfrm>
            <a:off x="8656103" y="325364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03EFA2C8-2747-6554-304F-2764C2F2EE78}"/>
              </a:ext>
            </a:extLst>
          </p:cNvPr>
          <p:cNvSpPr txBox="1"/>
          <p:nvPr/>
        </p:nvSpPr>
        <p:spPr>
          <a:xfrm>
            <a:off x="8656103" y="325364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9D3A0B1B-A2CD-0965-50C2-7A955AD9EE04}"/>
              </a:ext>
            </a:extLst>
          </p:cNvPr>
          <p:cNvSpPr txBox="1"/>
          <p:nvPr/>
        </p:nvSpPr>
        <p:spPr>
          <a:xfrm>
            <a:off x="8899937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1F55D626-7E96-B3D1-D53E-8A479784A083}"/>
              </a:ext>
            </a:extLst>
          </p:cNvPr>
          <p:cNvSpPr txBox="1"/>
          <p:nvPr/>
        </p:nvSpPr>
        <p:spPr>
          <a:xfrm>
            <a:off x="8725770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066B3888-22C8-1ED7-0B54-0F6D5D12739C}"/>
              </a:ext>
            </a:extLst>
          </p:cNvPr>
          <p:cNvSpPr txBox="1"/>
          <p:nvPr/>
        </p:nvSpPr>
        <p:spPr>
          <a:xfrm>
            <a:off x="8725770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1532EF8C-5338-352A-3A96-3AEC55173267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C533A7A4-22E0-B143-B1F2-4DE3E4E759AC}"/>
              </a:ext>
            </a:extLst>
          </p:cNvPr>
          <p:cNvSpPr/>
          <p:nvPr/>
        </p:nvSpPr>
        <p:spPr>
          <a:xfrm>
            <a:off x="6182931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A9ACCB32-8FE4-B6E1-A1A3-E4986636E2C4}"/>
              </a:ext>
            </a:extLst>
          </p:cNvPr>
          <p:cNvSpPr txBox="1"/>
          <p:nvPr/>
        </p:nvSpPr>
        <p:spPr>
          <a:xfrm>
            <a:off x="6182931" y="424805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7BF7B3DF-B7DB-F4E0-B2C9-51CAD5CB820F}"/>
              </a:ext>
            </a:extLst>
          </p:cNvPr>
          <p:cNvSpPr txBox="1"/>
          <p:nvPr/>
        </p:nvSpPr>
        <p:spPr>
          <a:xfrm>
            <a:off x="6426765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CBD228A3-61C9-D875-B1FA-56BDC6D36107}"/>
              </a:ext>
            </a:extLst>
          </p:cNvPr>
          <p:cNvSpPr txBox="1"/>
          <p:nvPr/>
        </p:nvSpPr>
        <p:spPr>
          <a:xfrm>
            <a:off x="6252598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9EDE2B91-A226-C5E9-7ADF-9793AAABC607}"/>
              </a:ext>
            </a:extLst>
          </p:cNvPr>
          <p:cNvSpPr txBox="1"/>
          <p:nvPr/>
        </p:nvSpPr>
        <p:spPr>
          <a:xfrm>
            <a:off x="6252598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80815EDE-3E37-AC9B-06C0-4A50B557C6A2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1DC8CA0A-D531-0B82-D564-EBFA008142FD}"/>
              </a:ext>
            </a:extLst>
          </p:cNvPr>
          <p:cNvSpPr/>
          <p:nvPr/>
        </p:nvSpPr>
        <p:spPr>
          <a:xfrm>
            <a:off x="7419518" y="4248050"/>
            <a:ext cx="139333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E46BF31D-C82F-FA74-8A39-D6DD5576A313}"/>
              </a:ext>
            </a:extLst>
          </p:cNvPr>
          <p:cNvSpPr txBox="1"/>
          <p:nvPr/>
        </p:nvSpPr>
        <p:spPr>
          <a:xfrm>
            <a:off x="7419518" y="424805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AB8D5128-912B-9FF7-DEC9-AF66953FB8BC}"/>
              </a:ext>
            </a:extLst>
          </p:cNvPr>
          <p:cNvSpPr txBox="1"/>
          <p:nvPr/>
        </p:nvSpPr>
        <p:spPr>
          <a:xfrm>
            <a:off x="7663352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57B1B6EA-5C38-5DAE-138A-E7CEFBF93F73}"/>
              </a:ext>
            </a:extLst>
          </p:cNvPr>
          <p:cNvSpPr txBox="1"/>
          <p:nvPr/>
        </p:nvSpPr>
        <p:spPr>
          <a:xfrm>
            <a:off x="7489184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65B80D0F-346F-C392-9BE8-D852419A15FB}"/>
              </a:ext>
            </a:extLst>
          </p:cNvPr>
          <p:cNvSpPr txBox="1"/>
          <p:nvPr/>
        </p:nvSpPr>
        <p:spPr>
          <a:xfrm>
            <a:off x="7489184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D857AE9B-AEEC-5700-0B37-DDEE669836DE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BC9C2629-05AF-4FF8-29DB-DB25C494CE23}"/>
              </a:ext>
            </a:extLst>
          </p:cNvPr>
          <p:cNvSpPr/>
          <p:nvPr/>
        </p:nvSpPr>
        <p:spPr>
          <a:xfrm>
            <a:off x="8656103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3FBE5824-65E5-EB80-0D30-6CA816676CD5}"/>
              </a:ext>
            </a:extLst>
          </p:cNvPr>
          <p:cNvSpPr txBox="1"/>
          <p:nvPr/>
        </p:nvSpPr>
        <p:spPr>
          <a:xfrm>
            <a:off x="8656103" y="4248050"/>
            <a:ext cx="13933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5EBB57A0-7AB0-D92E-2C55-C5E2D7DD9C9B}"/>
              </a:ext>
            </a:extLst>
          </p:cNvPr>
          <p:cNvSpPr txBox="1"/>
          <p:nvPr/>
        </p:nvSpPr>
        <p:spPr>
          <a:xfrm>
            <a:off x="8899937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902EBA3C-AB2C-8D61-290D-F6857311A4FB}"/>
              </a:ext>
            </a:extLst>
          </p:cNvPr>
          <p:cNvSpPr txBox="1"/>
          <p:nvPr/>
        </p:nvSpPr>
        <p:spPr>
          <a:xfrm>
            <a:off x="8725770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29022C19-13CC-B752-A812-F6F5B1640C59}"/>
              </a:ext>
            </a:extLst>
          </p:cNvPr>
          <p:cNvSpPr txBox="1"/>
          <p:nvPr/>
        </p:nvSpPr>
        <p:spPr>
          <a:xfrm>
            <a:off x="8725770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871C1E24-761F-B031-DDFA-2FCD05EFE4F5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3FC7DF7B-92B9-92FD-6A03-3526534E329F}"/>
              </a:ext>
            </a:extLst>
          </p:cNvPr>
          <p:cNvSpPr/>
          <p:nvPr/>
        </p:nvSpPr>
        <p:spPr>
          <a:xfrm>
            <a:off x="10249733" y="2302844"/>
            <a:ext cx="191583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B9C70234-CA61-A979-1C5F-B455230868AF}"/>
              </a:ext>
            </a:extLst>
          </p:cNvPr>
          <p:cNvSpPr txBox="1"/>
          <p:nvPr/>
        </p:nvSpPr>
        <p:spPr>
          <a:xfrm>
            <a:off x="10249733" y="2302844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E2DCB50C-F0D4-9CEA-654F-AEA71F20817C}"/>
              </a:ext>
            </a:extLst>
          </p:cNvPr>
          <p:cNvSpPr txBox="1"/>
          <p:nvPr/>
        </p:nvSpPr>
        <p:spPr>
          <a:xfrm>
            <a:off x="10580650" y="2294121"/>
            <a:ext cx="1079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C11DB605-AC1B-A409-C7AC-0110C74B9035}"/>
              </a:ext>
            </a:extLst>
          </p:cNvPr>
          <p:cNvSpPr txBox="1"/>
          <p:nvPr/>
        </p:nvSpPr>
        <p:spPr>
          <a:xfrm>
            <a:off x="10362941" y="2634314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4CE727F9-D98B-462C-5417-A83368A79511}"/>
              </a:ext>
            </a:extLst>
          </p:cNvPr>
          <p:cNvSpPr txBox="1"/>
          <p:nvPr/>
        </p:nvSpPr>
        <p:spPr>
          <a:xfrm>
            <a:off x="10362941" y="2800049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6E44DC85-3482-592A-DEB7-99D7C8B5F354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8A60E043-CF22-8F16-E36B-676FC78359B4}"/>
              </a:ext>
            </a:extLst>
          </p:cNvPr>
          <p:cNvSpPr/>
          <p:nvPr/>
        </p:nvSpPr>
        <p:spPr>
          <a:xfrm>
            <a:off x="10249733" y="3628724"/>
            <a:ext cx="191583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B9285215-215D-541C-E860-C67EB286D81C}"/>
              </a:ext>
            </a:extLst>
          </p:cNvPr>
          <p:cNvSpPr txBox="1"/>
          <p:nvPr/>
        </p:nvSpPr>
        <p:spPr>
          <a:xfrm>
            <a:off x="10249733" y="3628724"/>
            <a:ext cx="1915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5DECB5AD-6D73-E6EC-A119-679E946B93D5}"/>
              </a:ext>
            </a:extLst>
          </p:cNvPr>
          <p:cNvSpPr txBox="1"/>
          <p:nvPr/>
        </p:nvSpPr>
        <p:spPr>
          <a:xfrm>
            <a:off x="10580650" y="3620001"/>
            <a:ext cx="1079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975C6949-DE0E-7AFD-DF5C-259277393EA2}"/>
              </a:ext>
            </a:extLst>
          </p:cNvPr>
          <p:cNvSpPr txBox="1"/>
          <p:nvPr/>
        </p:nvSpPr>
        <p:spPr>
          <a:xfrm>
            <a:off x="10362941" y="3960194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B7D070F6-BDD2-0C0B-7B26-FEDD2316A022}"/>
              </a:ext>
            </a:extLst>
          </p:cNvPr>
          <p:cNvSpPr txBox="1"/>
          <p:nvPr/>
        </p:nvSpPr>
        <p:spPr>
          <a:xfrm>
            <a:off x="10362941" y="4125929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95A6FD8E-ADC4-3949-DFA0-87C2D44DEA12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/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097CCDCF-378C-0CA9-2949-1C496127ACE4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657E9615-91C6-FEA4-99EA-C53B0456E016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DE08D624-1C53-CC79-DB6D-1BC6B1EC3C01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117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1117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E52BC9B7-D3B7-029C-3B86-582806DC241B}"/>
              </a:ext>
            </a:extLst>
          </p:cNvPr>
          <p:cNvSpPr txBox="1"/>
          <p:nvPr/>
        </p:nvSpPr>
        <p:spPr>
          <a:xfrm>
            <a:off x="10571942" y="4518459"/>
            <a:ext cx="108854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680BFD89-CAA3-E148-F1D0-D1018E875FF3}"/>
              </a:ext>
            </a:extLst>
          </p:cNvPr>
          <p:cNvSpPr txBox="1"/>
          <p:nvPr/>
        </p:nvSpPr>
        <p:spPr>
          <a:xfrm>
            <a:off x="10571942" y="4701640"/>
            <a:ext cx="108854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1A3E2925-AF46-22A9-EB48-CA7A3936F814}"/>
              </a:ext>
            </a:extLst>
          </p:cNvPr>
          <p:cNvSpPr/>
          <p:nvPr/>
        </p:nvSpPr>
        <p:spPr>
          <a:xfrm>
            <a:off x="783752" y="5451809"/>
            <a:ext cx="10624192" cy="628049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45A6F1FB-6A15-F7A8-96EE-AE18898D94A3}"/>
              </a:ext>
            </a:extLst>
          </p:cNvPr>
          <p:cNvSpPr txBox="1"/>
          <p:nvPr/>
        </p:nvSpPr>
        <p:spPr>
          <a:xfrm>
            <a:off x="1062419" y="5617544"/>
            <a:ext cx="16110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47F1A056-6BE6-923E-1AFD-D40470B3FEE7}"/>
              </a:ext>
            </a:extLst>
          </p:cNvPr>
          <p:cNvSpPr txBox="1"/>
          <p:nvPr/>
        </p:nvSpPr>
        <p:spPr>
          <a:xfrm>
            <a:off x="2830215" y="5591375"/>
            <a:ext cx="82729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851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2026-06-20T06:52:20Z</dcterms:created>
  <dcterms:modified xsi:type="dcterms:W3CDTF">2026-06-20T06:52:20Z</dcterms:modified>
</cp:coreProperties>
</file>