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6294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C1611C-15F7-5F67-DF3B-86B3439FC93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084951"/>
            <a:ext cx="9144000" cy="2308013"/>
          </a:xfrm>
        </p:spPr>
        <p:txBody>
          <a:bodyPr anchor="b"/>
          <a:lstStyle>
            <a:lvl1pPr algn="ctr">
              <a:defRPr sz="58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C8AF413-2A0D-BACF-F7C6-A1EE7900D0C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481970"/>
            <a:ext cx="9144000" cy="1600570"/>
          </a:xfrm>
        </p:spPr>
        <p:txBody>
          <a:bodyPr/>
          <a:lstStyle>
            <a:lvl1pPr marL="0" indent="0" algn="ctr">
              <a:buNone/>
              <a:defRPr sz="2320"/>
            </a:lvl1pPr>
            <a:lvl2pPr marL="441975" indent="0" algn="ctr">
              <a:buNone/>
              <a:defRPr sz="1933"/>
            </a:lvl2pPr>
            <a:lvl3pPr marL="883950" indent="0" algn="ctr">
              <a:buNone/>
              <a:defRPr sz="1740"/>
            </a:lvl3pPr>
            <a:lvl4pPr marL="1325926" indent="0" algn="ctr">
              <a:buNone/>
              <a:defRPr sz="1547"/>
            </a:lvl4pPr>
            <a:lvl5pPr marL="1767901" indent="0" algn="ctr">
              <a:buNone/>
              <a:defRPr sz="1547"/>
            </a:lvl5pPr>
            <a:lvl6pPr marL="2209876" indent="0" algn="ctr">
              <a:buNone/>
              <a:defRPr sz="1547"/>
            </a:lvl6pPr>
            <a:lvl7pPr marL="2651851" indent="0" algn="ctr">
              <a:buNone/>
              <a:defRPr sz="1547"/>
            </a:lvl7pPr>
            <a:lvl8pPr marL="3093827" indent="0" algn="ctr">
              <a:buNone/>
              <a:defRPr sz="1547"/>
            </a:lvl8pPr>
            <a:lvl9pPr marL="3535802" indent="0" algn="ctr">
              <a:buNone/>
              <a:defRPr sz="1547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43BD26B-E762-FC9D-1F8E-9D05BF3645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E9D3ED-3924-43EC-83E7-C21FD4BF3549}" type="datetimeFigureOut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3591421-6C87-C67F-ACA8-FC0EC9C9A8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CC9ACC8-27BA-4C86-A020-D441F460B1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52879-9975-4A1A-B0EB-44F71CED55F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684115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9D6503-C788-10D3-0C40-3A82CDDF03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05B7B7E-30C6-55A4-43F9-389DBD97F1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4192613-03CC-D140-AB09-19877877EB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E9D3ED-3924-43EC-83E7-C21FD4BF3549}" type="datetimeFigureOut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B68FFB6-DAE5-0E82-4FF5-5222053C4B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F4ABEFC-56FD-78F4-CC5B-902EF6C69A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52879-9975-4A1A-B0EB-44F71CED55F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30797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4D464A3-43E8-F8EF-EBDA-666BB456C2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652747"/>
            <a:ext cx="10515600" cy="2757646"/>
          </a:xfrm>
        </p:spPr>
        <p:txBody>
          <a:bodyPr anchor="b"/>
          <a:lstStyle>
            <a:lvl1pPr>
              <a:defRPr sz="58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2525960-D407-9947-8E10-42D29CD908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436481"/>
            <a:ext cx="10515600" cy="1450181"/>
          </a:xfrm>
        </p:spPr>
        <p:txBody>
          <a:bodyPr/>
          <a:lstStyle>
            <a:lvl1pPr marL="0" indent="0">
              <a:buNone/>
              <a:defRPr sz="2320">
                <a:solidFill>
                  <a:schemeClr val="tx1">
                    <a:tint val="82000"/>
                  </a:schemeClr>
                </a:solidFill>
              </a:defRPr>
            </a:lvl1pPr>
            <a:lvl2pPr marL="441975" indent="0">
              <a:buNone/>
              <a:defRPr sz="1933">
                <a:solidFill>
                  <a:schemeClr val="tx1">
                    <a:tint val="82000"/>
                  </a:schemeClr>
                </a:solidFill>
              </a:defRPr>
            </a:lvl2pPr>
            <a:lvl3pPr marL="883950" indent="0">
              <a:buNone/>
              <a:defRPr sz="1740">
                <a:solidFill>
                  <a:schemeClr val="tx1">
                    <a:tint val="82000"/>
                  </a:schemeClr>
                </a:solidFill>
              </a:defRPr>
            </a:lvl3pPr>
            <a:lvl4pPr marL="1325926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4pPr>
            <a:lvl5pPr marL="1767901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5pPr>
            <a:lvl6pPr marL="2209876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6pPr>
            <a:lvl7pPr marL="2651851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7pPr>
            <a:lvl8pPr marL="3093827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8pPr>
            <a:lvl9pPr marL="3535802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5987A1A-0BBD-2650-3925-DF3816E001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E9D3ED-3924-43EC-83E7-C21FD4BF3549}" type="datetimeFigureOut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A69636F-09D1-D1BB-C1E3-F47593721B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61211D7-E980-2712-3B49-D938BA51A2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52879-9975-4A1A-B0EB-44F71CED55F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21356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FCCAB2-B841-C654-4733-F08B7C1A4C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C79019F-D677-A46A-9C3D-897B7E7D120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764771"/>
            <a:ext cx="5181600" cy="420629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1811814-BE88-325F-A146-02A6EF38FC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764771"/>
            <a:ext cx="5181600" cy="420629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AC48594-9F08-4281-17B0-CD28C9CB67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E9D3ED-3924-43EC-83E7-C21FD4BF3549}" type="datetimeFigureOut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0DF7391-31E1-7B26-8FDF-362B5C36CB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0726E63-BCA0-E822-850E-8E9E760512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52879-9975-4A1A-B0EB-44F71CED55F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01390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6EA6644-78AE-764B-81D1-80F83B150C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52954"/>
            <a:ext cx="10515600" cy="1281378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12BA49E-0210-66B0-68BE-940F1490B9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25124"/>
            <a:ext cx="5157787" cy="796448"/>
          </a:xfrm>
        </p:spPr>
        <p:txBody>
          <a:bodyPr anchor="b"/>
          <a:lstStyle>
            <a:lvl1pPr marL="0" indent="0">
              <a:buNone/>
              <a:defRPr sz="2320" b="1"/>
            </a:lvl1pPr>
            <a:lvl2pPr marL="441975" indent="0">
              <a:buNone/>
              <a:defRPr sz="1933" b="1"/>
            </a:lvl2pPr>
            <a:lvl3pPr marL="883950" indent="0">
              <a:buNone/>
              <a:defRPr sz="1740" b="1"/>
            </a:lvl3pPr>
            <a:lvl4pPr marL="1325926" indent="0">
              <a:buNone/>
              <a:defRPr sz="1547" b="1"/>
            </a:lvl4pPr>
            <a:lvl5pPr marL="1767901" indent="0">
              <a:buNone/>
              <a:defRPr sz="1547" b="1"/>
            </a:lvl5pPr>
            <a:lvl6pPr marL="2209876" indent="0">
              <a:buNone/>
              <a:defRPr sz="1547" b="1"/>
            </a:lvl6pPr>
            <a:lvl7pPr marL="2651851" indent="0">
              <a:buNone/>
              <a:defRPr sz="1547" b="1"/>
            </a:lvl7pPr>
            <a:lvl8pPr marL="3093827" indent="0">
              <a:buNone/>
              <a:defRPr sz="1547" b="1"/>
            </a:lvl8pPr>
            <a:lvl9pPr marL="3535802" indent="0">
              <a:buNone/>
              <a:defRPr sz="1547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A05A4F4-6011-E313-4936-9AF6D8258DB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421573"/>
            <a:ext cx="5157787" cy="356176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767DCDEE-2F1D-8518-C203-FCE0D6B96F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25124"/>
            <a:ext cx="5183188" cy="796448"/>
          </a:xfrm>
        </p:spPr>
        <p:txBody>
          <a:bodyPr anchor="b"/>
          <a:lstStyle>
            <a:lvl1pPr marL="0" indent="0">
              <a:buNone/>
              <a:defRPr sz="2320" b="1"/>
            </a:lvl1pPr>
            <a:lvl2pPr marL="441975" indent="0">
              <a:buNone/>
              <a:defRPr sz="1933" b="1"/>
            </a:lvl2pPr>
            <a:lvl3pPr marL="883950" indent="0">
              <a:buNone/>
              <a:defRPr sz="1740" b="1"/>
            </a:lvl3pPr>
            <a:lvl4pPr marL="1325926" indent="0">
              <a:buNone/>
              <a:defRPr sz="1547" b="1"/>
            </a:lvl4pPr>
            <a:lvl5pPr marL="1767901" indent="0">
              <a:buNone/>
              <a:defRPr sz="1547" b="1"/>
            </a:lvl5pPr>
            <a:lvl6pPr marL="2209876" indent="0">
              <a:buNone/>
              <a:defRPr sz="1547" b="1"/>
            </a:lvl6pPr>
            <a:lvl7pPr marL="2651851" indent="0">
              <a:buNone/>
              <a:defRPr sz="1547" b="1"/>
            </a:lvl7pPr>
            <a:lvl8pPr marL="3093827" indent="0">
              <a:buNone/>
              <a:defRPr sz="1547" b="1"/>
            </a:lvl8pPr>
            <a:lvl9pPr marL="3535802" indent="0">
              <a:buNone/>
              <a:defRPr sz="1547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3E527D70-79B1-026C-E493-94908114321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421573"/>
            <a:ext cx="5183188" cy="356176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0F97775F-FD1D-9C2C-5503-3D591A0A72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E9D3ED-3924-43EC-83E7-C21FD4BF3549}" type="datetimeFigureOut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D61119DA-4109-17D1-5383-DF948BC42D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2E209097-0721-AB27-2287-E01688F40F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52879-9975-4A1A-B0EB-44F71CED55F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90776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C42F6A-4465-360F-599E-E3C69DE39E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84A0740B-4C7E-C0FB-EA10-66AFD07BD9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E9D3ED-3924-43EC-83E7-C21FD4BF3549}" type="datetimeFigureOut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EE3802B-FCF2-7D37-FAE0-7ED9421447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D35EB3C-4B02-72D1-ABDC-8740A336F3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52879-9975-4A1A-B0EB-44F71CED55F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151218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C2008B1D-59F0-D39D-0FC7-138DAB3DCB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E9D3ED-3924-43EC-83E7-C21FD4BF3549}" type="datetimeFigureOut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AE4D93F-E3C5-4460-3B75-D3C2C36D1B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963EAEF-8698-CD1D-96F6-04A3E16F8D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52879-9975-4A1A-B0EB-44F71CED55F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63480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242F898-3A85-6FED-DDDA-13BDA086C8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41960"/>
            <a:ext cx="3932237" cy="1546860"/>
          </a:xfrm>
        </p:spPr>
        <p:txBody>
          <a:bodyPr anchor="b"/>
          <a:lstStyle>
            <a:lvl1pPr>
              <a:defRPr sz="3093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9BC631C-DDBB-AE59-0AED-74A4A28737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54511"/>
            <a:ext cx="6172200" cy="4711171"/>
          </a:xfrm>
        </p:spPr>
        <p:txBody>
          <a:bodyPr/>
          <a:lstStyle>
            <a:lvl1pPr>
              <a:defRPr sz="3093"/>
            </a:lvl1pPr>
            <a:lvl2pPr>
              <a:defRPr sz="2707"/>
            </a:lvl2pPr>
            <a:lvl3pPr>
              <a:defRPr sz="2320"/>
            </a:lvl3pPr>
            <a:lvl4pPr>
              <a:defRPr sz="1933"/>
            </a:lvl4pPr>
            <a:lvl5pPr>
              <a:defRPr sz="1933"/>
            </a:lvl5pPr>
            <a:lvl6pPr>
              <a:defRPr sz="1933"/>
            </a:lvl6pPr>
            <a:lvl7pPr>
              <a:defRPr sz="1933"/>
            </a:lvl7pPr>
            <a:lvl8pPr>
              <a:defRPr sz="1933"/>
            </a:lvl8pPr>
            <a:lvl9pPr>
              <a:defRPr sz="1933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A037752-BA9A-B991-FE75-23B7562702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1988820"/>
            <a:ext cx="3932237" cy="3684535"/>
          </a:xfrm>
        </p:spPr>
        <p:txBody>
          <a:bodyPr/>
          <a:lstStyle>
            <a:lvl1pPr marL="0" indent="0">
              <a:buNone/>
              <a:defRPr sz="1547"/>
            </a:lvl1pPr>
            <a:lvl2pPr marL="441975" indent="0">
              <a:buNone/>
              <a:defRPr sz="1353"/>
            </a:lvl2pPr>
            <a:lvl3pPr marL="883950" indent="0">
              <a:buNone/>
              <a:defRPr sz="1160"/>
            </a:lvl3pPr>
            <a:lvl4pPr marL="1325926" indent="0">
              <a:buNone/>
              <a:defRPr sz="967"/>
            </a:lvl4pPr>
            <a:lvl5pPr marL="1767901" indent="0">
              <a:buNone/>
              <a:defRPr sz="967"/>
            </a:lvl5pPr>
            <a:lvl6pPr marL="2209876" indent="0">
              <a:buNone/>
              <a:defRPr sz="967"/>
            </a:lvl6pPr>
            <a:lvl7pPr marL="2651851" indent="0">
              <a:buNone/>
              <a:defRPr sz="967"/>
            </a:lvl7pPr>
            <a:lvl8pPr marL="3093827" indent="0">
              <a:buNone/>
              <a:defRPr sz="967"/>
            </a:lvl8pPr>
            <a:lvl9pPr marL="3535802" indent="0">
              <a:buNone/>
              <a:defRPr sz="967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CF3DB0A-C234-65FC-81C3-D18C005EEF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E9D3ED-3924-43EC-83E7-C21FD4BF3549}" type="datetimeFigureOut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F895922-57D8-9A19-F7A2-308A1CFDB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9412AD3-5B85-A8BD-52C8-1AF559A47D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52879-9975-4A1A-B0EB-44F71CED55F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52255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47C24E8-9623-BF5C-6BCC-1AFE0485A5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41960"/>
            <a:ext cx="3932237" cy="1546860"/>
          </a:xfrm>
        </p:spPr>
        <p:txBody>
          <a:bodyPr anchor="b"/>
          <a:lstStyle>
            <a:lvl1pPr>
              <a:defRPr sz="3093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6184DF0E-B6B3-B23B-A012-EDB467D8BC9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54511"/>
            <a:ext cx="6172200" cy="4711171"/>
          </a:xfrm>
        </p:spPr>
        <p:txBody>
          <a:bodyPr/>
          <a:lstStyle>
            <a:lvl1pPr marL="0" indent="0">
              <a:buNone/>
              <a:defRPr sz="3093"/>
            </a:lvl1pPr>
            <a:lvl2pPr marL="441975" indent="0">
              <a:buNone/>
              <a:defRPr sz="2707"/>
            </a:lvl2pPr>
            <a:lvl3pPr marL="883950" indent="0">
              <a:buNone/>
              <a:defRPr sz="2320"/>
            </a:lvl3pPr>
            <a:lvl4pPr marL="1325926" indent="0">
              <a:buNone/>
              <a:defRPr sz="1933"/>
            </a:lvl4pPr>
            <a:lvl5pPr marL="1767901" indent="0">
              <a:buNone/>
              <a:defRPr sz="1933"/>
            </a:lvl5pPr>
            <a:lvl6pPr marL="2209876" indent="0">
              <a:buNone/>
              <a:defRPr sz="1933"/>
            </a:lvl6pPr>
            <a:lvl7pPr marL="2651851" indent="0">
              <a:buNone/>
              <a:defRPr sz="1933"/>
            </a:lvl7pPr>
            <a:lvl8pPr marL="3093827" indent="0">
              <a:buNone/>
              <a:defRPr sz="1933"/>
            </a:lvl8pPr>
            <a:lvl9pPr marL="3535802" indent="0">
              <a:buNone/>
              <a:defRPr sz="1933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79D4DFF-10AA-7170-ACA1-2ACA9B4CE4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1988820"/>
            <a:ext cx="3932237" cy="3684535"/>
          </a:xfrm>
        </p:spPr>
        <p:txBody>
          <a:bodyPr/>
          <a:lstStyle>
            <a:lvl1pPr marL="0" indent="0">
              <a:buNone/>
              <a:defRPr sz="1547"/>
            </a:lvl1pPr>
            <a:lvl2pPr marL="441975" indent="0">
              <a:buNone/>
              <a:defRPr sz="1353"/>
            </a:lvl2pPr>
            <a:lvl3pPr marL="883950" indent="0">
              <a:buNone/>
              <a:defRPr sz="1160"/>
            </a:lvl3pPr>
            <a:lvl4pPr marL="1325926" indent="0">
              <a:buNone/>
              <a:defRPr sz="967"/>
            </a:lvl4pPr>
            <a:lvl5pPr marL="1767901" indent="0">
              <a:buNone/>
              <a:defRPr sz="967"/>
            </a:lvl5pPr>
            <a:lvl6pPr marL="2209876" indent="0">
              <a:buNone/>
              <a:defRPr sz="967"/>
            </a:lvl6pPr>
            <a:lvl7pPr marL="2651851" indent="0">
              <a:buNone/>
              <a:defRPr sz="967"/>
            </a:lvl7pPr>
            <a:lvl8pPr marL="3093827" indent="0">
              <a:buNone/>
              <a:defRPr sz="967"/>
            </a:lvl8pPr>
            <a:lvl9pPr marL="3535802" indent="0">
              <a:buNone/>
              <a:defRPr sz="967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FCDDFB9-4000-5E0B-C4FB-4D336CAF68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E9D3ED-3924-43EC-83E7-C21FD4BF3549}" type="datetimeFigureOut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6AD0C96-5097-0EE6-4691-5181B68ADE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BB33566-5DE5-0E14-839B-661F393F13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52879-9975-4A1A-B0EB-44F71CED55F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24178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5067D16-905F-FDC1-652A-EE097BFE1D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3B3059AA-0394-95AE-9517-BA58706D46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240A1A1-957A-EF9C-B3B0-97E3FDB0E0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E9D3ED-3924-43EC-83E7-C21FD4BF3549}" type="datetimeFigureOut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31107C1-6E63-9F8F-A6F9-0CB77ECBB1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CCBBC14-D4FB-A715-ACC2-5B2EBB20D7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52879-9975-4A1A-B0EB-44F71CED55F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670104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451CD770-97B0-B91C-3FF6-B81853E4897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52954"/>
            <a:ext cx="2628900" cy="5618110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F93FD98-4B33-C1DA-25A2-719763F7FC2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52954"/>
            <a:ext cx="7734300" cy="5618110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1386076-E026-7A40-CDAC-094FA055FF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E9D3ED-3924-43EC-83E7-C21FD4BF3549}" type="datetimeFigureOut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480979F-6283-12E8-3D5F-9DE7DC7DCE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4896C0C-FDE1-8E14-CABA-5A64479F16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52879-9975-4A1A-B0EB-44F71CED55F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33912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C26B3F69-A10B-A7D6-469E-11C65C567E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2954"/>
            <a:ext cx="10515600" cy="128137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5DB3DA8-A609-DA19-B83C-485B5C1182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764771"/>
            <a:ext cx="10515600" cy="42062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1403004-9D5C-BEEA-F521-615AD605086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144472"/>
            <a:ext cx="2743200" cy="35295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2E9D3ED-3924-43EC-83E7-C21FD4BF3549}" type="datetimeFigureOut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D4C85E8-9111-DA6D-1C17-627439A1CC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144472"/>
            <a:ext cx="4114800" cy="35295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6417FE9-0F42-399A-D818-6529B73AC4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144472"/>
            <a:ext cx="2743200" cy="35295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2A52879-9975-4A1A-B0EB-44F71CED55F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524331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883950" rtl="0" eaLnBrk="1" latinLnBrk="1" hangingPunct="1">
        <a:lnSpc>
          <a:spcPct val="90000"/>
        </a:lnSpc>
        <a:spcBef>
          <a:spcPct val="0"/>
        </a:spcBef>
        <a:buNone/>
        <a:defRPr sz="425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0988" indent="-220988" algn="l" defTabSz="883950" rtl="0" eaLnBrk="1" latinLnBrk="1" hangingPunct="1">
        <a:lnSpc>
          <a:spcPct val="90000"/>
        </a:lnSpc>
        <a:spcBef>
          <a:spcPts val="967"/>
        </a:spcBef>
        <a:buFont typeface="Arial" panose="020B0604020202020204" pitchFamily="34" charset="0"/>
        <a:buChar char="•"/>
        <a:defRPr sz="2707" kern="1200">
          <a:solidFill>
            <a:schemeClr val="tx1"/>
          </a:solidFill>
          <a:latin typeface="+mn-lt"/>
          <a:ea typeface="+mn-ea"/>
          <a:cs typeface="+mn-cs"/>
        </a:defRPr>
      </a:lvl1pPr>
      <a:lvl2pPr marL="662963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2320" kern="1200">
          <a:solidFill>
            <a:schemeClr val="tx1"/>
          </a:solidFill>
          <a:latin typeface="+mn-lt"/>
          <a:ea typeface="+mn-ea"/>
          <a:cs typeface="+mn-cs"/>
        </a:defRPr>
      </a:lvl2pPr>
      <a:lvl3pPr marL="1104938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933" kern="1200">
          <a:solidFill>
            <a:schemeClr val="tx1"/>
          </a:solidFill>
          <a:latin typeface="+mn-lt"/>
          <a:ea typeface="+mn-ea"/>
          <a:cs typeface="+mn-cs"/>
        </a:defRPr>
      </a:lvl3pPr>
      <a:lvl4pPr marL="1546913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4pPr>
      <a:lvl5pPr marL="1988889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5pPr>
      <a:lvl6pPr marL="2430864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6pPr>
      <a:lvl7pPr marL="2872839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7pPr>
      <a:lvl8pPr marL="3314814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8pPr>
      <a:lvl9pPr marL="3756790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1pPr>
      <a:lvl2pPr marL="441975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2pPr>
      <a:lvl3pPr marL="883950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3pPr>
      <a:lvl4pPr marL="1325926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4pPr>
      <a:lvl5pPr marL="1767901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5pPr>
      <a:lvl6pPr marL="2209876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6pPr>
      <a:lvl7pPr marL="2651851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7pPr>
      <a:lvl8pPr marL="3093827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8pPr>
      <a:lvl9pPr marL="3535802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peline_overview_svg">
            <a:extLst>
              <a:ext uri="{FF2B5EF4-FFF2-40B4-BE49-F238E27FC236}">
                <a16:creationId xmlns:a16="http://schemas.microsoft.com/office/drawing/2014/main" id="{A5455E88-1C35-C545-2545-76C446D9382F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2000" cy="6629400"/>
          </a:xfrm>
          <a:prstGeom prst="rect">
            <a:avLst/>
          </a:prstGeom>
          <a:effectLst>
            <a:outerShdw blurRad="50800" dist="19050" dir="5400000" rotWithShape="0">
              <a:scrgbClr r="0" g="0" b="0">
                <a:alpha val="12000"/>
              </a:sc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9720866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사용자 지정</PresentationFormat>
  <Paragraphs>0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4" baseType="lpstr">
      <vt:lpstr>맑은 고딕</vt:lpstr>
      <vt:lpstr>Arial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채승훈</dc:creator>
  <cp:lastModifiedBy>채승훈</cp:lastModifiedBy>
  <cp:revision>1</cp:revision>
  <dcterms:created xsi:type="dcterms:W3CDTF">2026-06-19T09:12:36Z</dcterms:created>
  <dcterms:modified xsi:type="dcterms:W3CDTF">2026-06-19T09:12:36Z</dcterms:modified>
</cp:coreProperties>
</file>