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247C0A-ABB1-950B-42E6-08ADFA7D93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8821273-C2D0-F987-F270-8104638A23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7C5B21-0431-CCAB-95C2-B9424D0CA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2C54F-6661-431E-BC7A-3BF7D7121E2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CCEE2AE-E1A6-5934-FB39-CB515FF3E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788ABA-81A9-21E5-174C-96A0BBCC7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1D940-9C20-4F30-B670-23B802C531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0666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EDCC4-2859-13BE-1198-9713099DB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3CB3FD-74F5-81FA-1BB8-FC8A56F6C6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955552-5611-9A0D-00A5-355C97437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2C54F-6661-431E-BC7A-3BF7D7121E2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DFF7FAA-50A0-8AAD-33C1-3E22F0BBB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3F2B0A-FCDD-D762-3665-5CA6CEC04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1D940-9C20-4F30-B670-23B802C531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8940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C804A5-7D09-B3A0-96C9-9C12029D9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788F86-8C7F-C66F-0E52-4CBDB29AC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07F00C-D2D9-1064-6805-FFFCBE16F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2C54F-6661-431E-BC7A-3BF7D7121E2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91F6A3-57B8-45B3-890C-AF552E9DB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AE08DD-08F9-BB56-0489-474916F17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1D940-9C20-4F30-B670-23B802C531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2526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E5823B-D404-576B-541B-613C48EA3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503001-3748-DE1E-1A9B-41D5711AAE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129C331-D470-11CE-B219-E2ED74F9F0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9CB8C97-48C9-4C01-5ABC-5E2BB6705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2C54F-6661-431E-BC7A-3BF7D7121E2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2358E4-FEA2-AB29-74E4-5E1E90D0D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C4C4F40-4C31-B6E1-29DD-944C799E8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1D940-9C20-4F30-B670-23B802C531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6833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69BCB7-D590-D0DA-D8B6-4ACCE12B9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F6E358-5272-D42D-5101-2DCBD11C7E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EF7B7A8-C3DD-28FF-A45F-4D8892EC23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6CD881-CA7F-517F-67E2-863C2C8CEA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9020877-F7F3-92A0-57FC-9276853981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F801746-45AA-4FCC-AB65-828AF14EC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2C54F-6661-431E-BC7A-3BF7D7121E2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7015B39-5CEE-419F-B090-473D39C3A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ACA02B4-0BA8-6B39-A2DF-B08CB82ED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1D940-9C20-4F30-B670-23B802C531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214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9E0B72-4E1A-F4F0-2805-EEFC44998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3C9A622-80DA-2227-EC7A-EF5F6C667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2C54F-6661-431E-BC7A-3BF7D7121E2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093F602-21BA-D1A3-B91C-8FC58565C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99F506-B1BC-70A2-74E2-CF46E519F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1D940-9C20-4F30-B670-23B802C531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4036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5CB06-EA22-8EC9-9AF9-F3C953929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2C54F-6661-431E-BC7A-3BF7D7121E2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277CFBC-50F9-52A8-8450-0B7450C90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BE57-8F33-A404-F5B1-ADDCA39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1D940-9C20-4F30-B670-23B802C531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441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2CDCE3-4475-8D84-0349-06383CE22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D7438D-F9DD-B442-ACD0-3554CF8DBC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139E9FB-DD1F-1F04-22DA-E87ED590DE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CEA759-F284-3369-9BB3-2252BE1AD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2C54F-6661-431E-BC7A-3BF7D7121E2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760AF63-5AD6-2767-4409-D529813B9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16D35CB-B116-7291-D13F-6F9EA0356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1D940-9C20-4F30-B670-23B802C531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029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ECC30B-E423-0A03-4677-B7AA37BB2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FA49F30-D2D2-1962-976F-D0986379B9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1B723E-283B-C94A-76D2-7B1774CEA3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917B21C-68FB-F02F-B86C-5EECDE8F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2C54F-6661-431E-BC7A-3BF7D7121E2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AB013D-D2B0-81C0-686E-B4F01239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6720161-1A85-1747-3CC3-712577F04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1D940-9C20-4F30-B670-23B802C531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8098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B50C85-A2BF-A8CB-1538-9A3EDD419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E13DB6D-760E-036E-7729-DFBA556BE7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1CD6FC-2582-DEDC-7D17-EDF7ADBB3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2C54F-6661-431E-BC7A-3BF7D7121E2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01D7D7-8DE9-5F01-D36C-428867018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0177E8-75A2-F4F6-2F68-6B439F5E6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1D940-9C20-4F30-B670-23B802C531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831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B7CBF25-E64E-77D2-5501-B8A79EE832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C3D04B-DB1A-CB2F-037B-06BBEDC7AB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0CF92A-37CD-2F94-9A9A-C8268487C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2C54F-6661-431E-BC7A-3BF7D7121E2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B326B2-3BB4-2F97-D89E-806ED4A97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4D6A42-1870-5E71-AAB8-2A09C85B5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1D940-9C20-4F30-B670-23B802C531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394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B6582A7-BBBB-3981-E552-23B92201E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21E714-F00C-F5B3-12D8-9C7968748E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6850D6-FDF0-6A78-3D9C-9295C6E958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92C54F-6661-431E-BC7A-3BF7D7121E2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0971DC-82FE-1484-0BC3-0A923B5EA8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143E963-3311-5AC1-36A3-0E36EBE638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B1D940-9C20-4F30-B670-23B802C531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50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z00_grid_top">
            <a:extLst>
              <a:ext uri="{FF2B5EF4-FFF2-40B4-BE49-F238E27FC236}">
                <a16:creationId xmlns:a16="http://schemas.microsoft.com/office/drawing/2014/main" id="{A660290B-30C0-8A36-19E7-E962F0EBA989}"/>
              </a:ext>
            </a:extLst>
          </p:cNvPr>
          <p:cNvCxnSpPr/>
          <p:nvPr/>
        </p:nvCxnSpPr>
        <p:spPr>
          <a:xfrm>
            <a:off x="627001" y="109908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z00_grid_bottom">
            <a:extLst>
              <a:ext uri="{FF2B5EF4-FFF2-40B4-BE49-F238E27FC236}">
                <a16:creationId xmlns:a16="http://schemas.microsoft.com/office/drawing/2014/main" id="{64109907-C32D-E4BC-2381-D8171DD30B71}"/>
              </a:ext>
            </a:extLst>
          </p:cNvPr>
          <p:cNvCxnSpPr/>
          <p:nvPr/>
        </p:nvCxnSpPr>
        <p:spPr>
          <a:xfrm>
            <a:off x="627001" y="519884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z00_grid_v_0">
            <a:extLst>
              <a:ext uri="{FF2B5EF4-FFF2-40B4-BE49-F238E27FC236}">
                <a16:creationId xmlns:a16="http://schemas.microsoft.com/office/drawing/2014/main" id="{DA177854-B0ED-9332-5758-EE4F67D86052}"/>
              </a:ext>
            </a:extLst>
          </p:cNvPr>
          <p:cNvCxnSpPr/>
          <p:nvPr/>
        </p:nvCxnSpPr>
        <p:spPr>
          <a:xfrm>
            <a:off x="3330945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z00_grid_v_1">
            <a:extLst>
              <a:ext uri="{FF2B5EF4-FFF2-40B4-BE49-F238E27FC236}">
                <a16:creationId xmlns:a16="http://schemas.microsoft.com/office/drawing/2014/main" id="{A330C8A4-C503-112A-79A8-E4DB5C85BAB4}"/>
              </a:ext>
            </a:extLst>
          </p:cNvPr>
          <p:cNvCxnSpPr/>
          <p:nvPr/>
        </p:nvCxnSpPr>
        <p:spPr>
          <a:xfrm>
            <a:off x="5838951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z00_grid_v_2">
            <a:extLst>
              <a:ext uri="{FF2B5EF4-FFF2-40B4-BE49-F238E27FC236}">
                <a16:creationId xmlns:a16="http://schemas.microsoft.com/office/drawing/2014/main" id="{C2470649-2299-DFE7-4F09-7B97B17AA53A}"/>
              </a:ext>
            </a:extLst>
          </p:cNvPr>
          <p:cNvCxnSpPr/>
          <p:nvPr/>
        </p:nvCxnSpPr>
        <p:spPr>
          <a:xfrm>
            <a:off x="9857856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eader_title">
            <a:extLst>
              <a:ext uri="{FF2B5EF4-FFF2-40B4-BE49-F238E27FC236}">
                <a16:creationId xmlns:a16="http://schemas.microsoft.com/office/drawing/2014/main" id="{5008FEC9-3015-5942-A7B3-C82701AF7DF1}"/>
              </a:ext>
            </a:extLst>
          </p:cNvPr>
          <p:cNvSpPr txBox="1"/>
          <p:nvPr/>
        </p:nvSpPr>
        <p:spPr>
          <a:xfrm>
            <a:off x="592168" y="401253"/>
            <a:ext cx="714085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2774" b="1">
                <a:solidFill>
                  <a:srgbClr val="111827"/>
                </a:solidFill>
                <a:latin typeface="Aptos" panose="020B0004020202020204" pitchFamily="34" charset="0"/>
              </a:rPr>
              <a:t>MDPR Deterministic Presentation Pipeline</a:t>
            </a:r>
            <a:endParaRPr lang="ko-KR" altLang="en-US" sz="2774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" name="header_subtitle">
            <a:extLst>
              <a:ext uri="{FF2B5EF4-FFF2-40B4-BE49-F238E27FC236}">
                <a16:creationId xmlns:a16="http://schemas.microsoft.com/office/drawing/2014/main" id="{9686F127-99CB-76B6-1222-3F668C00212E}"/>
              </a:ext>
            </a:extLst>
          </p:cNvPr>
          <p:cNvSpPr txBox="1"/>
          <p:nvPr/>
        </p:nvSpPr>
        <p:spPr>
          <a:xfrm>
            <a:off x="592168" y="785061"/>
            <a:ext cx="1018877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>
                <a:solidFill>
                  <a:srgbClr val="64748B"/>
                </a:solidFill>
                <a:latin typeface="Aptos" panose="020B0004020202020204" pitchFamily="34" charset="0"/>
              </a:rPr>
              <a:t>Markdown becomes coherent PPTX/HTML/PDF through MDPR rules; mdpr-skill can add compact reasoning hints but never owns final design.</a:t>
            </a:r>
            <a:endParaRPr lang="ko-KR" altLang="en-US" sz="124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9" name="zone_content_panel">
            <a:extLst>
              <a:ext uri="{FF2B5EF4-FFF2-40B4-BE49-F238E27FC236}">
                <a16:creationId xmlns:a16="http://schemas.microsoft.com/office/drawing/2014/main" id="{8701C48E-3146-43E2-4200-AE6C680816C1}"/>
              </a:ext>
            </a:extLst>
          </p:cNvPr>
          <p:cNvSpPr/>
          <p:nvPr/>
        </p:nvSpPr>
        <p:spPr>
          <a:xfrm>
            <a:off x="783752" y="1308434"/>
            <a:ext cx="2438339" cy="3750845"/>
          </a:xfrm>
          <a:prstGeom prst="roundRect">
            <a:avLst>
              <a:gd name="adj" fmla="val 5714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zone_content_title">
            <a:extLst>
              <a:ext uri="{FF2B5EF4-FFF2-40B4-BE49-F238E27FC236}">
                <a16:creationId xmlns:a16="http://schemas.microsoft.com/office/drawing/2014/main" id="{8046DF84-E49C-BE9C-5F59-55C30C73206B}"/>
              </a:ext>
            </a:extLst>
          </p:cNvPr>
          <p:cNvSpPr txBox="1"/>
          <p:nvPr/>
        </p:nvSpPr>
        <p:spPr>
          <a:xfrm>
            <a:off x="992752" y="1517784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334155"/>
                </a:solidFill>
                <a:latin typeface="Aptos" panose="020B0004020202020204" pitchFamily="34" charset="0"/>
              </a:rPr>
              <a:t>1. Content Contract</a:t>
            </a:r>
            <a:endParaRPr lang="ko-KR" altLang="en-US" sz="146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1" name="zone_content_subtitle">
            <a:extLst>
              <a:ext uri="{FF2B5EF4-FFF2-40B4-BE49-F238E27FC236}">
                <a16:creationId xmlns:a16="http://schemas.microsoft.com/office/drawing/2014/main" id="{00153960-FD76-F84B-4C30-FAD2167591FF}"/>
              </a:ext>
            </a:extLst>
          </p:cNvPr>
          <p:cNvSpPr txBox="1"/>
          <p:nvPr/>
        </p:nvSpPr>
        <p:spPr>
          <a:xfrm>
            <a:off x="992752" y="1814362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semantic structure only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2" name="zone_reasoning_panel">
            <a:extLst>
              <a:ext uri="{FF2B5EF4-FFF2-40B4-BE49-F238E27FC236}">
                <a16:creationId xmlns:a16="http://schemas.microsoft.com/office/drawing/2014/main" id="{4133A8CD-24BC-DF50-6755-FFDF95716961}"/>
              </a:ext>
            </a:extLst>
          </p:cNvPr>
          <p:cNvSpPr/>
          <p:nvPr/>
        </p:nvSpPr>
        <p:spPr>
          <a:xfrm>
            <a:off x="3439800" y="1308434"/>
            <a:ext cx="2351255" cy="3750845"/>
          </a:xfrm>
          <a:prstGeom prst="roundRect">
            <a:avLst>
              <a:gd name="adj" fmla="val 5926"/>
            </a:avLst>
          </a:prstGeom>
          <a:solidFill>
            <a:srgbClr val="FFF3DE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zone_reasoning_title">
            <a:extLst>
              <a:ext uri="{FF2B5EF4-FFF2-40B4-BE49-F238E27FC236}">
                <a16:creationId xmlns:a16="http://schemas.microsoft.com/office/drawing/2014/main" id="{1A047CD1-9A0A-801B-7C3F-FFE00B1EB224}"/>
              </a:ext>
            </a:extLst>
          </p:cNvPr>
          <p:cNvSpPr txBox="1"/>
          <p:nvPr/>
        </p:nvSpPr>
        <p:spPr>
          <a:xfrm>
            <a:off x="3648800" y="1517784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8B4E16"/>
                </a:solidFill>
                <a:latin typeface="Aptos" panose="020B0004020202020204" pitchFamily="34" charset="0"/>
              </a:rPr>
              <a:t>2. Agent Hints</a:t>
            </a:r>
            <a:endParaRPr lang="ko-KR" altLang="en-US" sz="1460" b="1">
              <a:solidFill>
                <a:srgbClr val="8B4E16"/>
              </a:solidFill>
              <a:latin typeface="Aptos" panose="020B0004020202020204" pitchFamily="34" charset="0"/>
            </a:endParaRPr>
          </a:p>
        </p:txBody>
      </p:sp>
      <p:sp>
        <p:nvSpPr>
          <p:cNvPr id="14" name="zone_reasoning_subtitle">
            <a:extLst>
              <a:ext uri="{FF2B5EF4-FFF2-40B4-BE49-F238E27FC236}">
                <a16:creationId xmlns:a16="http://schemas.microsoft.com/office/drawing/2014/main" id="{2A6B040F-AB79-910C-E95B-66C8C030467E}"/>
              </a:ext>
            </a:extLst>
          </p:cNvPr>
          <p:cNvSpPr txBox="1"/>
          <p:nvPr/>
        </p:nvSpPr>
        <p:spPr>
          <a:xfrm>
            <a:off x="3648800" y="1814362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small optional tags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5" name="zone_rules_panel">
            <a:extLst>
              <a:ext uri="{FF2B5EF4-FFF2-40B4-BE49-F238E27FC236}">
                <a16:creationId xmlns:a16="http://schemas.microsoft.com/office/drawing/2014/main" id="{BE82D27A-06B0-A68F-3AEF-B2DA1519F901}"/>
              </a:ext>
            </a:extLst>
          </p:cNvPr>
          <p:cNvSpPr/>
          <p:nvPr/>
        </p:nvSpPr>
        <p:spPr>
          <a:xfrm>
            <a:off x="5886847" y="1308434"/>
            <a:ext cx="3901343" cy="3750845"/>
          </a:xfrm>
          <a:prstGeom prst="roundRect">
            <a:avLst>
              <a:gd name="adj" fmla="val 3715"/>
            </a:avLst>
          </a:prstGeom>
          <a:solidFill>
            <a:srgbClr val="EAF7F3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zone_rules_title">
            <a:extLst>
              <a:ext uri="{FF2B5EF4-FFF2-40B4-BE49-F238E27FC236}">
                <a16:creationId xmlns:a16="http://schemas.microsoft.com/office/drawing/2014/main" id="{8654588F-B68D-8B34-F51A-859988029AF7}"/>
              </a:ext>
            </a:extLst>
          </p:cNvPr>
          <p:cNvSpPr txBox="1"/>
          <p:nvPr/>
        </p:nvSpPr>
        <p:spPr>
          <a:xfrm>
            <a:off x="6095848" y="1517784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115E59"/>
                </a:solidFill>
                <a:latin typeface="Aptos" panose="020B0004020202020204" pitchFamily="34" charset="0"/>
              </a:rPr>
              <a:t>3. MDPR Design Rules</a:t>
            </a:r>
            <a:endParaRPr lang="ko-KR" altLang="en-US" sz="1460" b="1">
              <a:solidFill>
                <a:srgbClr val="115E59"/>
              </a:solidFill>
              <a:latin typeface="Aptos" panose="020B0004020202020204" pitchFamily="34" charset="0"/>
            </a:endParaRPr>
          </a:p>
        </p:txBody>
      </p:sp>
      <p:sp>
        <p:nvSpPr>
          <p:cNvPr id="17" name="zone_rules_subtitle">
            <a:extLst>
              <a:ext uri="{FF2B5EF4-FFF2-40B4-BE49-F238E27FC236}">
                <a16:creationId xmlns:a16="http://schemas.microsoft.com/office/drawing/2014/main" id="{BB4C89CE-32FB-A66F-FBE3-A0566526E80C}"/>
              </a:ext>
            </a:extLst>
          </p:cNvPr>
          <p:cNvSpPr txBox="1"/>
          <p:nvPr/>
        </p:nvSpPr>
        <p:spPr>
          <a:xfrm>
            <a:off x="6095848" y="1814362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final visual choices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8" name="zone_outputs_panel">
            <a:extLst>
              <a:ext uri="{FF2B5EF4-FFF2-40B4-BE49-F238E27FC236}">
                <a16:creationId xmlns:a16="http://schemas.microsoft.com/office/drawing/2014/main" id="{9EFD3DF1-A328-B9F4-C93E-EA5A53EA45F5}"/>
              </a:ext>
            </a:extLst>
          </p:cNvPr>
          <p:cNvSpPr/>
          <p:nvPr/>
        </p:nvSpPr>
        <p:spPr>
          <a:xfrm>
            <a:off x="9927523" y="1308434"/>
            <a:ext cx="2002922" cy="3750845"/>
          </a:xfrm>
          <a:prstGeom prst="roundRect">
            <a:avLst>
              <a:gd name="adj" fmla="val 6957"/>
            </a:avLst>
          </a:prstGeom>
          <a:solidFill>
            <a:srgbClr val="F1F0FA"/>
          </a:solidFill>
          <a:ln w="12627">
            <a:solidFill>
              <a:srgbClr val="B8B5E6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zone_outputs_title">
            <a:extLst>
              <a:ext uri="{FF2B5EF4-FFF2-40B4-BE49-F238E27FC236}">
                <a16:creationId xmlns:a16="http://schemas.microsoft.com/office/drawing/2014/main" id="{9C350D2D-5DB1-D52D-FCD8-9010905B480D}"/>
              </a:ext>
            </a:extLst>
          </p:cNvPr>
          <p:cNvSpPr txBox="1"/>
          <p:nvPr/>
        </p:nvSpPr>
        <p:spPr>
          <a:xfrm>
            <a:off x="10136524" y="1517784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4338CA"/>
                </a:solidFill>
                <a:latin typeface="Aptos" panose="020B0004020202020204" pitchFamily="34" charset="0"/>
              </a:rPr>
              <a:t>4. Outputs</a:t>
            </a:r>
            <a:endParaRPr lang="ko-KR" altLang="en-US" sz="1460" b="1">
              <a:solidFill>
                <a:srgbClr val="4338CA"/>
              </a:solidFill>
              <a:latin typeface="Aptos" panose="020B0004020202020204" pitchFamily="34" charset="0"/>
            </a:endParaRPr>
          </a:p>
        </p:txBody>
      </p:sp>
      <p:sp>
        <p:nvSpPr>
          <p:cNvPr id="20" name="zone_outputs_subtitle">
            <a:extLst>
              <a:ext uri="{FF2B5EF4-FFF2-40B4-BE49-F238E27FC236}">
                <a16:creationId xmlns:a16="http://schemas.microsoft.com/office/drawing/2014/main" id="{A2594A10-E5B1-464B-A8B9-8E3E3B3243F3}"/>
              </a:ext>
            </a:extLst>
          </p:cNvPr>
          <p:cNvSpPr txBox="1"/>
          <p:nvPr/>
        </p:nvSpPr>
        <p:spPr>
          <a:xfrm>
            <a:off x="10136524" y="1814362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PPTX, HTML, PDF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cxnSp>
        <p:nvCxnSpPr>
          <p:cNvPr id="21" name="main_start_markdown">
            <a:extLst>
              <a:ext uri="{FF2B5EF4-FFF2-40B4-BE49-F238E27FC236}">
                <a16:creationId xmlns:a16="http://schemas.microsoft.com/office/drawing/2014/main" id="{E1A80C1E-EBBB-EB73-86C8-F166AAFF01AB}"/>
              </a:ext>
            </a:extLst>
          </p:cNvPr>
          <p:cNvCxnSpPr/>
          <p:nvPr/>
        </p:nvCxnSpPr>
        <p:spPr>
          <a:xfrm>
            <a:off x="2002921" y="2477302"/>
            <a:ext cx="0" cy="20935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ain_markdown_splitter">
            <a:extLst>
              <a:ext uri="{FF2B5EF4-FFF2-40B4-BE49-F238E27FC236}">
                <a16:creationId xmlns:a16="http://schemas.microsoft.com/office/drawing/2014/main" id="{FB61F44F-BDBF-6450-D1BD-2CE85EE2FFA6}"/>
              </a:ext>
            </a:extLst>
          </p:cNvPr>
          <p:cNvCxnSpPr/>
          <p:nvPr/>
        </p:nvCxnSpPr>
        <p:spPr>
          <a:xfrm>
            <a:off x="2002921" y="3628724"/>
            <a:ext cx="0" cy="279133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main_splitter_ir_seg_1">
            <a:extLst>
              <a:ext uri="{FF2B5EF4-FFF2-40B4-BE49-F238E27FC236}">
                <a16:creationId xmlns:a16="http://schemas.microsoft.com/office/drawing/2014/main" id="{717F0BBE-1EAC-2B10-A415-30209424FE8C}"/>
              </a:ext>
            </a:extLst>
          </p:cNvPr>
          <p:cNvCxnSpPr/>
          <p:nvPr/>
        </p:nvCxnSpPr>
        <p:spPr>
          <a:xfrm>
            <a:off x="2995674" y="4396339"/>
            <a:ext cx="330917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main_splitter_ir_seg_2">
            <a:extLst>
              <a:ext uri="{FF2B5EF4-FFF2-40B4-BE49-F238E27FC236}">
                <a16:creationId xmlns:a16="http://schemas.microsoft.com/office/drawing/2014/main" id="{2F0CA61E-7C9B-3163-652C-1F33093BB7DE}"/>
              </a:ext>
            </a:extLst>
          </p:cNvPr>
          <p:cNvCxnSpPr/>
          <p:nvPr/>
        </p:nvCxnSpPr>
        <p:spPr>
          <a:xfrm flipV="1">
            <a:off x="3326591" y="2534001"/>
            <a:ext cx="0" cy="1862338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main_splitter_ir_seg_3">
            <a:extLst>
              <a:ext uri="{FF2B5EF4-FFF2-40B4-BE49-F238E27FC236}">
                <a16:creationId xmlns:a16="http://schemas.microsoft.com/office/drawing/2014/main" id="{8A25E509-6B0E-DAA2-9D31-D744A19E15D7}"/>
              </a:ext>
            </a:extLst>
          </p:cNvPr>
          <p:cNvCxnSpPr/>
          <p:nvPr/>
        </p:nvCxnSpPr>
        <p:spPr>
          <a:xfrm>
            <a:off x="3326591" y="2534001"/>
            <a:ext cx="330918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hint_ir_reasoning">
            <a:extLst>
              <a:ext uri="{FF2B5EF4-FFF2-40B4-BE49-F238E27FC236}">
                <a16:creationId xmlns:a16="http://schemas.microsoft.com/office/drawing/2014/main" id="{97B53CD9-F178-92A7-B1DF-E7D0E0DFD863}"/>
              </a:ext>
            </a:extLst>
          </p:cNvPr>
          <p:cNvCxnSpPr/>
          <p:nvPr/>
        </p:nvCxnSpPr>
        <p:spPr>
          <a:xfrm>
            <a:off x="4615428" y="2991953"/>
            <a:ext cx="0" cy="49720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main_ir_rules">
            <a:extLst>
              <a:ext uri="{FF2B5EF4-FFF2-40B4-BE49-F238E27FC236}">
                <a16:creationId xmlns:a16="http://schemas.microsoft.com/office/drawing/2014/main" id="{5785DF1C-1044-0421-A626-B24FD4E9C2EF}"/>
              </a:ext>
            </a:extLst>
          </p:cNvPr>
          <p:cNvCxnSpPr/>
          <p:nvPr/>
        </p:nvCxnSpPr>
        <p:spPr>
          <a:xfrm>
            <a:off x="5573346" y="2534001"/>
            <a:ext cx="653127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hint_reasoning_rules_seg_1">
            <a:extLst>
              <a:ext uri="{FF2B5EF4-FFF2-40B4-BE49-F238E27FC236}">
                <a16:creationId xmlns:a16="http://schemas.microsoft.com/office/drawing/2014/main" id="{FE1A6641-14A3-C6EF-F9B2-D4065F11325B}"/>
              </a:ext>
            </a:extLst>
          </p:cNvPr>
          <p:cNvCxnSpPr/>
          <p:nvPr/>
        </p:nvCxnSpPr>
        <p:spPr>
          <a:xfrm>
            <a:off x="5573346" y="4186989"/>
            <a:ext cx="330918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hint_reasoning_rules_seg_2">
            <a:extLst>
              <a:ext uri="{FF2B5EF4-FFF2-40B4-BE49-F238E27FC236}">
                <a16:creationId xmlns:a16="http://schemas.microsoft.com/office/drawing/2014/main" id="{08C74972-6B73-2BAF-E83D-B1D64847544D}"/>
              </a:ext>
            </a:extLst>
          </p:cNvPr>
          <p:cNvCxnSpPr/>
          <p:nvPr/>
        </p:nvCxnSpPr>
        <p:spPr>
          <a:xfrm flipV="1">
            <a:off x="5904264" y="3453394"/>
            <a:ext cx="0" cy="73359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hint_reasoning_rules_seg_3">
            <a:extLst>
              <a:ext uri="{FF2B5EF4-FFF2-40B4-BE49-F238E27FC236}">
                <a16:creationId xmlns:a16="http://schemas.microsoft.com/office/drawing/2014/main" id="{2351F645-7423-B524-3B60-C0F3ECB91D26}"/>
              </a:ext>
            </a:extLst>
          </p:cNvPr>
          <p:cNvCxnSpPr/>
          <p:nvPr/>
        </p:nvCxnSpPr>
        <p:spPr>
          <a:xfrm>
            <a:off x="5904264" y="3453394"/>
            <a:ext cx="156750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ule_features_recipes">
            <a:extLst>
              <a:ext uri="{FF2B5EF4-FFF2-40B4-BE49-F238E27FC236}">
                <a16:creationId xmlns:a16="http://schemas.microsoft.com/office/drawing/2014/main" id="{044F9AAC-152A-EE69-227E-EF6A05FED803}"/>
              </a:ext>
            </a:extLst>
          </p:cNvPr>
          <p:cNvCxnSpPr/>
          <p:nvPr/>
        </p:nvCxnSpPr>
        <p:spPr>
          <a:xfrm>
            <a:off x="7140850" y="349788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ule_recipes_theme">
            <a:extLst>
              <a:ext uri="{FF2B5EF4-FFF2-40B4-BE49-F238E27FC236}">
                <a16:creationId xmlns:a16="http://schemas.microsoft.com/office/drawing/2014/main" id="{B5BED09F-BA4A-8A4C-5486-00A16257456E}"/>
              </a:ext>
            </a:extLst>
          </p:cNvPr>
          <p:cNvCxnSpPr/>
          <p:nvPr/>
        </p:nvCxnSpPr>
        <p:spPr>
          <a:xfrm>
            <a:off x="8377436" y="349788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ule_features_compose">
            <a:extLst>
              <a:ext uri="{FF2B5EF4-FFF2-40B4-BE49-F238E27FC236}">
                <a16:creationId xmlns:a16="http://schemas.microsoft.com/office/drawing/2014/main" id="{2302E3E3-D7CF-F171-C71F-DBF93EF89BC4}"/>
              </a:ext>
            </a:extLst>
          </p:cNvPr>
          <p:cNvCxnSpPr/>
          <p:nvPr/>
        </p:nvCxnSpPr>
        <p:spPr>
          <a:xfrm>
            <a:off x="6600932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ule_recipes_objects">
            <a:extLst>
              <a:ext uri="{FF2B5EF4-FFF2-40B4-BE49-F238E27FC236}">
                <a16:creationId xmlns:a16="http://schemas.microsoft.com/office/drawing/2014/main" id="{41EC4169-BB44-33E3-5D19-75CEBB952FEC}"/>
              </a:ext>
            </a:extLst>
          </p:cNvPr>
          <p:cNvCxnSpPr/>
          <p:nvPr/>
        </p:nvCxnSpPr>
        <p:spPr>
          <a:xfrm>
            <a:off x="7837519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ule_theme_decorate">
            <a:extLst>
              <a:ext uri="{FF2B5EF4-FFF2-40B4-BE49-F238E27FC236}">
                <a16:creationId xmlns:a16="http://schemas.microsoft.com/office/drawing/2014/main" id="{3B9F5337-C389-0482-C3AD-7F2566A7891A}"/>
              </a:ext>
            </a:extLst>
          </p:cNvPr>
          <p:cNvCxnSpPr/>
          <p:nvPr/>
        </p:nvCxnSpPr>
        <p:spPr>
          <a:xfrm>
            <a:off x="9074104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ule_compose_objects">
            <a:extLst>
              <a:ext uri="{FF2B5EF4-FFF2-40B4-BE49-F238E27FC236}">
                <a16:creationId xmlns:a16="http://schemas.microsoft.com/office/drawing/2014/main" id="{49768874-B3E7-8C0B-B1EC-D0BC7626D892}"/>
              </a:ext>
            </a:extLst>
          </p:cNvPr>
          <p:cNvCxnSpPr/>
          <p:nvPr/>
        </p:nvCxnSpPr>
        <p:spPr>
          <a:xfrm>
            <a:off x="7140850" y="449229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ule_objects_decorate">
            <a:extLst>
              <a:ext uri="{FF2B5EF4-FFF2-40B4-BE49-F238E27FC236}">
                <a16:creationId xmlns:a16="http://schemas.microsoft.com/office/drawing/2014/main" id="{57374FF1-6740-4131-FC03-9E1E4C79792F}"/>
              </a:ext>
            </a:extLst>
          </p:cNvPr>
          <p:cNvCxnSpPr/>
          <p:nvPr/>
        </p:nvCxnSpPr>
        <p:spPr>
          <a:xfrm>
            <a:off x="8377436" y="449229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main_rules_styled_ir">
            <a:extLst>
              <a:ext uri="{FF2B5EF4-FFF2-40B4-BE49-F238E27FC236}">
                <a16:creationId xmlns:a16="http://schemas.microsoft.com/office/drawing/2014/main" id="{B5374004-C327-1687-04D9-78DD68DB6B45}"/>
              </a:ext>
            </a:extLst>
          </p:cNvPr>
          <p:cNvCxnSpPr/>
          <p:nvPr/>
        </p:nvCxnSpPr>
        <p:spPr>
          <a:xfrm>
            <a:off x="9448564" y="2534001"/>
            <a:ext cx="627002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main_styled_renderers">
            <a:extLst>
              <a:ext uri="{FF2B5EF4-FFF2-40B4-BE49-F238E27FC236}">
                <a16:creationId xmlns:a16="http://schemas.microsoft.com/office/drawing/2014/main" id="{EC960FB9-923F-D8CF-A349-168069EF8565}"/>
              </a:ext>
            </a:extLst>
          </p:cNvPr>
          <p:cNvCxnSpPr/>
          <p:nvPr/>
        </p:nvCxnSpPr>
        <p:spPr>
          <a:xfrm>
            <a:off x="10928984" y="2991953"/>
            <a:ext cx="0" cy="409976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validation_loop">
            <a:extLst>
              <a:ext uri="{FF2B5EF4-FFF2-40B4-BE49-F238E27FC236}">
                <a16:creationId xmlns:a16="http://schemas.microsoft.com/office/drawing/2014/main" id="{DADEB3B6-A038-8BEF-63B1-F916BEEEAD54}"/>
              </a:ext>
            </a:extLst>
          </p:cNvPr>
          <p:cNvCxnSpPr/>
          <p:nvPr/>
        </p:nvCxnSpPr>
        <p:spPr>
          <a:xfrm>
            <a:off x="10928984" y="4317833"/>
            <a:ext cx="0" cy="95952"/>
          </a:xfrm>
          <a:prstGeom prst="line">
            <a:avLst/>
          </a:prstGeom>
          <a:ln w="23749">
            <a:solidFill>
              <a:srgbClr val="BE123C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ource_chip">
            <a:extLst>
              <a:ext uri="{FF2B5EF4-FFF2-40B4-BE49-F238E27FC236}">
                <a16:creationId xmlns:a16="http://schemas.microsoft.com/office/drawing/2014/main" id="{9116F10B-841F-D3B8-1EB0-A7163BCDF6B6}"/>
              </a:ext>
            </a:extLst>
          </p:cNvPr>
          <p:cNvSpPr/>
          <p:nvPr/>
        </p:nvSpPr>
        <p:spPr>
          <a:xfrm>
            <a:off x="1654587" y="2163278"/>
            <a:ext cx="696669" cy="314024"/>
          </a:xfrm>
          <a:prstGeom prst="roundRect">
            <a:avLst>
              <a:gd name="adj" fmla="val 44370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source_chip_text">
            <a:extLst>
              <a:ext uri="{FF2B5EF4-FFF2-40B4-BE49-F238E27FC236}">
                <a16:creationId xmlns:a16="http://schemas.microsoft.com/office/drawing/2014/main" id="{CF56DA16-1B05-3490-9832-E61E01166085}"/>
              </a:ext>
            </a:extLst>
          </p:cNvPr>
          <p:cNvSpPr txBox="1"/>
          <p:nvPr/>
        </p:nvSpPr>
        <p:spPr>
          <a:xfrm>
            <a:off x="1724254" y="2163278"/>
            <a:ext cx="557335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334155"/>
                </a:solidFill>
                <a:latin typeface="Aptos" panose="020B0004020202020204" pitchFamily="34" charset="0"/>
              </a:rPr>
              <a:t>source</a:t>
            </a:r>
            <a:endParaRPr lang="ko-KR" altLang="en-US" sz="98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43" name="markdown_card">
            <a:extLst>
              <a:ext uri="{FF2B5EF4-FFF2-40B4-BE49-F238E27FC236}">
                <a16:creationId xmlns:a16="http://schemas.microsoft.com/office/drawing/2014/main" id="{4EBAAEAB-279D-A16D-420E-BF0E3AD5CD4B}"/>
              </a:ext>
            </a:extLst>
          </p:cNvPr>
          <p:cNvSpPr/>
          <p:nvPr/>
        </p:nvSpPr>
        <p:spPr>
          <a:xfrm>
            <a:off x="1010169" y="2686652"/>
            <a:ext cx="1985505" cy="942072"/>
          </a:xfrm>
          <a:prstGeom prst="roundRect">
            <a:avLst>
              <a:gd name="adj" fmla="val 14790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markdown_icon_dot">
            <a:extLst>
              <a:ext uri="{FF2B5EF4-FFF2-40B4-BE49-F238E27FC236}">
                <a16:creationId xmlns:a16="http://schemas.microsoft.com/office/drawing/2014/main" id="{453B4358-9E5D-4631-552D-B2040F5E403C}"/>
              </a:ext>
            </a:extLst>
          </p:cNvPr>
          <p:cNvSpPr/>
          <p:nvPr/>
        </p:nvSpPr>
        <p:spPr>
          <a:xfrm>
            <a:off x="1179982" y="2909085"/>
            <a:ext cx="217709" cy="218073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markdown_icon_label">
            <a:extLst>
              <a:ext uri="{FF2B5EF4-FFF2-40B4-BE49-F238E27FC236}">
                <a16:creationId xmlns:a16="http://schemas.microsoft.com/office/drawing/2014/main" id="{CE0E59D0-FABE-32CE-4B96-331526B5BD7D}"/>
              </a:ext>
            </a:extLst>
          </p:cNvPr>
          <p:cNvSpPr txBox="1"/>
          <p:nvPr/>
        </p:nvSpPr>
        <p:spPr>
          <a:xfrm>
            <a:off x="1179982" y="2909085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M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6" name="markdown_title">
            <a:extLst>
              <a:ext uri="{FF2B5EF4-FFF2-40B4-BE49-F238E27FC236}">
                <a16:creationId xmlns:a16="http://schemas.microsoft.com/office/drawing/2014/main" id="{7F4D7B5E-5164-E2FA-2B11-373AF467FB05}"/>
              </a:ext>
            </a:extLst>
          </p:cNvPr>
          <p:cNvSpPr txBox="1"/>
          <p:nvPr/>
        </p:nvSpPr>
        <p:spPr>
          <a:xfrm>
            <a:off x="1515254" y="2904724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Markdown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7" name="markdown_line_0">
            <a:extLst>
              <a:ext uri="{FF2B5EF4-FFF2-40B4-BE49-F238E27FC236}">
                <a16:creationId xmlns:a16="http://schemas.microsoft.com/office/drawing/2014/main" id="{F90527D7-EEF6-EBA6-6A4E-653247DEEB04}"/>
              </a:ext>
            </a:extLst>
          </p:cNvPr>
          <p:cNvSpPr txBox="1"/>
          <p:nvPr/>
        </p:nvSpPr>
        <p:spPr>
          <a:xfrm>
            <a:off x="1297545" y="324491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headings, tables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8" name="markdown_line_1">
            <a:extLst>
              <a:ext uri="{FF2B5EF4-FFF2-40B4-BE49-F238E27FC236}">
                <a16:creationId xmlns:a16="http://schemas.microsoft.com/office/drawing/2014/main" id="{1B516A6B-2C75-6906-3AD2-D95AEC2991D7}"/>
              </a:ext>
            </a:extLst>
          </p:cNvPr>
          <p:cNvSpPr txBox="1"/>
          <p:nvPr/>
        </p:nvSpPr>
        <p:spPr>
          <a:xfrm>
            <a:off x="1297545" y="341065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charts and images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9" name="splitter_card">
            <a:extLst>
              <a:ext uri="{FF2B5EF4-FFF2-40B4-BE49-F238E27FC236}">
                <a16:creationId xmlns:a16="http://schemas.microsoft.com/office/drawing/2014/main" id="{7A4C40FB-13A4-BF96-CB00-095E834ACF12}"/>
              </a:ext>
            </a:extLst>
          </p:cNvPr>
          <p:cNvSpPr/>
          <p:nvPr/>
        </p:nvSpPr>
        <p:spPr>
          <a:xfrm>
            <a:off x="1010169" y="3907857"/>
            <a:ext cx="1985505" cy="976964"/>
          </a:xfrm>
          <a:prstGeom prst="roundRect">
            <a:avLst>
              <a:gd name="adj" fmla="val 14262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splitter_icon_dot">
            <a:extLst>
              <a:ext uri="{FF2B5EF4-FFF2-40B4-BE49-F238E27FC236}">
                <a16:creationId xmlns:a16="http://schemas.microsoft.com/office/drawing/2014/main" id="{E32C15BE-7E99-6A5C-B2BE-F807026AAD66}"/>
              </a:ext>
            </a:extLst>
          </p:cNvPr>
          <p:cNvSpPr/>
          <p:nvPr/>
        </p:nvSpPr>
        <p:spPr>
          <a:xfrm>
            <a:off x="1179982" y="4130291"/>
            <a:ext cx="217709" cy="218072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plitter_icon_label">
            <a:extLst>
              <a:ext uri="{FF2B5EF4-FFF2-40B4-BE49-F238E27FC236}">
                <a16:creationId xmlns:a16="http://schemas.microsoft.com/office/drawing/2014/main" id="{3409DAD2-581F-AE6E-C237-CE707025F100}"/>
              </a:ext>
            </a:extLst>
          </p:cNvPr>
          <p:cNvSpPr txBox="1"/>
          <p:nvPr/>
        </p:nvSpPr>
        <p:spPr>
          <a:xfrm>
            <a:off x="1179982" y="4130291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2" name="splitter_title">
            <a:extLst>
              <a:ext uri="{FF2B5EF4-FFF2-40B4-BE49-F238E27FC236}">
                <a16:creationId xmlns:a16="http://schemas.microsoft.com/office/drawing/2014/main" id="{9BED16AE-7893-7E3F-59AB-F75C4D949633}"/>
              </a:ext>
            </a:extLst>
          </p:cNvPr>
          <p:cNvSpPr txBox="1"/>
          <p:nvPr/>
        </p:nvSpPr>
        <p:spPr>
          <a:xfrm>
            <a:off x="1515254" y="4125929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MDPR Splitter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3" name="splitter_line_0">
            <a:extLst>
              <a:ext uri="{FF2B5EF4-FFF2-40B4-BE49-F238E27FC236}">
                <a16:creationId xmlns:a16="http://schemas.microsoft.com/office/drawing/2014/main" id="{C9968620-0E81-4F8B-3DC8-A52A15D50C88}"/>
              </a:ext>
            </a:extLst>
          </p:cNvPr>
          <p:cNvSpPr txBox="1"/>
          <p:nvPr/>
        </p:nvSpPr>
        <p:spPr>
          <a:xfrm>
            <a:off x="1297545" y="446612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Pandoc or simple AST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4" name="splitter_line_1">
            <a:extLst>
              <a:ext uri="{FF2B5EF4-FFF2-40B4-BE49-F238E27FC236}">
                <a16:creationId xmlns:a16="http://schemas.microsoft.com/office/drawing/2014/main" id="{C6F5656D-5726-00EE-A96E-7C84551C8100}"/>
              </a:ext>
            </a:extLst>
          </p:cNvPr>
          <p:cNvSpPr txBox="1"/>
          <p:nvPr/>
        </p:nvSpPr>
        <p:spPr>
          <a:xfrm>
            <a:off x="1297545" y="463185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slide/object split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5" name="ir_core_card">
            <a:extLst>
              <a:ext uri="{FF2B5EF4-FFF2-40B4-BE49-F238E27FC236}">
                <a16:creationId xmlns:a16="http://schemas.microsoft.com/office/drawing/2014/main" id="{22C8A9C6-35AA-4C67-462E-23EA7295E6B9}"/>
              </a:ext>
            </a:extLst>
          </p:cNvPr>
          <p:cNvSpPr/>
          <p:nvPr/>
        </p:nvSpPr>
        <p:spPr>
          <a:xfrm>
            <a:off x="3657509" y="2076049"/>
            <a:ext cx="1915838" cy="915904"/>
          </a:xfrm>
          <a:prstGeom prst="roundRect">
            <a:avLst>
              <a:gd name="adj" fmla="val 1521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ir_core_icon_dot">
            <a:extLst>
              <a:ext uri="{FF2B5EF4-FFF2-40B4-BE49-F238E27FC236}">
                <a16:creationId xmlns:a16="http://schemas.microsoft.com/office/drawing/2014/main" id="{043C01C4-71DE-1FDC-9FBD-90FCED5430D8}"/>
              </a:ext>
            </a:extLst>
          </p:cNvPr>
          <p:cNvSpPr/>
          <p:nvPr/>
        </p:nvSpPr>
        <p:spPr>
          <a:xfrm>
            <a:off x="3827321" y="2298483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ir_core_icon_label">
            <a:extLst>
              <a:ext uri="{FF2B5EF4-FFF2-40B4-BE49-F238E27FC236}">
                <a16:creationId xmlns:a16="http://schemas.microsoft.com/office/drawing/2014/main" id="{FD7EC292-4196-720F-1ACC-D51862E022CC}"/>
              </a:ext>
            </a:extLst>
          </p:cNvPr>
          <p:cNvSpPr txBox="1"/>
          <p:nvPr/>
        </p:nvSpPr>
        <p:spPr>
          <a:xfrm>
            <a:off x="3827321" y="2298483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I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8" name="ir_core_title">
            <a:extLst>
              <a:ext uri="{FF2B5EF4-FFF2-40B4-BE49-F238E27FC236}">
                <a16:creationId xmlns:a16="http://schemas.microsoft.com/office/drawing/2014/main" id="{4304F4CC-5CCA-B1F9-AE3B-7D25C0616A2A}"/>
              </a:ext>
            </a:extLst>
          </p:cNvPr>
          <p:cNvSpPr txBox="1"/>
          <p:nvPr/>
        </p:nvSpPr>
        <p:spPr>
          <a:xfrm>
            <a:off x="4162593" y="2294121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Slide Element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9" name="ir_core_line_0">
            <a:extLst>
              <a:ext uri="{FF2B5EF4-FFF2-40B4-BE49-F238E27FC236}">
                <a16:creationId xmlns:a16="http://schemas.microsoft.com/office/drawing/2014/main" id="{08336F79-7FEA-1757-0313-B79654E20245}"/>
              </a:ext>
            </a:extLst>
          </p:cNvPr>
          <p:cNvSpPr txBox="1"/>
          <p:nvPr/>
        </p:nvSpPr>
        <p:spPr>
          <a:xfrm>
            <a:off x="3944884" y="2634314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semantic blocks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0" name="ir_core_line_1">
            <a:extLst>
              <a:ext uri="{FF2B5EF4-FFF2-40B4-BE49-F238E27FC236}">
                <a16:creationId xmlns:a16="http://schemas.microsoft.com/office/drawing/2014/main" id="{E6909066-0370-A1E1-A80D-8B6DEAF2F144}"/>
              </a:ext>
            </a:extLst>
          </p:cNvPr>
          <p:cNvSpPr txBox="1"/>
          <p:nvPr/>
        </p:nvSpPr>
        <p:spPr>
          <a:xfrm>
            <a:off x="3944884" y="2800049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graph kept whole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1" name="reasoning_card">
            <a:extLst>
              <a:ext uri="{FF2B5EF4-FFF2-40B4-BE49-F238E27FC236}">
                <a16:creationId xmlns:a16="http://schemas.microsoft.com/office/drawing/2014/main" id="{EB542D2E-BBE8-FBD0-19F0-9232A2834750}"/>
              </a:ext>
            </a:extLst>
          </p:cNvPr>
          <p:cNvSpPr/>
          <p:nvPr/>
        </p:nvSpPr>
        <p:spPr>
          <a:xfrm>
            <a:off x="3657509" y="3489158"/>
            <a:ext cx="1915838" cy="1395663"/>
          </a:xfrm>
          <a:prstGeom prst="roundRect">
            <a:avLst>
              <a:gd name="adj" fmla="val 998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reasoning_icon_dot">
            <a:extLst>
              <a:ext uri="{FF2B5EF4-FFF2-40B4-BE49-F238E27FC236}">
                <a16:creationId xmlns:a16="http://schemas.microsoft.com/office/drawing/2014/main" id="{4155189A-8451-158B-B803-CC9C53DCE62E}"/>
              </a:ext>
            </a:extLst>
          </p:cNvPr>
          <p:cNvSpPr/>
          <p:nvPr/>
        </p:nvSpPr>
        <p:spPr>
          <a:xfrm>
            <a:off x="3827321" y="3711592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reasoning_icon_label">
            <a:extLst>
              <a:ext uri="{FF2B5EF4-FFF2-40B4-BE49-F238E27FC236}">
                <a16:creationId xmlns:a16="http://schemas.microsoft.com/office/drawing/2014/main" id="{AC40A99D-C386-455A-F18A-932EA7DB781C}"/>
              </a:ext>
            </a:extLst>
          </p:cNvPr>
          <p:cNvSpPr txBox="1"/>
          <p:nvPr/>
        </p:nvSpPr>
        <p:spPr>
          <a:xfrm>
            <a:off x="3827321" y="3711592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H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4" name="reasoning_title">
            <a:extLst>
              <a:ext uri="{FF2B5EF4-FFF2-40B4-BE49-F238E27FC236}">
                <a16:creationId xmlns:a16="http://schemas.microsoft.com/office/drawing/2014/main" id="{762AD650-FEEC-E3AF-8D91-A853692B33C5}"/>
              </a:ext>
            </a:extLst>
          </p:cNvPr>
          <p:cNvSpPr txBox="1"/>
          <p:nvPr/>
        </p:nvSpPr>
        <p:spPr>
          <a:xfrm>
            <a:off x="4162593" y="3707230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Hint Packet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5" name="reasoning_line_0">
            <a:extLst>
              <a:ext uri="{FF2B5EF4-FFF2-40B4-BE49-F238E27FC236}">
                <a16:creationId xmlns:a16="http://schemas.microsoft.com/office/drawing/2014/main" id="{7BD0EE6C-EEAB-DF78-106B-4C19C2A39720}"/>
              </a:ext>
            </a:extLst>
          </p:cNvPr>
          <p:cNvSpPr txBox="1"/>
          <p:nvPr/>
        </p:nvSpPr>
        <p:spPr>
          <a:xfrm>
            <a:off x="3944884" y="4047423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intent + importance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6" name="reasoning_guard">
            <a:extLst>
              <a:ext uri="{FF2B5EF4-FFF2-40B4-BE49-F238E27FC236}">
                <a16:creationId xmlns:a16="http://schemas.microsoft.com/office/drawing/2014/main" id="{E2752FC1-5FB4-4436-61DE-3E5EFBF12C74}"/>
              </a:ext>
            </a:extLst>
          </p:cNvPr>
          <p:cNvSpPr/>
          <p:nvPr/>
        </p:nvSpPr>
        <p:spPr>
          <a:xfrm>
            <a:off x="3901342" y="4309110"/>
            <a:ext cx="1428171" cy="314024"/>
          </a:xfrm>
          <a:prstGeom prst="roundRect">
            <a:avLst>
              <a:gd name="adj" fmla="val 44370"/>
            </a:avLst>
          </a:prstGeom>
          <a:solidFill>
            <a:srgbClr val="FFF7E6"/>
          </a:solidFill>
          <a:ln w="12627">
            <a:solidFill>
              <a:srgbClr val="E9B44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reasoning_guard_text">
            <a:extLst>
              <a:ext uri="{FF2B5EF4-FFF2-40B4-BE49-F238E27FC236}">
                <a16:creationId xmlns:a16="http://schemas.microsoft.com/office/drawing/2014/main" id="{7A145B97-A592-438D-EA50-4E1007AD33C7}"/>
              </a:ext>
            </a:extLst>
          </p:cNvPr>
          <p:cNvSpPr txBox="1"/>
          <p:nvPr/>
        </p:nvSpPr>
        <p:spPr>
          <a:xfrm>
            <a:off x="3971009" y="4309110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7C3D12"/>
                </a:solidFill>
                <a:latin typeface="Aptos" panose="020B0004020202020204" pitchFamily="34" charset="0"/>
              </a:rPr>
              <a:t>hints only</a:t>
            </a:r>
            <a:endParaRPr lang="ko-KR" altLang="en-US" sz="980" b="1">
              <a:solidFill>
                <a:srgbClr val="7C3D12"/>
              </a:solidFill>
              <a:latin typeface="Aptos" panose="020B0004020202020204" pitchFamily="34" charset="0"/>
            </a:endParaRPr>
          </a:p>
        </p:txBody>
      </p:sp>
      <p:sp>
        <p:nvSpPr>
          <p:cNvPr id="68" name="reasoning_limit">
            <a:extLst>
              <a:ext uri="{FF2B5EF4-FFF2-40B4-BE49-F238E27FC236}">
                <a16:creationId xmlns:a16="http://schemas.microsoft.com/office/drawing/2014/main" id="{72C67807-9F89-1D40-787E-77BC6BA0DF0D}"/>
              </a:ext>
            </a:extLst>
          </p:cNvPr>
          <p:cNvSpPr txBox="1"/>
          <p:nvPr/>
        </p:nvSpPr>
        <p:spPr>
          <a:xfrm>
            <a:off x="3875217" y="4570797"/>
            <a:ext cx="148042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64748B"/>
                </a:solidFill>
                <a:latin typeface="Aptos" panose="020B0004020202020204" pitchFamily="34" charset="0"/>
              </a:rPr>
              <a:t>no coords/styles</a:t>
            </a:r>
            <a:endParaRPr lang="ko-KR" altLang="en-US" sz="980" b="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69" name="rule_engine_card">
            <a:extLst>
              <a:ext uri="{FF2B5EF4-FFF2-40B4-BE49-F238E27FC236}">
                <a16:creationId xmlns:a16="http://schemas.microsoft.com/office/drawing/2014/main" id="{7A55AADD-04A1-DF54-7AC1-594CE5F81029}"/>
              </a:ext>
            </a:extLst>
          </p:cNvPr>
          <p:cNvSpPr/>
          <p:nvPr/>
        </p:nvSpPr>
        <p:spPr>
          <a:xfrm>
            <a:off x="6226473" y="2185085"/>
            <a:ext cx="3222091" cy="697832"/>
          </a:xfrm>
          <a:prstGeom prst="roundRect">
            <a:avLst>
              <a:gd name="adj" fmla="val 19967"/>
            </a:avLst>
          </a:prstGeom>
          <a:solidFill>
            <a:srgbClr val="DCFCE7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rule_engine_title">
            <a:extLst>
              <a:ext uri="{FF2B5EF4-FFF2-40B4-BE49-F238E27FC236}">
                <a16:creationId xmlns:a16="http://schemas.microsoft.com/office/drawing/2014/main" id="{A4073E71-181F-BC83-55CB-215B9E5A05DD}"/>
              </a:ext>
            </a:extLst>
          </p:cNvPr>
          <p:cNvSpPr txBox="1"/>
          <p:nvPr/>
        </p:nvSpPr>
        <p:spPr>
          <a:xfrm>
            <a:off x="6487723" y="2307206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4532D"/>
                </a:solidFill>
                <a:latin typeface="Aptos" panose="020B0004020202020204" pitchFamily="34" charset="0"/>
              </a:rPr>
              <a:t>Rule Engine Boundary</a:t>
            </a:r>
            <a:endParaRPr lang="ko-KR" altLang="en-US" sz="1241" b="1">
              <a:solidFill>
                <a:srgbClr val="14532D"/>
              </a:solidFill>
              <a:latin typeface="Aptos" panose="020B0004020202020204" pitchFamily="34" charset="0"/>
            </a:endParaRPr>
          </a:p>
        </p:txBody>
      </p:sp>
      <p:sp>
        <p:nvSpPr>
          <p:cNvPr id="71" name="rule_engine_body">
            <a:extLst>
              <a:ext uri="{FF2B5EF4-FFF2-40B4-BE49-F238E27FC236}">
                <a16:creationId xmlns:a16="http://schemas.microsoft.com/office/drawing/2014/main" id="{3DF5B3B6-B1A6-147F-F192-F472D7B1CB91}"/>
              </a:ext>
            </a:extLst>
          </p:cNvPr>
          <p:cNvSpPr txBox="1"/>
          <p:nvPr/>
        </p:nvSpPr>
        <p:spPr>
          <a:xfrm>
            <a:off x="6487723" y="2577615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166534"/>
                </a:solidFill>
                <a:latin typeface="Aptos" panose="020B0004020202020204" pitchFamily="34" charset="0"/>
              </a:rPr>
              <a:t>recipes, colors, z-order</a:t>
            </a:r>
            <a:endParaRPr lang="ko-KR" altLang="en-US" sz="1022">
              <a:solidFill>
                <a:srgbClr val="166534"/>
              </a:solidFill>
              <a:latin typeface="Aptos" panose="020B0004020202020204" pitchFamily="34" charset="0"/>
            </a:endParaRPr>
          </a:p>
        </p:txBody>
      </p:sp>
      <p:sp>
        <p:nvSpPr>
          <p:cNvPr id="72" name="features_card">
            <a:extLst>
              <a:ext uri="{FF2B5EF4-FFF2-40B4-BE49-F238E27FC236}">
                <a16:creationId xmlns:a16="http://schemas.microsoft.com/office/drawing/2014/main" id="{D2FE586E-3515-9BEC-5D50-B8529511F640}"/>
              </a:ext>
            </a:extLst>
          </p:cNvPr>
          <p:cNvSpPr/>
          <p:nvPr/>
        </p:nvSpPr>
        <p:spPr>
          <a:xfrm>
            <a:off x="6061014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features_icon_dot">
            <a:extLst>
              <a:ext uri="{FF2B5EF4-FFF2-40B4-BE49-F238E27FC236}">
                <a16:creationId xmlns:a16="http://schemas.microsoft.com/office/drawing/2014/main" id="{ED5F13BB-3FF2-9529-FB67-D8DCAE26D9A6}"/>
              </a:ext>
            </a:extLst>
          </p:cNvPr>
          <p:cNvSpPr/>
          <p:nvPr/>
        </p:nvSpPr>
        <p:spPr>
          <a:xfrm>
            <a:off x="6182931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features_icon_label">
            <a:extLst>
              <a:ext uri="{FF2B5EF4-FFF2-40B4-BE49-F238E27FC236}">
                <a16:creationId xmlns:a16="http://schemas.microsoft.com/office/drawing/2014/main" id="{8D22C6B1-ECBB-272B-C4AE-71D7FE6ED5D2}"/>
              </a:ext>
            </a:extLst>
          </p:cNvPr>
          <p:cNvSpPr txBox="1"/>
          <p:nvPr/>
        </p:nvSpPr>
        <p:spPr>
          <a:xfrm>
            <a:off x="6182931" y="325364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F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5" name="features_title">
            <a:extLst>
              <a:ext uri="{FF2B5EF4-FFF2-40B4-BE49-F238E27FC236}">
                <a16:creationId xmlns:a16="http://schemas.microsoft.com/office/drawing/2014/main" id="{E2B08FFA-CABA-7317-6F88-CD9BDBF1F3F1}"/>
              </a:ext>
            </a:extLst>
          </p:cNvPr>
          <p:cNvSpPr txBox="1"/>
          <p:nvPr/>
        </p:nvSpPr>
        <p:spPr>
          <a:xfrm>
            <a:off x="6452890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Features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6" name="features_line_0">
            <a:extLst>
              <a:ext uri="{FF2B5EF4-FFF2-40B4-BE49-F238E27FC236}">
                <a16:creationId xmlns:a16="http://schemas.microsoft.com/office/drawing/2014/main" id="{DD21B1F4-E5B7-1C31-CD95-4A2CFAC7E715}"/>
              </a:ext>
            </a:extLst>
          </p:cNvPr>
          <p:cNvSpPr txBox="1"/>
          <p:nvPr/>
        </p:nvSpPr>
        <p:spPr>
          <a:xfrm>
            <a:off x="6261306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density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7" name="features_line_1">
            <a:extLst>
              <a:ext uri="{FF2B5EF4-FFF2-40B4-BE49-F238E27FC236}">
                <a16:creationId xmlns:a16="http://schemas.microsoft.com/office/drawing/2014/main" id="{38A0C5AE-15DD-C81D-E8A0-80581A18BD0C}"/>
              </a:ext>
            </a:extLst>
          </p:cNvPr>
          <p:cNvSpPr txBox="1"/>
          <p:nvPr/>
        </p:nvSpPr>
        <p:spPr>
          <a:xfrm>
            <a:off x="6261306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size risk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8" name="recipes_card">
            <a:extLst>
              <a:ext uri="{FF2B5EF4-FFF2-40B4-BE49-F238E27FC236}">
                <a16:creationId xmlns:a16="http://schemas.microsoft.com/office/drawing/2014/main" id="{2C1A8885-F3D9-DF7E-7FC6-746F4DBE5480}"/>
              </a:ext>
            </a:extLst>
          </p:cNvPr>
          <p:cNvSpPr/>
          <p:nvPr/>
        </p:nvSpPr>
        <p:spPr>
          <a:xfrm>
            <a:off x="7297600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recipes_icon_dot">
            <a:extLst>
              <a:ext uri="{FF2B5EF4-FFF2-40B4-BE49-F238E27FC236}">
                <a16:creationId xmlns:a16="http://schemas.microsoft.com/office/drawing/2014/main" id="{2E261521-C3EE-14AD-435E-C2982DDA4F44}"/>
              </a:ext>
            </a:extLst>
          </p:cNvPr>
          <p:cNvSpPr/>
          <p:nvPr/>
        </p:nvSpPr>
        <p:spPr>
          <a:xfrm>
            <a:off x="7419518" y="325364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recipes_icon_label">
            <a:extLst>
              <a:ext uri="{FF2B5EF4-FFF2-40B4-BE49-F238E27FC236}">
                <a16:creationId xmlns:a16="http://schemas.microsoft.com/office/drawing/2014/main" id="{87331D25-0A0E-1DF2-4160-CB32BE4D3330}"/>
              </a:ext>
            </a:extLst>
          </p:cNvPr>
          <p:cNvSpPr txBox="1"/>
          <p:nvPr/>
        </p:nvSpPr>
        <p:spPr>
          <a:xfrm>
            <a:off x="7419518" y="325364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1" name="recipes_title">
            <a:extLst>
              <a:ext uri="{FF2B5EF4-FFF2-40B4-BE49-F238E27FC236}">
                <a16:creationId xmlns:a16="http://schemas.microsoft.com/office/drawing/2014/main" id="{89D3A795-0AEA-5A0A-6D04-E1B22717100F}"/>
              </a:ext>
            </a:extLst>
          </p:cNvPr>
          <p:cNvSpPr txBox="1"/>
          <p:nvPr/>
        </p:nvSpPr>
        <p:spPr>
          <a:xfrm>
            <a:off x="7689476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Recipes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2" name="recipes_line_0">
            <a:extLst>
              <a:ext uri="{FF2B5EF4-FFF2-40B4-BE49-F238E27FC236}">
                <a16:creationId xmlns:a16="http://schemas.microsoft.com/office/drawing/2014/main" id="{DA809DF5-3BC9-5B4C-556F-2F642E01F06B}"/>
              </a:ext>
            </a:extLst>
          </p:cNvPr>
          <p:cNvSpPr txBox="1"/>
          <p:nvPr/>
        </p:nvSpPr>
        <p:spPr>
          <a:xfrm>
            <a:off x="7497893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profile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3" name="recipes_line_1">
            <a:extLst>
              <a:ext uri="{FF2B5EF4-FFF2-40B4-BE49-F238E27FC236}">
                <a16:creationId xmlns:a16="http://schemas.microsoft.com/office/drawing/2014/main" id="{1A56BBD8-A5EA-6AD9-C735-E8AF40830128}"/>
              </a:ext>
            </a:extLst>
          </p:cNvPr>
          <p:cNvSpPr txBox="1"/>
          <p:nvPr/>
        </p:nvSpPr>
        <p:spPr>
          <a:xfrm>
            <a:off x="7497893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variant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4" name="theme_card">
            <a:extLst>
              <a:ext uri="{FF2B5EF4-FFF2-40B4-BE49-F238E27FC236}">
                <a16:creationId xmlns:a16="http://schemas.microsoft.com/office/drawing/2014/main" id="{D5FD3998-2483-1020-6A30-525DF0AC78A7}"/>
              </a:ext>
            </a:extLst>
          </p:cNvPr>
          <p:cNvSpPr/>
          <p:nvPr/>
        </p:nvSpPr>
        <p:spPr>
          <a:xfrm>
            <a:off x="8534187" y="305301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heme_icon_dot">
            <a:extLst>
              <a:ext uri="{FF2B5EF4-FFF2-40B4-BE49-F238E27FC236}">
                <a16:creationId xmlns:a16="http://schemas.microsoft.com/office/drawing/2014/main" id="{92BC1A27-BEF7-11A6-4A3B-C010565B75AF}"/>
              </a:ext>
            </a:extLst>
          </p:cNvPr>
          <p:cNvSpPr/>
          <p:nvPr/>
        </p:nvSpPr>
        <p:spPr>
          <a:xfrm>
            <a:off x="8656103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theme_icon_label">
            <a:extLst>
              <a:ext uri="{FF2B5EF4-FFF2-40B4-BE49-F238E27FC236}">
                <a16:creationId xmlns:a16="http://schemas.microsoft.com/office/drawing/2014/main" id="{14740B9F-31FF-AA3B-E8E6-F5F40AF6E1B2}"/>
              </a:ext>
            </a:extLst>
          </p:cNvPr>
          <p:cNvSpPr txBox="1"/>
          <p:nvPr/>
        </p:nvSpPr>
        <p:spPr>
          <a:xfrm>
            <a:off x="8656103" y="325364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T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7" name="theme_title">
            <a:extLst>
              <a:ext uri="{FF2B5EF4-FFF2-40B4-BE49-F238E27FC236}">
                <a16:creationId xmlns:a16="http://schemas.microsoft.com/office/drawing/2014/main" id="{3359B3EE-1933-F31F-9F4D-4381564088E9}"/>
              </a:ext>
            </a:extLst>
          </p:cNvPr>
          <p:cNvSpPr txBox="1"/>
          <p:nvPr/>
        </p:nvSpPr>
        <p:spPr>
          <a:xfrm>
            <a:off x="8926063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Theme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8" name="theme_line_0">
            <a:extLst>
              <a:ext uri="{FF2B5EF4-FFF2-40B4-BE49-F238E27FC236}">
                <a16:creationId xmlns:a16="http://schemas.microsoft.com/office/drawing/2014/main" id="{A3321937-10F4-ACC3-6284-66325A55E422}"/>
              </a:ext>
            </a:extLst>
          </p:cNvPr>
          <p:cNvSpPr txBox="1"/>
          <p:nvPr/>
        </p:nvSpPr>
        <p:spPr>
          <a:xfrm>
            <a:off x="8734478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harmony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9" name="theme_line_1">
            <a:extLst>
              <a:ext uri="{FF2B5EF4-FFF2-40B4-BE49-F238E27FC236}">
                <a16:creationId xmlns:a16="http://schemas.microsoft.com/office/drawing/2014/main" id="{6884D6B4-9AFC-B1C9-ABCF-1D1E6E3DE098}"/>
              </a:ext>
            </a:extLst>
          </p:cNvPr>
          <p:cNvSpPr txBox="1"/>
          <p:nvPr/>
        </p:nvSpPr>
        <p:spPr>
          <a:xfrm>
            <a:off x="8734478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PPT accents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0" name="compose_card">
            <a:extLst>
              <a:ext uri="{FF2B5EF4-FFF2-40B4-BE49-F238E27FC236}">
                <a16:creationId xmlns:a16="http://schemas.microsoft.com/office/drawing/2014/main" id="{EB3117D9-910A-4A3E-1507-32DDC0C89C2E}"/>
              </a:ext>
            </a:extLst>
          </p:cNvPr>
          <p:cNvSpPr/>
          <p:nvPr/>
        </p:nvSpPr>
        <p:spPr>
          <a:xfrm>
            <a:off x="6061014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compose_icon_dot">
            <a:extLst>
              <a:ext uri="{FF2B5EF4-FFF2-40B4-BE49-F238E27FC236}">
                <a16:creationId xmlns:a16="http://schemas.microsoft.com/office/drawing/2014/main" id="{0F43866D-D4D0-3174-A471-9F3ACF5EC52B}"/>
              </a:ext>
            </a:extLst>
          </p:cNvPr>
          <p:cNvSpPr/>
          <p:nvPr/>
        </p:nvSpPr>
        <p:spPr>
          <a:xfrm>
            <a:off x="6182931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compose_icon_label">
            <a:extLst>
              <a:ext uri="{FF2B5EF4-FFF2-40B4-BE49-F238E27FC236}">
                <a16:creationId xmlns:a16="http://schemas.microsoft.com/office/drawing/2014/main" id="{C5F9937C-A86C-B58D-AE59-E5DB42E19029}"/>
              </a:ext>
            </a:extLst>
          </p:cNvPr>
          <p:cNvSpPr txBox="1"/>
          <p:nvPr/>
        </p:nvSpPr>
        <p:spPr>
          <a:xfrm>
            <a:off x="6182931" y="424805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C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3" name="compose_title">
            <a:extLst>
              <a:ext uri="{FF2B5EF4-FFF2-40B4-BE49-F238E27FC236}">
                <a16:creationId xmlns:a16="http://schemas.microsoft.com/office/drawing/2014/main" id="{34FA863E-D013-C41A-4AA0-ED7320DE86C0}"/>
              </a:ext>
            </a:extLst>
          </p:cNvPr>
          <p:cNvSpPr txBox="1"/>
          <p:nvPr/>
        </p:nvSpPr>
        <p:spPr>
          <a:xfrm>
            <a:off x="6452890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Compose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4" name="compose_line_0">
            <a:extLst>
              <a:ext uri="{FF2B5EF4-FFF2-40B4-BE49-F238E27FC236}">
                <a16:creationId xmlns:a16="http://schemas.microsoft.com/office/drawing/2014/main" id="{C8AEFCE5-5E25-083A-56CE-F9DD84742D2C}"/>
              </a:ext>
            </a:extLst>
          </p:cNvPr>
          <p:cNvSpPr txBox="1"/>
          <p:nvPr/>
        </p:nvSpPr>
        <p:spPr>
          <a:xfrm>
            <a:off x="6261306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regions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5" name="compose_line_1">
            <a:extLst>
              <a:ext uri="{FF2B5EF4-FFF2-40B4-BE49-F238E27FC236}">
                <a16:creationId xmlns:a16="http://schemas.microsoft.com/office/drawing/2014/main" id="{E8456249-5C0C-E6ED-D875-CD93E2E1021A}"/>
              </a:ext>
            </a:extLst>
          </p:cNvPr>
          <p:cNvSpPr txBox="1"/>
          <p:nvPr/>
        </p:nvSpPr>
        <p:spPr>
          <a:xfrm>
            <a:off x="6261306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overflow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6" name="objects_card">
            <a:extLst>
              <a:ext uri="{FF2B5EF4-FFF2-40B4-BE49-F238E27FC236}">
                <a16:creationId xmlns:a16="http://schemas.microsoft.com/office/drawing/2014/main" id="{D50CE41E-E365-0E93-9C03-A64B580154DC}"/>
              </a:ext>
            </a:extLst>
          </p:cNvPr>
          <p:cNvSpPr/>
          <p:nvPr/>
        </p:nvSpPr>
        <p:spPr>
          <a:xfrm>
            <a:off x="7297600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objects_icon_dot">
            <a:extLst>
              <a:ext uri="{FF2B5EF4-FFF2-40B4-BE49-F238E27FC236}">
                <a16:creationId xmlns:a16="http://schemas.microsoft.com/office/drawing/2014/main" id="{0163D77D-FF68-27B6-9C0B-949E96828F29}"/>
              </a:ext>
            </a:extLst>
          </p:cNvPr>
          <p:cNvSpPr/>
          <p:nvPr/>
        </p:nvSpPr>
        <p:spPr>
          <a:xfrm>
            <a:off x="7419518" y="424805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objects_icon_label">
            <a:extLst>
              <a:ext uri="{FF2B5EF4-FFF2-40B4-BE49-F238E27FC236}">
                <a16:creationId xmlns:a16="http://schemas.microsoft.com/office/drawing/2014/main" id="{9B5255BC-3EB4-50B8-B5B2-1CD14BB055B3}"/>
              </a:ext>
            </a:extLst>
          </p:cNvPr>
          <p:cNvSpPr txBox="1"/>
          <p:nvPr/>
        </p:nvSpPr>
        <p:spPr>
          <a:xfrm>
            <a:off x="7419518" y="424805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O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9" name="objects_title">
            <a:extLst>
              <a:ext uri="{FF2B5EF4-FFF2-40B4-BE49-F238E27FC236}">
                <a16:creationId xmlns:a16="http://schemas.microsoft.com/office/drawing/2014/main" id="{C38E2131-E56A-4456-E106-5DE476601408}"/>
              </a:ext>
            </a:extLst>
          </p:cNvPr>
          <p:cNvSpPr txBox="1"/>
          <p:nvPr/>
        </p:nvSpPr>
        <p:spPr>
          <a:xfrm>
            <a:off x="7689476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Objects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0" name="objects_line_0">
            <a:extLst>
              <a:ext uri="{FF2B5EF4-FFF2-40B4-BE49-F238E27FC236}">
                <a16:creationId xmlns:a16="http://schemas.microsoft.com/office/drawing/2014/main" id="{D53533DE-29E7-C995-DB89-7ADD393C9F20}"/>
              </a:ext>
            </a:extLst>
          </p:cNvPr>
          <p:cNvSpPr txBox="1"/>
          <p:nvPr/>
        </p:nvSpPr>
        <p:spPr>
          <a:xfrm>
            <a:off x="7497893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charts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1" name="objects_line_1">
            <a:extLst>
              <a:ext uri="{FF2B5EF4-FFF2-40B4-BE49-F238E27FC236}">
                <a16:creationId xmlns:a16="http://schemas.microsoft.com/office/drawing/2014/main" id="{376EC4D3-7A06-DD20-E3F5-5921092D1CF4}"/>
              </a:ext>
            </a:extLst>
          </p:cNvPr>
          <p:cNvSpPr txBox="1"/>
          <p:nvPr/>
        </p:nvSpPr>
        <p:spPr>
          <a:xfrm>
            <a:off x="7497893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icons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2" name="decorate_card">
            <a:extLst>
              <a:ext uri="{FF2B5EF4-FFF2-40B4-BE49-F238E27FC236}">
                <a16:creationId xmlns:a16="http://schemas.microsoft.com/office/drawing/2014/main" id="{9339DAD8-6E0B-1B63-5612-41B3FFF56946}"/>
              </a:ext>
            </a:extLst>
          </p:cNvPr>
          <p:cNvSpPr/>
          <p:nvPr/>
        </p:nvSpPr>
        <p:spPr>
          <a:xfrm>
            <a:off x="8534187" y="404742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decorate_icon_dot">
            <a:extLst>
              <a:ext uri="{FF2B5EF4-FFF2-40B4-BE49-F238E27FC236}">
                <a16:creationId xmlns:a16="http://schemas.microsoft.com/office/drawing/2014/main" id="{58A2D062-4D8D-23B9-5851-9099799A8EE6}"/>
              </a:ext>
            </a:extLst>
          </p:cNvPr>
          <p:cNvSpPr/>
          <p:nvPr/>
        </p:nvSpPr>
        <p:spPr>
          <a:xfrm>
            <a:off x="8656103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decorate_icon_label">
            <a:extLst>
              <a:ext uri="{FF2B5EF4-FFF2-40B4-BE49-F238E27FC236}">
                <a16:creationId xmlns:a16="http://schemas.microsoft.com/office/drawing/2014/main" id="{DB339CE0-84E4-2DEB-2985-363FADA0ED5E}"/>
              </a:ext>
            </a:extLst>
          </p:cNvPr>
          <p:cNvSpPr txBox="1"/>
          <p:nvPr/>
        </p:nvSpPr>
        <p:spPr>
          <a:xfrm>
            <a:off x="8656103" y="424805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D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5" name="decorate_title">
            <a:extLst>
              <a:ext uri="{FF2B5EF4-FFF2-40B4-BE49-F238E27FC236}">
                <a16:creationId xmlns:a16="http://schemas.microsoft.com/office/drawing/2014/main" id="{EFA4A154-53F6-6570-4CFB-FAEFFD6BA946}"/>
              </a:ext>
            </a:extLst>
          </p:cNvPr>
          <p:cNvSpPr txBox="1"/>
          <p:nvPr/>
        </p:nvSpPr>
        <p:spPr>
          <a:xfrm>
            <a:off x="8926063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Decorate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6" name="decorate_line_0">
            <a:extLst>
              <a:ext uri="{FF2B5EF4-FFF2-40B4-BE49-F238E27FC236}">
                <a16:creationId xmlns:a16="http://schemas.microsoft.com/office/drawing/2014/main" id="{D11E3191-2ED4-B90C-F2D0-E295F06530D5}"/>
              </a:ext>
            </a:extLst>
          </p:cNvPr>
          <p:cNvSpPr txBox="1"/>
          <p:nvPr/>
        </p:nvSpPr>
        <p:spPr>
          <a:xfrm>
            <a:off x="8734478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type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7" name="decorate_line_1">
            <a:extLst>
              <a:ext uri="{FF2B5EF4-FFF2-40B4-BE49-F238E27FC236}">
                <a16:creationId xmlns:a16="http://schemas.microsoft.com/office/drawing/2014/main" id="{8BB72713-9476-0A63-0074-3170BE18E52D}"/>
              </a:ext>
            </a:extLst>
          </p:cNvPr>
          <p:cNvSpPr txBox="1"/>
          <p:nvPr/>
        </p:nvSpPr>
        <p:spPr>
          <a:xfrm>
            <a:off x="8734478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effects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8" name="styled_ir_card">
            <a:extLst>
              <a:ext uri="{FF2B5EF4-FFF2-40B4-BE49-F238E27FC236}">
                <a16:creationId xmlns:a16="http://schemas.microsoft.com/office/drawing/2014/main" id="{4EA41151-365B-8D8E-94B3-1F0EF15A132C}"/>
              </a:ext>
            </a:extLst>
          </p:cNvPr>
          <p:cNvSpPr/>
          <p:nvPr/>
        </p:nvSpPr>
        <p:spPr>
          <a:xfrm>
            <a:off x="10075566" y="207604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styled_ir_icon_dot">
            <a:extLst>
              <a:ext uri="{FF2B5EF4-FFF2-40B4-BE49-F238E27FC236}">
                <a16:creationId xmlns:a16="http://schemas.microsoft.com/office/drawing/2014/main" id="{7EE0593D-68F8-2007-30DE-F9BEF2EBCFEB}"/>
              </a:ext>
            </a:extLst>
          </p:cNvPr>
          <p:cNvSpPr/>
          <p:nvPr/>
        </p:nvSpPr>
        <p:spPr>
          <a:xfrm>
            <a:off x="10245379" y="229848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styled_ir_icon_label">
            <a:extLst>
              <a:ext uri="{FF2B5EF4-FFF2-40B4-BE49-F238E27FC236}">
                <a16:creationId xmlns:a16="http://schemas.microsoft.com/office/drawing/2014/main" id="{87A4EB4E-CDEB-23F0-A941-E619A3BE402E}"/>
              </a:ext>
            </a:extLst>
          </p:cNvPr>
          <p:cNvSpPr txBox="1"/>
          <p:nvPr/>
        </p:nvSpPr>
        <p:spPr>
          <a:xfrm>
            <a:off x="10245379" y="2298483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1" name="styled_ir_title">
            <a:extLst>
              <a:ext uri="{FF2B5EF4-FFF2-40B4-BE49-F238E27FC236}">
                <a16:creationId xmlns:a16="http://schemas.microsoft.com/office/drawing/2014/main" id="{5F36CD8E-0640-6457-1C2C-E79D78CCF618}"/>
              </a:ext>
            </a:extLst>
          </p:cNvPr>
          <p:cNvSpPr txBox="1"/>
          <p:nvPr/>
        </p:nvSpPr>
        <p:spPr>
          <a:xfrm>
            <a:off x="10580650" y="229412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Styled Deck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2" name="styled_ir_line_0">
            <a:extLst>
              <a:ext uri="{FF2B5EF4-FFF2-40B4-BE49-F238E27FC236}">
                <a16:creationId xmlns:a16="http://schemas.microsoft.com/office/drawing/2014/main" id="{C459E636-709B-8B04-95CC-242B2CBE57D0}"/>
              </a:ext>
            </a:extLst>
          </p:cNvPr>
          <p:cNvSpPr txBox="1"/>
          <p:nvPr/>
        </p:nvSpPr>
        <p:spPr>
          <a:xfrm>
            <a:off x="10362941" y="263431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renderer-neutral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3" name="styled_ir_line_1">
            <a:extLst>
              <a:ext uri="{FF2B5EF4-FFF2-40B4-BE49-F238E27FC236}">
                <a16:creationId xmlns:a16="http://schemas.microsoft.com/office/drawing/2014/main" id="{9B0C0B14-DDDB-C88A-7850-F6B54914460A}"/>
              </a:ext>
            </a:extLst>
          </p:cNvPr>
          <p:cNvSpPr txBox="1"/>
          <p:nvPr/>
        </p:nvSpPr>
        <p:spPr>
          <a:xfrm>
            <a:off x="10362941" y="280004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coherent contract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4" name="renderers_card">
            <a:extLst>
              <a:ext uri="{FF2B5EF4-FFF2-40B4-BE49-F238E27FC236}">
                <a16:creationId xmlns:a16="http://schemas.microsoft.com/office/drawing/2014/main" id="{C8719EBB-35A2-ECCC-065E-B6477B6B9F9D}"/>
              </a:ext>
            </a:extLst>
          </p:cNvPr>
          <p:cNvSpPr/>
          <p:nvPr/>
        </p:nvSpPr>
        <p:spPr>
          <a:xfrm>
            <a:off x="10075566" y="340192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renderers_icon_dot">
            <a:extLst>
              <a:ext uri="{FF2B5EF4-FFF2-40B4-BE49-F238E27FC236}">
                <a16:creationId xmlns:a16="http://schemas.microsoft.com/office/drawing/2014/main" id="{7C626CB0-D247-293C-2853-3F4F4C6221AE}"/>
              </a:ext>
            </a:extLst>
          </p:cNvPr>
          <p:cNvSpPr/>
          <p:nvPr/>
        </p:nvSpPr>
        <p:spPr>
          <a:xfrm>
            <a:off x="10245379" y="362436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renderers_icon_label">
            <a:extLst>
              <a:ext uri="{FF2B5EF4-FFF2-40B4-BE49-F238E27FC236}">
                <a16:creationId xmlns:a16="http://schemas.microsoft.com/office/drawing/2014/main" id="{94467FDB-D801-C1A1-D034-8E02D3B6E082}"/>
              </a:ext>
            </a:extLst>
          </p:cNvPr>
          <p:cNvSpPr txBox="1"/>
          <p:nvPr/>
        </p:nvSpPr>
        <p:spPr>
          <a:xfrm>
            <a:off x="10245379" y="3624363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7" name="renderers_title">
            <a:extLst>
              <a:ext uri="{FF2B5EF4-FFF2-40B4-BE49-F238E27FC236}">
                <a16:creationId xmlns:a16="http://schemas.microsoft.com/office/drawing/2014/main" id="{859ACF0A-E906-849C-01F0-CADA0F0CB109}"/>
              </a:ext>
            </a:extLst>
          </p:cNvPr>
          <p:cNvSpPr txBox="1"/>
          <p:nvPr/>
        </p:nvSpPr>
        <p:spPr>
          <a:xfrm>
            <a:off x="10580650" y="362000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Renderers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8" name="renderers_line_0">
            <a:extLst>
              <a:ext uri="{FF2B5EF4-FFF2-40B4-BE49-F238E27FC236}">
                <a16:creationId xmlns:a16="http://schemas.microsoft.com/office/drawing/2014/main" id="{4DD0A973-FEF0-B8C7-2326-073459C178F8}"/>
              </a:ext>
            </a:extLst>
          </p:cNvPr>
          <p:cNvSpPr txBox="1"/>
          <p:nvPr/>
        </p:nvSpPr>
        <p:spPr>
          <a:xfrm>
            <a:off x="10362941" y="396019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editable PPTX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9" name="renderers_line_1">
            <a:extLst>
              <a:ext uri="{FF2B5EF4-FFF2-40B4-BE49-F238E27FC236}">
                <a16:creationId xmlns:a16="http://schemas.microsoft.com/office/drawing/2014/main" id="{C013D516-B217-CB61-6C47-0EFAF1065AC6}"/>
              </a:ext>
            </a:extLst>
          </p:cNvPr>
          <p:cNvSpPr txBox="1"/>
          <p:nvPr/>
        </p:nvSpPr>
        <p:spPr>
          <a:xfrm>
            <a:off x="10362941" y="412592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HTML / PDF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20" name="visual_check">
            <a:extLst>
              <a:ext uri="{FF2B5EF4-FFF2-40B4-BE49-F238E27FC236}">
                <a16:creationId xmlns:a16="http://schemas.microsoft.com/office/drawing/2014/main" id="{E726EBB9-E7C5-D753-9EDA-1B3AB71E2561}"/>
              </a:ext>
            </a:extLst>
          </p:cNvPr>
          <p:cNvSpPr/>
          <p:nvPr/>
        </p:nvSpPr>
        <p:spPr>
          <a:xfrm>
            <a:off x="10075566" y="4413785"/>
            <a:ext cx="1706837" cy="523373"/>
          </a:xfrm>
          <a:prstGeom prst="roundRect">
            <a:avLst>
              <a:gd name="adj" fmla="val 26622"/>
            </a:avLst>
          </a:prstGeom>
          <a:solidFill>
            <a:srgbClr val="FFF1F2"/>
          </a:solidFill>
          <a:ln w="12627">
            <a:solidFill>
              <a:srgbClr val="BE123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visual_check_stripe">
            <a:extLst>
              <a:ext uri="{FF2B5EF4-FFF2-40B4-BE49-F238E27FC236}">
                <a16:creationId xmlns:a16="http://schemas.microsoft.com/office/drawing/2014/main" id="{9006428B-9C09-F3CB-000D-1268C0F9B8D3}"/>
              </a:ext>
            </a:extLst>
          </p:cNvPr>
          <p:cNvSpPr/>
          <p:nvPr/>
        </p:nvSpPr>
        <p:spPr>
          <a:xfrm>
            <a:off x="10075566" y="4501014"/>
            <a:ext cx="56604" cy="348916"/>
          </a:xfrm>
          <a:prstGeom prst="roundRect">
            <a:avLst/>
          </a:prstGeom>
          <a:solidFill>
            <a:srgbClr val="BE123C"/>
          </a:solidFill>
          <a:ln w="0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visual_check_seal_icon_dot">
            <a:extLst>
              <a:ext uri="{FF2B5EF4-FFF2-40B4-BE49-F238E27FC236}">
                <a16:creationId xmlns:a16="http://schemas.microsoft.com/office/drawing/2014/main" id="{8B543D16-A469-E9B5-2311-9EF21C3DC43C}"/>
              </a:ext>
            </a:extLst>
          </p:cNvPr>
          <p:cNvSpPr/>
          <p:nvPr/>
        </p:nvSpPr>
        <p:spPr>
          <a:xfrm>
            <a:off x="10171357" y="4527182"/>
            <a:ext cx="296085" cy="296579"/>
          </a:xfrm>
          <a:prstGeom prst="ellipse">
            <a:avLst/>
          </a:prstGeom>
          <a:solidFill>
            <a:srgbClr val="BE123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visual_check_seal_icon_label">
            <a:extLst>
              <a:ext uri="{FF2B5EF4-FFF2-40B4-BE49-F238E27FC236}">
                <a16:creationId xmlns:a16="http://schemas.microsoft.com/office/drawing/2014/main" id="{AA96AA34-459C-E2BB-D712-F73692A0C6AF}"/>
              </a:ext>
            </a:extLst>
          </p:cNvPr>
          <p:cNvSpPr txBox="1"/>
          <p:nvPr/>
        </p:nvSpPr>
        <p:spPr>
          <a:xfrm>
            <a:off x="10171357" y="4527182"/>
            <a:ext cx="2960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V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24" name="visual_check_label">
            <a:extLst>
              <a:ext uri="{FF2B5EF4-FFF2-40B4-BE49-F238E27FC236}">
                <a16:creationId xmlns:a16="http://schemas.microsoft.com/office/drawing/2014/main" id="{46E36732-D155-AF9D-17D2-175A0B0A5755}"/>
              </a:ext>
            </a:extLst>
          </p:cNvPr>
          <p:cNvSpPr txBox="1"/>
          <p:nvPr/>
        </p:nvSpPr>
        <p:spPr>
          <a:xfrm>
            <a:off x="10571942" y="4518459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PROOF POINT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5" name="visual_check_text">
            <a:extLst>
              <a:ext uri="{FF2B5EF4-FFF2-40B4-BE49-F238E27FC236}">
                <a16:creationId xmlns:a16="http://schemas.microsoft.com/office/drawing/2014/main" id="{E04C502F-DA9A-CE99-5490-F5D36BC66B51}"/>
              </a:ext>
            </a:extLst>
          </p:cNvPr>
          <p:cNvSpPr txBox="1"/>
          <p:nvPr/>
        </p:nvSpPr>
        <p:spPr>
          <a:xfrm>
            <a:off x="10571942" y="4701640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visual validation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6" name="coherence_band">
            <a:extLst>
              <a:ext uri="{FF2B5EF4-FFF2-40B4-BE49-F238E27FC236}">
                <a16:creationId xmlns:a16="http://schemas.microsoft.com/office/drawing/2014/main" id="{A723C1F5-7A3E-7D88-1196-937361EFB304}"/>
              </a:ext>
            </a:extLst>
          </p:cNvPr>
          <p:cNvSpPr/>
          <p:nvPr/>
        </p:nvSpPr>
        <p:spPr>
          <a:xfrm>
            <a:off x="783752" y="5320966"/>
            <a:ext cx="10624192" cy="575711"/>
          </a:xfrm>
          <a:prstGeom prst="roundRect">
            <a:avLst>
              <a:gd name="adj" fmla="val 24202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coherence_title">
            <a:extLst>
              <a:ext uri="{FF2B5EF4-FFF2-40B4-BE49-F238E27FC236}">
                <a16:creationId xmlns:a16="http://schemas.microsoft.com/office/drawing/2014/main" id="{53C1ED67-CFDA-13D7-007F-029566947298}"/>
              </a:ext>
            </a:extLst>
          </p:cNvPr>
          <p:cNvSpPr txBox="1"/>
          <p:nvPr/>
        </p:nvSpPr>
        <p:spPr>
          <a:xfrm>
            <a:off x="1062419" y="5443086"/>
            <a:ext cx="16110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11827"/>
                </a:solidFill>
                <a:latin typeface="Aptos" panose="020B0004020202020204" pitchFamily="34" charset="0"/>
              </a:rPr>
              <a:t>Coherence checks</a:t>
            </a:r>
            <a:endParaRPr lang="ko-KR" altLang="en-US" sz="1241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28" name="coherence_body">
            <a:extLst>
              <a:ext uri="{FF2B5EF4-FFF2-40B4-BE49-F238E27FC236}">
                <a16:creationId xmlns:a16="http://schemas.microsoft.com/office/drawing/2014/main" id="{A4F95636-6EA5-6554-D5DD-57700ADC6B70}"/>
              </a:ext>
            </a:extLst>
          </p:cNvPr>
          <p:cNvSpPr txBox="1"/>
          <p:nvPr/>
        </p:nvSpPr>
        <p:spPr>
          <a:xfrm>
            <a:off x="2830215" y="5425641"/>
            <a:ext cx="8272936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One graph per slide; text is bounded; icons are centered; arrows keep role-level style.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13683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사용자 지정</PresentationFormat>
  <Paragraphs>67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2026-06-20T10:51:09Z</dcterms:created>
  <dcterms:modified xsi:type="dcterms:W3CDTF">2026-06-20T10:51:09Z</dcterms:modified>
</cp:coreProperties>
</file>