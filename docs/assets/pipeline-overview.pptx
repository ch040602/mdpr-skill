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D7C861-5BE5-8875-FD01-C33CC72D12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1E10F19-3C91-4615-CCA5-288143B231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553287-C6BD-122E-6044-D889D6211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99331-733F-4720-83EF-03D552583B7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3C25F41-A508-D8A1-FC47-DCD602E3C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B14EAFF-78B1-477B-C482-5D574F0FA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CD06F-1683-4109-A93C-652FD2E4AB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7987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7F814E-5DF2-D079-7502-7B3BB4345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76D1A1-9891-04EA-A42E-5915F05701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A5C772C-C64B-E225-D9D6-B6B80D937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99331-733F-4720-83EF-03D552583B7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89A7D8-8103-DC34-9507-EA2B5B4748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9C43C1-5D03-1C72-15ED-87A125680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CD06F-1683-4109-A93C-652FD2E4AB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2649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D80257-FCC0-5111-90F0-1371AEEC5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A88015-85C9-2E6D-BB92-19C6C72D8A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00F17C-4548-C17A-05A0-1941636D90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99331-733F-4720-83EF-03D552583B7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31F8EAD-20FC-79C8-4B4E-8915D14C7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52683B2-A516-0677-D09A-7F09E38FA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CD06F-1683-4109-A93C-652FD2E4AB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762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1FB27F-515D-7E70-35F9-09CE63C97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C35DAE-9A3D-CC84-C010-1F370701BD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66E1158-3336-8F9E-B720-135A54F0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F9E4E7B-2D9A-3BD8-D46B-B2E5D4468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99331-733F-4720-83EF-03D552583B7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74EB3EC-FC92-B07F-CB3D-E33D9011E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205210-7C7E-3E97-CF42-6087A5BE7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CD06F-1683-4109-A93C-652FD2E4AB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72524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E921BF-99B1-41E2-722C-4926E524D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7E0AFE5-BAB4-4A2A-5598-4B5FD0D212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923D3CF-D967-D318-CA7B-6114076BE5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2889564-9F29-DD86-6656-52FAD7F701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743AB72-1B46-FF86-29A7-48BB649C87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E3BA9D9-48F6-DDF9-C9F4-B16EA1251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99331-733F-4720-83EF-03D552583B7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B624BD7-187A-660B-276F-439CEB85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B482BF7-D4E5-2877-5325-DF7AEE269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CD06F-1683-4109-A93C-652FD2E4AB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30198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D54FAD-8D09-3A7D-4380-A2A0C5BFD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A0717EB-7173-6567-C422-8403022E3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99331-733F-4720-83EF-03D552583B7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ADD5942-004E-3A5C-A661-FCB8FE82C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C2DFE50-B55F-2E5A-D241-87E012C79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CD06F-1683-4109-A93C-652FD2E4AB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01760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A1BA1FD-7DF8-A8A2-A8DA-25072132A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99331-733F-4720-83EF-03D552583B7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B357A76-DFC0-B51D-19E8-0BE20B6D8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495BE-2ADA-F904-9AE6-2F282667A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CD06F-1683-4109-A93C-652FD2E4AB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9552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7C8BD2-8FA3-7585-96DD-569FC27A3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712B2CA-F535-8EAE-DD34-8CE671B260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31CD9E-8FA2-5927-2A40-027BFAE2CF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DFD9E66-5048-B489-579F-9FCA29F97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99331-733F-4720-83EF-03D552583B7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915BF74-6AA2-2703-0079-9836758C65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58662C9-264A-BC69-9778-C05DCAEBB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CD06F-1683-4109-A93C-652FD2E4AB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148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2A5F1F-F8DA-9B1F-6688-1CA543C22B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F3D078C-C16C-4114-E8A0-3E13FC41EA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8234DB4-FC8A-B964-8DF4-69F8CA4203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3F7A6E3-59B3-E1D7-256D-2CA0A7B63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99331-733F-4720-83EF-03D552583B7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7D42D8-D8D5-E230-4873-D9A4FC73A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A40273D-BD1F-1310-6E8B-0E3289788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CD06F-1683-4109-A93C-652FD2E4AB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38080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7F8601-1687-EC92-F577-75AADA2E0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5D1A5E3-EBC6-565A-57CC-8024C2AE00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84ACE1-4CCB-E207-BF9A-8C6DD6E3F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99331-733F-4720-83EF-03D552583B7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E05642-B1B0-DDF1-BF3D-991C571BA0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B9A8FE-180D-4B48-8B82-796D87BFB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CD06F-1683-4109-A93C-652FD2E4AB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21575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6BC9F11-C3CA-9527-99C2-45EB3066E8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5991F69-5709-D2CF-EC00-8BBD45A088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0EC6E46-9C16-3897-69C1-288AE60C6E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99331-733F-4720-83EF-03D552583B7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8C580E3-E19E-804A-72A8-8D1E1C0BA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658FE8C-D8A0-BA78-DE46-FB62429E5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CD06F-1683-4109-A93C-652FD2E4AB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8140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6A6EB8E-0645-3C9A-FCF3-95D234814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1E84DE3-AB3F-3D48-7FFE-7AFB2A030C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16A4DB5-C1A0-378E-655D-E481798E72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899331-733F-4720-83EF-03D552583B7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16B58A-23BE-CA9F-F05F-993A3281A0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2D2EAF7-EA93-F172-BD52-1CA5F0C910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4CD06F-1683-4109-A93C-652FD2E4AB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1496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peline_overview_svg">
            <a:extLst>
              <a:ext uri="{FF2B5EF4-FFF2-40B4-BE49-F238E27FC236}">
                <a16:creationId xmlns:a16="http://schemas.microsoft.com/office/drawing/2014/main" id="{A59667C2-9A6E-046E-6B16-F4FA265CA05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629400"/>
          </a:xfrm>
          <a:prstGeom prst="rect">
            <a:avLst/>
          </a:prstGeom>
          <a:effectLst>
            <a:outerShdw blurRad="50800" dist="19050" dir="5400000" rotWithShape="0">
              <a:scrgbClr r="0" g="0" b="0">
                <a:alpha val="12000"/>
              </a:sc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937140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사용자 지정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2026-06-19T08:58:06Z</dcterms:created>
  <dcterms:modified xsi:type="dcterms:W3CDTF">2026-06-19T08:58:06Z</dcterms:modified>
</cp:coreProperties>
</file>