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A43B27-263A-2143-600A-77D0FF18B2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E77DC9-9DCF-B055-773C-29F2DDDDDA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C7AC23-E70F-08A0-0483-6779C5143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720337-411F-0261-71B1-B53F4BFFC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9CC5CE-0CD7-BB58-5EB4-43B3CEF8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6342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B80E21-CDB8-7B0F-F78D-43FC4EA3B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3D6DF9-D788-9FE2-8933-8B93AA815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C0564F-48F1-0C37-ACE9-F9EBF920B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7445FB-A045-15CE-AFF3-9FA4A5931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1BB6CF-E854-1A5E-6EBC-C1B80BD32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748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A642A-C966-0110-4B27-F339181F2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DA53AC-62D2-7752-4918-FAFABF4422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1787E8-17D4-243A-258E-86D81DD38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192428-9247-92D7-E32F-F1DED8134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CA1B-E4DD-B0AA-BC79-1A5B49992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5113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255665-EBCC-82AF-C7DF-48F5310EF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A43C92-BA07-1BF2-9940-88902AE2C9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7465C5-8252-C382-1BF7-90C1C7A2D6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3FCF686-F78B-C9D2-D65C-D0DDD3045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413718-421D-BA49-DE1F-16C493CAD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E92B8B-58CA-939A-C813-AEEA4D09E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294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9B2EA6-0F89-5AE7-D632-F14D476B8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9DE76CD-ABAF-ABB5-474C-AEA9761FF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27E990-77FB-6D9D-26C3-22DEDE9D9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5D9A0EC-FEDC-4CB7-9B85-3DE69BF4E6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711CDBA-BA24-C7A0-E4E0-52244803F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32B8BC1-CF86-8957-F4EC-F77C213A0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FA4EA3-B66E-4DEC-ED7B-6DCE222B1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340D77E-CA47-C271-4CC0-20AC3379B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671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229A70-34F8-35F5-FC7D-DBB20DA17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40ACE28-6235-35F7-BE98-689165BE5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FBF5F8-5890-93B9-93FC-1FDDAA40A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784325-699A-94AA-E7ED-6F5699459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387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C37F5F-9FC9-2E21-5392-339112E0A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730A10C-F460-5E16-39B6-B9F944552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F7B36B-A965-D333-1ACB-94657ED2B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048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5C1B78-E6E0-3451-98E5-433D9CA36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DEC2BD-CB35-172E-D774-A4DBE4215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8154AC6-083F-BBB4-3C8D-E76F1B6C1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BA46D39-EA0B-8E30-FD6C-99741BDB8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BEF491-7512-6A71-3707-CBFCF8188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7C4887-87D4-7184-8402-82CDD4911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49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E30114-1B12-8422-7F05-178142915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84D4F83-F51B-E1A5-B9B8-6B42A215EF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15C6CE-C833-84F1-7B1A-252E4E75E5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600152-ADFB-1B01-A18C-765EAA2BF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ADF6D2D-C9A2-A4E6-B4DF-4CB1A577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9FDE1A-2376-3B6A-9E68-CF58FDF9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8283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781ACD-FC91-6DA9-3310-32998F169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3026B95-2B7B-7EFE-6676-46581135B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AE53E2-C232-D2C5-F021-0A492810E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86801-FCE4-7DE3-0533-4FDC9223B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1050EA-B532-CF80-78F7-22BEA8D8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19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DFEB41F-A349-971A-4770-CB44ACE0E8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244307B-77FA-2648-E67C-CB0B41115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294348-5C87-7A77-715F-E3F06396E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A29EA7-02D1-87F6-C525-D1A02566E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6CA60A-76CD-CC7E-69BD-C91F5C60E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123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C0EE3BD-D3AF-2C9F-2EB6-C50B4CC8A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8C22EC-B6E0-D6B6-2F30-32EA0B192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423D9A-CC4C-6EC9-9AF0-27BADB2E6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C3687A-8429-4787-A5E4-66C74EFAC92C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32A48C-1094-8F66-9A8D-A8B583A27B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E8EA66-8353-022B-FEA8-69756BFAF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F896A6-F826-4F1B-8A07-4FF06BD3D0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963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z00_grid_top">
            <a:extLst>
              <a:ext uri="{FF2B5EF4-FFF2-40B4-BE49-F238E27FC236}">
                <a16:creationId xmlns:a16="http://schemas.microsoft.com/office/drawing/2014/main" id="{D48804EC-3A7E-2B7D-D236-E8919BCB64C3}"/>
              </a:ext>
            </a:extLst>
          </p:cNvPr>
          <p:cNvCxnSpPr/>
          <p:nvPr/>
        </p:nvCxnSpPr>
        <p:spPr>
          <a:xfrm>
            <a:off x="627001" y="109908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z00_grid_bottom">
            <a:extLst>
              <a:ext uri="{FF2B5EF4-FFF2-40B4-BE49-F238E27FC236}">
                <a16:creationId xmlns:a16="http://schemas.microsoft.com/office/drawing/2014/main" id="{22E1F044-10FF-D11D-FBCE-BAF172013914}"/>
              </a:ext>
            </a:extLst>
          </p:cNvPr>
          <p:cNvCxnSpPr/>
          <p:nvPr/>
        </p:nvCxnSpPr>
        <p:spPr>
          <a:xfrm>
            <a:off x="627001" y="5198845"/>
            <a:ext cx="10937693" cy="0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z00_grid_v_0">
            <a:extLst>
              <a:ext uri="{FF2B5EF4-FFF2-40B4-BE49-F238E27FC236}">
                <a16:creationId xmlns:a16="http://schemas.microsoft.com/office/drawing/2014/main" id="{DE22D99D-3301-F5C2-D578-BABE0F8D0390}"/>
              </a:ext>
            </a:extLst>
          </p:cNvPr>
          <p:cNvCxnSpPr/>
          <p:nvPr/>
        </p:nvCxnSpPr>
        <p:spPr>
          <a:xfrm>
            <a:off x="3330945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z00_grid_v_1">
            <a:extLst>
              <a:ext uri="{FF2B5EF4-FFF2-40B4-BE49-F238E27FC236}">
                <a16:creationId xmlns:a16="http://schemas.microsoft.com/office/drawing/2014/main" id="{0F775E92-E570-5D11-D3F4-931355D42332}"/>
              </a:ext>
            </a:extLst>
          </p:cNvPr>
          <p:cNvCxnSpPr/>
          <p:nvPr/>
        </p:nvCxnSpPr>
        <p:spPr>
          <a:xfrm>
            <a:off x="5838951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z00_grid_v_2">
            <a:extLst>
              <a:ext uri="{FF2B5EF4-FFF2-40B4-BE49-F238E27FC236}">
                <a16:creationId xmlns:a16="http://schemas.microsoft.com/office/drawing/2014/main" id="{88892D46-04C3-4113-C594-F6480209CE8E}"/>
              </a:ext>
            </a:extLst>
          </p:cNvPr>
          <p:cNvCxnSpPr/>
          <p:nvPr/>
        </p:nvCxnSpPr>
        <p:spPr>
          <a:xfrm>
            <a:off x="9857856" y="1099085"/>
            <a:ext cx="0" cy="4317833"/>
          </a:xfrm>
          <a:prstGeom prst="line">
            <a:avLst/>
          </a:prstGeom>
          <a:ln w="13970">
            <a:solidFill>
              <a:srgbClr val="E7D8C7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eader_title">
            <a:extLst>
              <a:ext uri="{FF2B5EF4-FFF2-40B4-BE49-F238E27FC236}">
                <a16:creationId xmlns:a16="http://schemas.microsoft.com/office/drawing/2014/main" id="{210426CE-D42D-3A30-8982-9B0081D5895C}"/>
              </a:ext>
            </a:extLst>
          </p:cNvPr>
          <p:cNvSpPr txBox="1"/>
          <p:nvPr/>
        </p:nvSpPr>
        <p:spPr>
          <a:xfrm>
            <a:off x="592168" y="401253"/>
            <a:ext cx="714085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2774" b="1">
                <a:solidFill>
                  <a:srgbClr val="111827"/>
                </a:solidFill>
                <a:latin typeface="Aptos" panose="020B0004020202020204" pitchFamily="34" charset="0"/>
              </a:rPr>
              <a:t>MDPR Deterministic Presentation Pipeline</a:t>
            </a:r>
            <a:endParaRPr lang="ko-KR" altLang="en-US" sz="2774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" name="header_subtitle">
            <a:extLst>
              <a:ext uri="{FF2B5EF4-FFF2-40B4-BE49-F238E27FC236}">
                <a16:creationId xmlns:a16="http://schemas.microsoft.com/office/drawing/2014/main" id="{71C91D42-F679-9F67-2816-B39DEAD33FFB}"/>
              </a:ext>
            </a:extLst>
          </p:cNvPr>
          <p:cNvSpPr txBox="1"/>
          <p:nvPr/>
        </p:nvSpPr>
        <p:spPr>
          <a:xfrm>
            <a:off x="592168" y="785061"/>
            <a:ext cx="1018877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>
                <a:solidFill>
                  <a:srgbClr val="64748B"/>
                </a:solidFill>
                <a:latin typeface="Aptos" panose="020B0004020202020204" pitchFamily="34" charset="0"/>
              </a:rPr>
              <a:t>Markdown becomes coherent PPTX/HTML/PDF through MDPR rules; mdpr-skill can add compact reasoning hints but never owns final design.</a:t>
            </a:r>
            <a:endParaRPr lang="ko-KR" altLang="en-US" sz="124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9" name="zone_content_panel">
            <a:extLst>
              <a:ext uri="{FF2B5EF4-FFF2-40B4-BE49-F238E27FC236}">
                <a16:creationId xmlns:a16="http://schemas.microsoft.com/office/drawing/2014/main" id="{7E4F89DE-3A4C-3F75-E851-6B71FA229236}"/>
              </a:ext>
            </a:extLst>
          </p:cNvPr>
          <p:cNvSpPr/>
          <p:nvPr/>
        </p:nvSpPr>
        <p:spPr>
          <a:xfrm>
            <a:off x="783752" y="1308434"/>
            <a:ext cx="2438339" cy="3750845"/>
          </a:xfrm>
          <a:prstGeom prst="roundRect">
            <a:avLst>
              <a:gd name="adj" fmla="val 5714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zone_content_title">
            <a:extLst>
              <a:ext uri="{FF2B5EF4-FFF2-40B4-BE49-F238E27FC236}">
                <a16:creationId xmlns:a16="http://schemas.microsoft.com/office/drawing/2014/main" id="{5DBB4F46-82F7-8F2E-7A29-EBF095065C9E}"/>
              </a:ext>
            </a:extLst>
          </p:cNvPr>
          <p:cNvSpPr txBox="1"/>
          <p:nvPr/>
        </p:nvSpPr>
        <p:spPr>
          <a:xfrm>
            <a:off x="992752" y="1517784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334155"/>
                </a:solidFill>
                <a:latin typeface="Aptos" panose="020B0004020202020204" pitchFamily="34" charset="0"/>
              </a:rPr>
              <a:t>1. Content Contract</a:t>
            </a:r>
            <a:endParaRPr lang="ko-KR" altLang="en-US" sz="146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_content_subtitle">
            <a:extLst>
              <a:ext uri="{FF2B5EF4-FFF2-40B4-BE49-F238E27FC236}">
                <a16:creationId xmlns:a16="http://schemas.microsoft.com/office/drawing/2014/main" id="{C2EACD2F-96EE-22CE-0B5E-7B874DA1D8E2}"/>
              </a:ext>
            </a:extLst>
          </p:cNvPr>
          <p:cNvSpPr txBox="1"/>
          <p:nvPr/>
        </p:nvSpPr>
        <p:spPr>
          <a:xfrm>
            <a:off x="992752" y="1814362"/>
            <a:ext cx="2020338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semantic structure only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2" name="zone_reasoning_panel">
            <a:extLst>
              <a:ext uri="{FF2B5EF4-FFF2-40B4-BE49-F238E27FC236}">
                <a16:creationId xmlns:a16="http://schemas.microsoft.com/office/drawing/2014/main" id="{9863AD52-291D-745F-03DD-0CD4478A15A1}"/>
              </a:ext>
            </a:extLst>
          </p:cNvPr>
          <p:cNvSpPr/>
          <p:nvPr/>
        </p:nvSpPr>
        <p:spPr>
          <a:xfrm>
            <a:off x="3439800" y="1308434"/>
            <a:ext cx="2351255" cy="3750845"/>
          </a:xfrm>
          <a:prstGeom prst="roundRect">
            <a:avLst>
              <a:gd name="adj" fmla="val 5926"/>
            </a:avLst>
          </a:prstGeom>
          <a:solidFill>
            <a:srgbClr val="FFF3DE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zone_reasoning_title">
            <a:extLst>
              <a:ext uri="{FF2B5EF4-FFF2-40B4-BE49-F238E27FC236}">
                <a16:creationId xmlns:a16="http://schemas.microsoft.com/office/drawing/2014/main" id="{BBB0CF4A-C694-9514-4BAA-F944FB1FF51C}"/>
              </a:ext>
            </a:extLst>
          </p:cNvPr>
          <p:cNvSpPr txBox="1"/>
          <p:nvPr/>
        </p:nvSpPr>
        <p:spPr>
          <a:xfrm>
            <a:off x="3648800" y="1517784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8B4E16"/>
                </a:solidFill>
                <a:latin typeface="Aptos" panose="020B0004020202020204" pitchFamily="34" charset="0"/>
              </a:rPr>
              <a:t>2. Agent Hints</a:t>
            </a:r>
            <a:endParaRPr lang="ko-KR" altLang="en-US" sz="1460" b="1">
              <a:solidFill>
                <a:srgbClr val="8B4E16"/>
              </a:solidFill>
              <a:latin typeface="Aptos" panose="020B0004020202020204" pitchFamily="34" charset="0"/>
            </a:endParaRPr>
          </a:p>
        </p:txBody>
      </p:sp>
      <p:sp>
        <p:nvSpPr>
          <p:cNvPr id="14" name="zone_reasoning_subtitle">
            <a:extLst>
              <a:ext uri="{FF2B5EF4-FFF2-40B4-BE49-F238E27FC236}">
                <a16:creationId xmlns:a16="http://schemas.microsoft.com/office/drawing/2014/main" id="{15293A4E-D554-B709-06E1-37C756F4A109}"/>
              </a:ext>
            </a:extLst>
          </p:cNvPr>
          <p:cNvSpPr txBox="1"/>
          <p:nvPr/>
        </p:nvSpPr>
        <p:spPr>
          <a:xfrm>
            <a:off x="3648800" y="1814362"/>
            <a:ext cx="193325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small optional tags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zone_rules_panel">
            <a:extLst>
              <a:ext uri="{FF2B5EF4-FFF2-40B4-BE49-F238E27FC236}">
                <a16:creationId xmlns:a16="http://schemas.microsoft.com/office/drawing/2014/main" id="{61A3CDF5-B6AC-7B77-A966-D12F4D7DBD17}"/>
              </a:ext>
            </a:extLst>
          </p:cNvPr>
          <p:cNvSpPr/>
          <p:nvPr/>
        </p:nvSpPr>
        <p:spPr>
          <a:xfrm>
            <a:off x="5886847" y="1308434"/>
            <a:ext cx="3901343" cy="3750845"/>
          </a:xfrm>
          <a:prstGeom prst="roundRect">
            <a:avLst>
              <a:gd name="adj" fmla="val 3715"/>
            </a:avLst>
          </a:prstGeom>
          <a:solidFill>
            <a:srgbClr val="EAF7F3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zone_rules_title">
            <a:extLst>
              <a:ext uri="{FF2B5EF4-FFF2-40B4-BE49-F238E27FC236}">
                <a16:creationId xmlns:a16="http://schemas.microsoft.com/office/drawing/2014/main" id="{8DD942D5-6B8B-FE31-60E0-4011A4F5DC04}"/>
              </a:ext>
            </a:extLst>
          </p:cNvPr>
          <p:cNvSpPr txBox="1"/>
          <p:nvPr/>
        </p:nvSpPr>
        <p:spPr>
          <a:xfrm>
            <a:off x="6095848" y="1517784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115E59"/>
                </a:solidFill>
                <a:latin typeface="Aptos" panose="020B0004020202020204" pitchFamily="34" charset="0"/>
              </a:rPr>
              <a:t>3. MDPR Design Rules</a:t>
            </a:r>
            <a:endParaRPr lang="ko-KR" altLang="en-US" sz="1460" b="1">
              <a:solidFill>
                <a:srgbClr val="115E59"/>
              </a:solidFill>
              <a:latin typeface="Aptos" panose="020B0004020202020204" pitchFamily="34" charset="0"/>
            </a:endParaRPr>
          </a:p>
        </p:txBody>
      </p:sp>
      <p:sp>
        <p:nvSpPr>
          <p:cNvPr id="17" name="zone_rules_subtitle">
            <a:extLst>
              <a:ext uri="{FF2B5EF4-FFF2-40B4-BE49-F238E27FC236}">
                <a16:creationId xmlns:a16="http://schemas.microsoft.com/office/drawing/2014/main" id="{3FD4AA09-6069-233C-4BF4-4BA1E9D48142}"/>
              </a:ext>
            </a:extLst>
          </p:cNvPr>
          <p:cNvSpPr txBox="1"/>
          <p:nvPr/>
        </p:nvSpPr>
        <p:spPr>
          <a:xfrm>
            <a:off x="6095848" y="1814362"/>
            <a:ext cx="3483342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final visual choices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8" name="zone_outputs_panel">
            <a:extLst>
              <a:ext uri="{FF2B5EF4-FFF2-40B4-BE49-F238E27FC236}">
                <a16:creationId xmlns:a16="http://schemas.microsoft.com/office/drawing/2014/main" id="{B44F1807-9B7A-58B7-DA99-5F134ED9A178}"/>
              </a:ext>
            </a:extLst>
          </p:cNvPr>
          <p:cNvSpPr/>
          <p:nvPr/>
        </p:nvSpPr>
        <p:spPr>
          <a:xfrm>
            <a:off x="9927523" y="1308434"/>
            <a:ext cx="2002922" cy="3750845"/>
          </a:xfrm>
          <a:prstGeom prst="roundRect">
            <a:avLst>
              <a:gd name="adj" fmla="val 6957"/>
            </a:avLst>
          </a:prstGeom>
          <a:solidFill>
            <a:srgbClr val="F1F0FA"/>
          </a:solidFill>
          <a:ln w="12627">
            <a:solidFill>
              <a:srgbClr val="B8B5E6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zone_outputs_title">
            <a:extLst>
              <a:ext uri="{FF2B5EF4-FFF2-40B4-BE49-F238E27FC236}">
                <a16:creationId xmlns:a16="http://schemas.microsoft.com/office/drawing/2014/main" id="{E75FAA43-A890-A267-91FA-CAB25B5BAD18}"/>
              </a:ext>
            </a:extLst>
          </p:cNvPr>
          <p:cNvSpPr txBox="1"/>
          <p:nvPr/>
        </p:nvSpPr>
        <p:spPr>
          <a:xfrm>
            <a:off x="10136524" y="1517784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460" b="1">
                <a:solidFill>
                  <a:srgbClr val="4338CA"/>
                </a:solidFill>
                <a:latin typeface="Aptos" panose="020B0004020202020204" pitchFamily="34" charset="0"/>
              </a:rPr>
              <a:t>4. Outputs</a:t>
            </a:r>
            <a:endParaRPr lang="ko-KR" altLang="en-US" sz="1460" b="1">
              <a:solidFill>
                <a:srgbClr val="4338CA"/>
              </a:solidFill>
              <a:latin typeface="Aptos" panose="020B0004020202020204" pitchFamily="34" charset="0"/>
            </a:endParaRPr>
          </a:p>
        </p:txBody>
      </p:sp>
      <p:sp>
        <p:nvSpPr>
          <p:cNvPr id="20" name="zone_outputs_subtitle">
            <a:extLst>
              <a:ext uri="{FF2B5EF4-FFF2-40B4-BE49-F238E27FC236}">
                <a16:creationId xmlns:a16="http://schemas.microsoft.com/office/drawing/2014/main" id="{B8836DF6-EA97-F98E-088D-867251A29948}"/>
              </a:ext>
            </a:extLst>
          </p:cNvPr>
          <p:cNvSpPr txBox="1"/>
          <p:nvPr/>
        </p:nvSpPr>
        <p:spPr>
          <a:xfrm>
            <a:off x="10136524" y="1814362"/>
            <a:ext cx="158492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168">
                <a:solidFill>
                  <a:srgbClr val="64748B"/>
                </a:solidFill>
                <a:latin typeface="Aptos" panose="020B0004020202020204" pitchFamily="34" charset="0"/>
              </a:rPr>
              <a:t>PPTX, HTML, PDF</a:t>
            </a:r>
            <a:endParaRPr lang="ko-KR" altLang="en-US" sz="1168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cxnSp>
        <p:nvCxnSpPr>
          <p:cNvPr id="21" name="main_start_markdown">
            <a:extLst>
              <a:ext uri="{FF2B5EF4-FFF2-40B4-BE49-F238E27FC236}">
                <a16:creationId xmlns:a16="http://schemas.microsoft.com/office/drawing/2014/main" id="{14B67C3B-FF84-46ED-ABEC-6F09C3DE1293}"/>
              </a:ext>
            </a:extLst>
          </p:cNvPr>
          <p:cNvCxnSpPr/>
          <p:nvPr/>
        </p:nvCxnSpPr>
        <p:spPr>
          <a:xfrm>
            <a:off x="2002921" y="2477302"/>
            <a:ext cx="0" cy="20935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ain_markdown_splitter">
            <a:extLst>
              <a:ext uri="{FF2B5EF4-FFF2-40B4-BE49-F238E27FC236}">
                <a16:creationId xmlns:a16="http://schemas.microsoft.com/office/drawing/2014/main" id="{C5ED3FA5-9F9A-6165-80E0-E55F8C340C40}"/>
              </a:ext>
            </a:extLst>
          </p:cNvPr>
          <p:cNvCxnSpPr/>
          <p:nvPr/>
        </p:nvCxnSpPr>
        <p:spPr>
          <a:xfrm>
            <a:off x="2002921" y="3628724"/>
            <a:ext cx="0" cy="279133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main_splitter_ir_seg_1">
            <a:extLst>
              <a:ext uri="{FF2B5EF4-FFF2-40B4-BE49-F238E27FC236}">
                <a16:creationId xmlns:a16="http://schemas.microsoft.com/office/drawing/2014/main" id="{7EA5828E-856F-61EF-05A0-358F914CBEEB}"/>
              </a:ext>
            </a:extLst>
          </p:cNvPr>
          <p:cNvCxnSpPr/>
          <p:nvPr/>
        </p:nvCxnSpPr>
        <p:spPr>
          <a:xfrm>
            <a:off x="2995674" y="4396339"/>
            <a:ext cx="330917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main_splitter_ir_seg_2">
            <a:extLst>
              <a:ext uri="{FF2B5EF4-FFF2-40B4-BE49-F238E27FC236}">
                <a16:creationId xmlns:a16="http://schemas.microsoft.com/office/drawing/2014/main" id="{7DB801DC-6310-88E2-9660-1BB2233BCE4C}"/>
              </a:ext>
            </a:extLst>
          </p:cNvPr>
          <p:cNvCxnSpPr/>
          <p:nvPr/>
        </p:nvCxnSpPr>
        <p:spPr>
          <a:xfrm flipV="1">
            <a:off x="3326591" y="2534001"/>
            <a:ext cx="0" cy="1862338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main_splitter_ir_seg_3">
            <a:extLst>
              <a:ext uri="{FF2B5EF4-FFF2-40B4-BE49-F238E27FC236}">
                <a16:creationId xmlns:a16="http://schemas.microsoft.com/office/drawing/2014/main" id="{13894938-621D-8F55-486F-8C5730C01D21}"/>
              </a:ext>
            </a:extLst>
          </p:cNvPr>
          <p:cNvCxnSpPr/>
          <p:nvPr/>
        </p:nvCxnSpPr>
        <p:spPr>
          <a:xfrm>
            <a:off x="3326591" y="2534001"/>
            <a:ext cx="330918" cy="0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hint_ir_reasoning">
            <a:extLst>
              <a:ext uri="{FF2B5EF4-FFF2-40B4-BE49-F238E27FC236}">
                <a16:creationId xmlns:a16="http://schemas.microsoft.com/office/drawing/2014/main" id="{D906D085-448D-9C0F-5231-A6FF01B61844}"/>
              </a:ext>
            </a:extLst>
          </p:cNvPr>
          <p:cNvCxnSpPr/>
          <p:nvPr/>
        </p:nvCxnSpPr>
        <p:spPr>
          <a:xfrm>
            <a:off x="4615428" y="2991953"/>
            <a:ext cx="0" cy="49720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main_ir_rules">
            <a:extLst>
              <a:ext uri="{FF2B5EF4-FFF2-40B4-BE49-F238E27FC236}">
                <a16:creationId xmlns:a16="http://schemas.microsoft.com/office/drawing/2014/main" id="{DDA92709-434E-956A-20C5-0A8F97F1CA91}"/>
              </a:ext>
            </a:extLst>
          </p:cNvPr>
          <p:cNvCxnSpPr/>
          <p:nvPr/>
        </p:nvCxnSpPr>
        <p:spPr>
          <a:xfrm>
            <a:off x="5573346" y="2534001"/>
            <a:ext cx="653127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hint_reasoning_rules_seg_1">
            <a:extLst>
              <a:ext uri="{FF2B5EF4-FFF2-40B4-BE49-F238E27FC236}">
                <a16:creationId xmlns:a16="http://schemas.microsoft.com/office/drawing/2014/main" id="{4BEDCD99-EBF7-5132-BD85-ABA636E6FB07}"/>
              </a:ext>
            </a:extLst>
          </p:cNvPr>
          <p:cNvCxnSpPr/>
          <p:nvPr/>
        </p:nvCxnSpPr>
        <p:spPr>
          <a:xfrm>
            <a:off x="5573346" y="4186989"/>
            <a:ext cx="330918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hint_reasoning_rules_seg_2">
            <a:extLst>
              <a:ext uri="{FF2B5EF4-FFF2-40B4-BE49-F238E27FC236}">
                <a16:creationId xmlns:a16="http://schemas.microsoft.com/office/drawing/2014/main" id="{E6D7AD6D-5C68-DC9F-F0FE-E805249390DC}"/>
              </a:ext>
            </a:extLst>
          </p:cNvPr>
          <p:cNvCxnSpPr/>
          <p:nvPr/>
        </p:nvCxnSpPr>
        <p:spPr>
          <a:xfrm flipV="1">
            <a:off x="5904264" y="3453394"/>
            <a:ext cx="0" cy="733595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hint_reasoning_rules_seg_3">
            <a:extLst>
              <a:ext uri="{FF2B5EF4-FFF2-40B4-BE49-F238E27FC236}">
                <a16:creationId xmlns:a16="http://schemas.microsoft.com/office/drawing/2014/main" id="{50C9EDC0-CF2C-D605-F563-CA6EE3CE0EFE}"/>
              </a:ext>
            </a:extLst>
          </p:cNvPr>
          <p:cNvCxnSpPr/>
          <p:nvPr/>
        </p:nvCxnSpPr>
        <p:spPr>
          <a:xfrm>
            <a:off x="5904264" y="3453394"/>
            <a:ext cx="156750" cy="0"/>
          </a:xfrm>
          <a:prstGeom prst="line">
            <a:avLst/>
          </a:prstGeom>
          <a:ln w="20955">
            <a:solidFill>
              <a:srgbClr val="A85520"/>
            </a:solidFill>
            <a:prstDash val="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ule_features_recipes">
            <a:extLst>
              <a:ext uri="{FF2B5EF4-FFF2-40B4-BE49-F238E27FC236}">
                <a16:creationId xmlns:a16="http://schemas.microsoft.com/office/drawing/2014/main" id="{77BD44DD-5865-98A7-60DB-A3904882A174}"/>
              </a:ext>
            </a:extLst>
          </p:cNvPr>
          <p:cNvCxnSpPr/>
          <p:nvPr/>
        </p:nvCxnSpPr>
        <p:spPr>
          <a:xfrm>
            <a:off x="7140850" y="349788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ule_recipes_theme">
            <a:extLst>
              <a:ext uri="{FF2B5EF4-FFF2-40B4-BE49-F238E27FC236}">
                <a16:creationId xmlns:a16="http://schemas.microsoft.com/office/drawing/2014/main" id="{0099CF06-F486-C3C5-8171-3653138E5B5B}"/>
              </a:ext>
            </a:extLst>
          </p:cNvPr>
          <p:cNvCxnSpPr/>
          <p:nvPr/>
        </p:nvCxnSpPr>
        <p:spPr>
          <a:xfrm>
            <a:off x="8377436" y="349788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ule_features_compose">
            <a:extLst>
              <a:ext uri="{FF2B5EF4-FFF2-40B4-BE49-F238E27FC236}">
                <a16:creationId xmlns:a16="http://schemas.microsoft.com/office/drawing/2014/main" id="{F22E1295-69D0-3850-0297-E2953743D9BD}"/>
              </a:ext>
            </a:extLst>
          </p:cNvPr>
          <p:cNvCxnSpPr/>
          <p:nvPr/>
        </p:nvCxnSpPr>
        <p:spPr>
          <a:xfrm>
            <a:off x="6600932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ule_recipes_objects">
            <a:extLst>
              <a:ext uri="{FF2B5EF4-FFF2-40B4-BE49-F238E27FC236}">
                <a16:creationId xmlns:a16="http://schemas.microsoft.com/office/drawing/2014/main" id="{B2EED9AD-E00B-BBB4-6CB4-7CE3B9111D11}"/>
              </a:ext>
            </a:extLst>
          </p:cNvPr>
          <p:cNvCxnSpPr/>
          <p:nvPr/>
        </p:nvCxnSpPr>
        <p:spPr>
          <a:xfrm>
            <a:off x="7837519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ule_theme_decorate">
            <a:extLst>
              <a:ext uri="{FF2B5EF4-FFF2-40B4-BE49-F238E27FC236}">
                <a16:creationId xmlns:a16="http://schemas.microsoft.com/office/drawing/2014/main" id="{8CD5A6DC-410C-1C55-0929-16D2AFA517F1}"/>
              </a:ext>
            </a:extLst>
          </p:cNvPr>
          <p:cNvCxnSpPr/>
          <p:nvPr/>
        </p:nvCxnSpPr>
        <p:spPr>
          <a:xfrm>
            <a:off x="9074104" y="3942748"/>
            <a:ext cx="0" cy="104675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ule_compose_objects">
            <a:extLst>
              <a:ext uri="{FF2B5EF4-FFF2-40B4-BE49-F238E27FC236}">
                <a16:creationId xmlns:a16="http://schemas.microsoft.com/office/drawing/2014/main" id="{5E9B9B39-8559-9ED7-FA76-E210A3B6A58C}"/>
              </a:ext>
            </a:extLst>
          </p:cNvPr>
          <p:cNvCxnSpPr/>
          <p:nvPr/>
        </p:nvCxnSpPr>
        <p:spPr>
          <a:xfrm>
            <a:off x="7140850" y="4492291"/>
            <a:ext cx="156750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ule_objects_decorate">
            <a:extLst>
              <a:ext uri="{FF2B5EF4-FFF2-40B4-BE49-F238E27FC236}">
                <a16:creationId xmlns:a16="http://schemas.microsoft.com/office/drawing/2014/main" id="{352156E9-5719-15F2-9B53-33E9295BD7BD}"/>
              </a:ext>
            </a:extLst>
          </p:cNvPr>
          <p:cNvCxnSpPr/>
          <p:nvPr/>
        </p:nvCxnSpPr>
        <p:spPr>
          <a:xfrm>
            <a:off x="8377436" y="4492291"/>
            <a:ext cx="156751" cy="0"/>
          </a:xfrm>
          <a:prstGeom prst="line">
            <a:avLst/>
          </a:prstGeom>
          <a:ln w="19558">
            <a:solidFill>
              <a:srgbClr val="0F766E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ain_rules_styled_ir">
            <a:extLst>
              <a:ext uri="{FF2B5EF4-FFF2-40B4-BE49-F238E27FC236}">
                <a16:creationId xmlns:a16="http://schemas.microsoft.com/office/drawing/2014/main" id="{FE01184C-F1EB-AA0A-4CDB-51CF33C60D62}"/>
              </a:ext>
            </a:extLst>
          </p:cNvPr>
          <p:cNvCxnSpPr/>
          <p:nvPr/>
        </p:nvCxnSpPr>
        <p:spPr>
          <a:xfrm>
            <a:off x="9448564" y="2534001"/>
            <a:ext cx="627002" cy="0"/>
          </a:xfrm>
          <a:prstGeom prst="line">
            <a:avLst/>
          </a:prstGeom>
          <a:ln w="36322">
            <a:solidFill>
              <a:srgbClr val="111827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main_styled_renderers">
            <a:extLst>
              <a:ext uri="{FF2B5EF4-FFF2-40B4-BE49-F238E27FC236}">
                <a16:creationId xmlns:a16="http://schemas.microsoft.com/office/drawing/2014/main" id="{4937D9DD-E24B-594F-F8F3-88E053DD8A3B}"/>
              </a:ext>
            </a:extLst>
          </p:cNvPr>
          <p:cNvCxnSpPr/>
          <p:nvPr/>
        </p:nvCxnSpPr>
        <p:spPr>
          <a:xfrm>
            <a:off x="10928984" y="2991953"/>
            <a:ext cx="0" cy="409976"/>
          </a:xfrm>
          <a:prstGeom prst="line">
            <a:avLst/>
          </a:prstGeom>
          <a:ln w="27940">
            <a:solidFill>
              <a:srgbClr val="475569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validation_loop">
            <a:extLst>
              <a:ext uri="{FF2B5EF4-FFF2-40B4-BE49-F238E27FC236}">
                <a16:creationId xmlns:a16="http://schemas.microsoft.com/office/drawing/2014/main" id="{F28E888B-D906-1E67-4D90-2D018137629A}"/>
              </a:ext>
            </a:extLst>
          </p:cNvPr>
          <p:cNvCxnSpPr/>
          <p:nvPr/>
        </p:nvCxnSpPr>
        <p:spPr>
          <a:xfrm>
            <a:off x="10928984" y="4317833"/>
            <a:ext cx="0" cy="95952"/>
          </a:xfrm>
          <a:prstGeom prst="line">
            <a:avLst/>
          </a:prstGeom>
          <a:ln w="23749">
            <a:solidFill>
              <a:srgbClr val="BE123C"/>
            </a:solidFill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ource_chip">
            <a:extLst>
              <a:ext uri="{FF2B5EF4-FFF2-40B4-BE49-F238E27FC236}">
                <a16:creationId xmlns:a16="http://schemas.microsoft.com/office/drawing/2014/main" id="{BD88B740-6655-53EE-6F9F-76350581EC6C}"/>
              </a:ext>
            </a:extLst>
          </p:cNvPr>
          <p:cNvSpPr/>
          <p:nvPr/>
        </p:nvSpPr>
        <p:spPr>
          <a:xfrm>
            <a:off x="1654587" y="2163278"/>
            <a:ext cx="696669" cy="314024"/>
          </a:xfrm>
          <a:prstGeom prst="roundRect">
            <a:avLst>
              <a:gd name="adj" fmla="val 44370"/>
            </a:avLst>
          </a:prstGeom>
          <a:solidFill>
            <a:srgbClr val="EEF4EF"/>
          </a:solidFill>
          <a:ln w="12627">
            <a:solidFill>
              <a:srgbClr val="C8D8C8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ource_chip_text">
            <a:extLst>
              <a:ext uri="{FF2B5EF4-FFF2-40B4-BE49-F238E27FC236}">
                <a16:creationId xmlns:a16="http://schemas.microsoft.com/office/drawing/2014/main" id="{4A462A26-3726-6C78-9F5B-4A07BADC401E}"/>
              </a:ext>
            </a:extLst>
          </p:cNvPr>
          <p:cNvSpPr txBox="1"/>
          <p:nvPr/>
        </p:nvSpPr>
        <p:spPr>
          <a:xfrm>
            <a:off x="1724254" y="2163278"/>
            <a:ext cx="557335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334155"/>
                </a:solidFill>
                <a:latin typeface="Aptos" panose="020B0004020202020204" pitchFamily="34" charset="0"/>
              </a:rPr>
              <a:t>source</a:t>
            </a:r>
            <a:endParaRPr lang="ko-KR" altLang="en-US" sz="980" b="1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43" name="markdown_card">
            <a:extLst>
              <a:ext uri="{FF2B5EF4-FFF2-40B4-BE49-F238E27FC236}">
                <a16:creationId xmlns:a16="http://schemas.microsoft.com/office/drawing/2014/main" id="{CC7402D4-8DEC-9E55-6699-4CE2FD86FD22}"/>
              </a:ext>
            </a:extLst>
          </p:cNvPr>
          <p:cNvSpPr/>
          <p:nvPr/>
        </p:nvSpPr>
        <p:spPr>
          <a:xfrm>
            <a:off x="1010169" y="2686652"/>
            <a:ext cx="1985505" cy="942072"/>
          </a:xfrm>
          <a:prstGeom prst="roundRect">
            <a:avLst>
              <a:gd name="adj" fmla="val 14790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markdown_icon_dot">
            <a:extLst>
              <a:ext uri="{FF2B5EF4-FFF2-40B4-BE49-F238E27FC236}">
                <a16:creationId xmlns:a16="http://schemas.microsoft.com/office/drawing/2014/main" id="{11ABB2FB-AF4D-C62D-2BC4-BCBA0B24D5B1}"/>
              </a:ext>
            </a:extLst>
          </p:cNvPr>
          <p:cNvSpPr/>
          <p:nvPr/>
        </p:nvSpPr>
        <p:spPr>
          <a:xfrm>
            <a:off x="1179982" y="2909085"/>
            <a:ext cx="217709" cy="218073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markdown_icon_label">
            <a:extLst>
              <a:ext uri="{FF2B5EF4-FFF2-40B4-BE49-F238E27FC236}">
                <a16:creationId xmlns:a16="http://schemas.microsoft.com/office/drawing/2014/main" id="{325404F3-B025-34D9-6000-EFB4B38A949D}"/>
              </a:ext>
            </a:extLst>
          </p:cNvPr>
          <p:cNvSpPr txBox="1"/>
          <p:nvPr/>
        </p:nvSpPr>
        <p:spPr>
          <a:xfrm>
            <a:off x="1179982" y="2909085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M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6" name="markdown_title">
            <a:extLst>
              <a:ext uri="{FF2B5EF4-FFF2-40B4-BE49-F238E27FC236}">
                <a16:creationId xmlns:a16="http://schemas.microsoft.com/office/drawing/2014/main" id="{FB6154BA-D861-B737-C65F-DFB116349A20}"/>
              </a:ext>
            </a:extLst>
          </p:cNvPr>
          <p:cNvSpPr txBox="1"/>
          <p:nvPr/>
        </p:nvSpPr>
        <p:spPr>
          <a:xfrm>
            <a:off x="1515254" y="2904724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Markdown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7" name="markdown_line_0">
            <a:extLst>
              <a:ext uri="{FF2B5EF4-FFF2-40B4-BE49-F238E27FC236}">
                <a16:creationId xmlns:a16="http://schemas.microsoft.com/office/drawing/2014/main" id="{0178B4F7-4C10-F8F8-756F-F63F6CCFAB50}"/>
              </a:ext>
            </a:extLst>
          </p:cNvPr>
          <p:cNvSpPr txBox="1"/>
          <p:nvPr/>
        </p:nvSpPr>
        <p:spPr>
          <a:xfrm>
            <a:off x="1297545" y="324491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headings, tables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8" name="markdown_line_1">
            <a:extLst>
              <a:ext uri="{FF2B5EF4-FFF2-40B4-BE49-F238E27FC236}">
                <a16:creationId xmlns:a16="http://schemas.microsoft.com/office/drawing/2014/main" id="{0A5DF803-A2E9-548C-BCAF-7C8CCAEA34C2}"/>
              </a:ext>
            </a:extLst>
          </p:cNvPr>
          <p:cNvSpPr txBox="1"/>
          <p:nvPr/>
        </p:nvSpPr>
        <p:spPr>
          <a:xfrm>
            <a:off x="1297545" y="341065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charts and images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49" name="splitter_card">
            <a:extLst>
              <a:ext uri="{FF2B5EF4-FFF2-40B4-BE49-F238E27FC236}">
                <a16:creationId xmlns:a16="http://schemas.microsoft.com/office/drawing/2014/main" id="{9D1F83B9-F1E9-6DE8-C134-25DB20670FB4}"/>
              </a:ext>
            </a:extLst>
          </p:cNvPr>
          <p:cNvSpPr/>
          <p:nvPr/>
        </p:nvSpPr>
        <p:spPr>
          <a:xfrm>
            <a:off x="1010169" y="3907857"/>
            <a:ext cx="1985505" cy="976964"/>
          </a:xfrm>
          <a:prstGeom prst="roundRect">
            <a:avLst>
              <a:gd name="adj" fmla="val 1426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plitter_icon_dot">
            <a:extLst>
              <a:ext uri="{FF2B5EF4-FFF2-40B4-BE49-F238E27FC236}">
                <a16:creationId xmlns:a16="http://schemas.microsoft.com/office/drawing/2014/main" id="{9E6E00AD-860A-31C2-11A9-F6DD518B299A}"/>
              </a:ext>
            </a:extLst>
          </p:cNvPr>
          <p:cNvSpPr/>
          <p:nvPr/>
        </p:nvSpPr>
        <p:spPr>
          <a:xfrm>
            <a:off x="1179982" y="4130291"/>
            <a:ext cx="217709" cy="218072"/>
          </a:xfrm>
          <a:prstGeom prst="ellipse">
            <a:avLst/>
          </a:prstGeom>
          <a:solidFill>
            <a:srgbClr val="86A789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plitter_icon_label">
            <a:extLst>
              <a:ext uri="{FF2B5EF4-FFF2-40B4-BE49-F238E27FC236}">
                <a16:creationId xmlns:a16="http://schemas.microsoft.com/office/drawing/2014/main" id="{0DDBC473-F8AC-5AB8-48D1-9CA93086ED62}"/>
              </a:ext>
            </a:extLst>
          </p:cNvPr>
          <p:cNvSpPr txBox="1"/>
          <p:nvPr/>
        </p:nvSpPr>
        <p:spPr>
          <a:xfrm>
            <a:off x="1179982" y="4130291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2" name="splitter_title">
            <a:extLst>
              <a:ext uri="{FF2B5EF4-FFF2-40B4-BE49-F238E27FC236}">
                <a16:creationId xmlns:a16="http://schemas.microsoft.com/office/drawing/2014/main" id="{594031DC-CD7B-EF21-3077-2E49BB8BA8A9}"/>
              </a:ext>
            </a:extLst>
          </p:cNvPr>
          <p:cNvSpPr txBox="1"/>
          <p:nvPr/>
        </p:nvSpPr>
        <p:spPr>
          <a:xfrm>
            <a:off x="1515254" y="4125929"/>
            <a:ext cx="135850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MDPR Splitter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splitter_line_0">
            <a:extLst>
              <a:ext uri="{FF2B5EF4-FFF2-40B4-BE49-F238E27FC236}">
                <a16:creationId xmlns:a16="http://schemas.microsoft.com/office/drawing/2014/main" id="{46535F6D-C71A-12DF-B4BF-DD9384638169}"/>
              </a:ext>
            </a:extLst>
          </p:cNvPr>
          <p:cNvSpPr txBox="1"/>
          <p:nvPr/>
        </p:nvSpPr>
        <p:spPr>
          <a:xfrm>
            <a:off x="1297545" y="4466122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Pandoc or simple AST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4" name="splitter_line_1">
            <a:extLst>
              <a:ext uri="{FF2B5EF4-FFF2-40B4-BE49-F238E27FC236}">
                <a16:creationId xmlns:a16="http://schemas.microsoft.com/office/drawing/2014/main" id="{73B57153-12AF-2411-A090-71FE550EE98E}"/>
              </a:ext>
            </a:extLst>
          </p:cNvPr>
          <p:cNvSpPr txBox="1"/>
          <p:nvPr/>
        </p:nvSpPr>
        <p:spPr>
          <a:xfrm>
            <a:off x="1297545" y="4631857"/>
            <a:ext cx="1576212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slide/object split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55" name="ir_core_card">
            <a:extLst>
              <a:ext uri="{FF2B5EF4-FFF2-40B4-BE49-F238E27FC236}">
                <a16:creationId xmlns:a16="http://schemas.microsoft.com/office/drawing/2014/main" id="{3193F464-88C7-4330-B15C-8B8E1F759BA0}"/>
              </a:ext>
            </a:extLst>
          </p:cNvPr>
          <p:cNvSpPr/>
          <p:nvPr/>
        </p:nvSpPr>
        <p:spPr>
          <a:xfrm>
            <a:off x="3657509" y="2076049"/>
            <a:ext cx="1915838" cy="915904"/>
          </a:xfrm>
          <a:prstGeom prst="roundRect">
            <a:avLst>
              <a:gd name="adj" fmla="val 1521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ir_core_icon_dot">
            <a:extLst>
              <a:ext uri="{FF2B5EF4-FFF2-40B4-BE49-F238E27FC236}">
                <a16:creationId xmlns:a16="http://schemas.microsoft.com/office/drawing/2014/main" id="{D0C792A0-EE86-08C2-7408-F3149DE1E2BB}"/>
              </a:ext>
            </a:extLst>
          </p:cNvPr>
          <p:cNvSpPr/>
          <p:nvPr/>
        </p:nvSpPr>
        <p:spPr>
          <a:xfrm>
            <a:off x="3827321" y="2298483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ir_core_icon_label">
            <a:extLst>
              <a:ext uri="{FF2B5EF4-FFF2-40B4-BE49-F238E27FC236}">
                <a16:creationId xmlns:a16="http://schemas.microsoft.com/office/drawing/2014/main" id="{73F9675C-5992-B8F7-CA93-A23012B06F65}"/>
              </a:ext>
            </a:extLst>
          </p:cNvPr>
          <p:cNvSpPr txBox="1"/>
          <p:nvPr/>
        </p:nvSpPr>
        <p:spPr>
          <a:xfrm>
            <a:off x="3827321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I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8" name="ir_core_title">
            <a:extLst>
              <a:ext uri="{FF2B5EF4-FFF2-40B4-BE49-F238E27FC236}">
                <a16:creationId xmlns:a16="http://schemas.microsoft.com/office/drawing/2014/main" id="{65025D87-F364-6BDD-0D11-2972A88985E7}"/>
              </a:ext>
            </a:extLst>
          </p:cNvPr>
          <p:cNvSpPr txBox="1"/>
          <p:nvPr/>
        </p:nvSpPr>
        <p:spPr>
          <a:xfrm>
            <a:off x="4162593" y="2294121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Slide Element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9" name="ir_core_line_0">
            <a:extLst>
              <a:ext uri="{FF2B5EF4-FFF2-40B4-BE49-F238E27FC236}">
                <a16:creationId xmlns:a16="http://schemas.microsoft.com/office/drawing/2014/main" id="{9D9625DB-6E4E-1BA9-8E84-D986BC43978B}"/>
              </a:ext>
            </a:extLst>
          </p:cNvPr>
          <p:cNvSpPr txBox="1"/>
          <p:nvPr/>
        </p:nvSpPr>
        <p:spPr>
          <a:xfrm>
            <a:off x="3944884" y="2634314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semantic blocks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0" name="ir_core_line_1">
            <a:extLst>
              <a:ext uri="{FF2B5EF4-FFF2-40B4-BE49-F238E27FC236}">
                <a16:creationId xmlns:a16="http://schemas.microsoft.com/office/drawing/2014/main" id="{E01882F5-4742-881E-433F-4F8C0D549064}"/>
              </a:ext>
            </a:extLst>
          </p:cNvPr>
          <p:cNvSpPr txBox="1"/>
          <p:nvPr/>
        </p:nvSpPr>
        <p:spPr>
          <a:xfrm>
            <a:off x="3944884" y="2800049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graph kept whole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asoning_card">
            <a:extLst>
              <a:ext uri="{FF2B5EF4-FFF2-40B4-BE49-F238E27FC236}">
                <a16:creationId xmlns:a16="http://schemas.microsoft.com/office/drawing/2014/main" id="{3F78DFD8-DE83-5DF4-CCA8-D763BBE16B58}"/>
              </a:ext>
            </a:extLst>
          </p:cNvPr>
          <p:cNvSpPr/>
          <p:nvPr/>
        </p:nvSpPr>
        <p:spPr>
          <a:xfrm>
            <a:off x="3657509" y="3489158"/>
            <a:ext cx="1915838" cy="1395663"/>
          </a:xfrm>
          <a:prstGeom prst="roundRect">
            <a:avLst>
              <a:gd name="adj" fmla="val 9983"/>
            </a:avLst>
          </a:prstGeom>
          <a:solidFill>
            <a:srgbClr val="FFFFFF"/>
          </a:solidFill>
          <a:ln w="12627">
            <a:solidFill>
              <a:srgbClr val="E4BF75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reasoning_icon_dot">
            <a:extLst>
              <a:ext uri="{FF2B5EF4-FFF2-40B4-BE49-F238E27FC236}">
                <a16:creationId xmlns:a16="http://schemas.microsoft.com/office/drawing/2014/main" id="{554A17DC-BB96-A4F4-267C-F90117173A6B}"/>
              </a:ext>
            </a:extLst>
          </p:cNvPr>
          <p:cNvSpPr/>
          <p:nvPr/>
        </p:nvSpPr>
        <p:spPr>
          <a:xfrm>
            <a:off x="3827321" y="3711592"/>
            <a:ext cx="217709" cy="218072"/>
          </a:xfrm>
          <a:prstGeom prst="ellipse">
            <a:avLst/>
          </a:prstGeom>
          <a:solidFill>
            <a:srgbClr val="E9B44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asoning_icon_label">
            <a:extLst>
              <a:ext uri="{FF2B5EF4-FFF2-40B4-BE49-F238E27FC236}">
                <a16:creationId xmlns:a16="http://schemas.microsoft.com/office/drawing/2014/main" id="{AFAC66E8-E253-5604-D409-838675E85E8E}"/>
              </a:ext>
            </a:extLst>
          </p:cNvPr>
          <p:cNvSpPr txBox="1"/>
          <p:nvPr/>
        </p:nvSpPr>
        <p:spPr>
          <a:xfrm>
            <a:off x="3827321" y="3711592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H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4" name="reasoning_title">
            <a:extLst>
              <a:ext uri="{FF2B5EF4-FFF2-40B4-BE49-F238E27FC236}">
                <a16:creationId xmlns:a16="http://schemas.microsoft.com/office/drawing/2014/main" id="{487EF316-7A19-54B5-3C5F-594B929CB220}"/>
              </a:ext>
            </a:extLst>
          </p:cNvPr>
          <p:cNvSpPr txBox="1"/>
          <p:nvPr/>
        </p:nvSpPr>
        <p:spPr>
          <a:xfrm>
            <a:off x="4162593" y="370723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Hint Packet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65" name="reasoning_line_0">
            <a:extLst>
              <a:ext uri="{FF2B5EF4-FFF2-40B4-BE49-F238E27FC236}">
                <a16:creationId xmlns:a16="http://schemas.microsoft.com/office/drawing/2014/main" id="{6AC4823F-422E-C398-B16E-0418DA4A8F6F}"/>
              </a:ext>
            </a:extLst>
          </p:cNvPr>
          <p:cNvSpPr txBox="1"/>
          <p:nvPr/>
        </p:nvSpPr>
        <p:spPr>
          <a:xfrm>
            <a:off x="3944884" y="4047423"/>
            <a:ext cx="1506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intent + importance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66" name="reasoning_guard">
            <a:extLst>
              <a:ext uri="{FF2B5EF4-FFF2-40B4-BE49-F238E27FC236}">
                <a16:creationId xmlns:a16="http://schemas.microsoft.com/office/drawing/2014/main" id="{C0D81ADC-DC35-F98D-D6F8-8D62D75FB5A6}"/>
              </a:ext>
            </a:extLst>
          </p:cNvPr>
          <p:cNvSpPr/>
          <p:nvPr/>
        </p:nvSpPr>
        <p:spPr>
          <a:xfrm>
            <a:off x="3901342" y="4309110"/>
            <a:ext cx="1428171" cy="314024"/>
          </a:xfrm>
          <a:prstGeom prst="roundRect">
            <a:avLst>
              <a:gd name="adj" fmla="val 44370"/>
            </a:avLst>
          </a:prstGeom>
          <a:solidFill>
            <a:srgbClr val="FFF7E6"/>
          </a:solidFill>
          <a:ln w="12627">
            <a:solidFill>
              <a:srgbClr val="E9B44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reasoning_guard_text">
            <a:extLst>
              <a:ext uri="{FF2B5EF4-FFF2-40B4-BE49-F238E27FC236}">
                <a16:creationId xmlns:a16="http://schemas.microsoft.com/office/drawing/2014/main" id="{A58EA47E-025F-093F-F3AA-8B69F2B542D6}"/>
              </a:ext>
            </a:extLst>
          </p:cNvPr>
          <p:cNvSpPr txBox="1"/>
          <p:nvPr/>
        </p:nvSpPr>
        <p:spPr>
          <a:xfrm>
            <a:off x="3971009" y="4309110"/>
            <a:ext cx="1288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7C3D12"/>
                </a:solidFill>
                <a:latin typeface="Aptos" panose="020B0004020202020204" pitchFamily="34" charset="0"/>
              </a:rPr>
              <a:t>hints only</a:t>
            </a:r>
            <a:endParaRPr lang="ko-KR" altLang="en-US" sz="980" b="1">
              <a:solidFill>
                <a:srgbClr val="7C3D12"/>
              </a:solidFill>
              <a:latin typeface="Aptos" panose="020B0004020202020204" pitchFamily="34" charset="0"/>
            </a:endParaRPr>
          </a:p>
        </p:txBody>
      </p:sp>
      <p:sp>
        <p:nvSpPr>
          <p:cNvPr id="68" name="reasoning_limit">
            <a:extLst>
              <a:ext uri="{FF2B5EF4-FFF2-40B4-BE49-F238E27FC236}">
                <a16:creationId xmlns:a16="http://schemas.microsoft.com/office/drawing/2014/main" id="{7B5E9F9F-AD38-7C28-A3DE-96AFFC7B4C4A}"/>
              </a:ext>
            </a:extLst>
          </p:cNvPr>
          <p:cNvSpPr txBox="1"/>
          <p:nvPr/>
        </p:nvSpPr>
        <p:spPr>
          <a:xfrm>
            <a:off x="3875217" y="4570797"/>
            <a:ext cx="148042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64748B"/>
                </a:solidFill>
                <a:latin typeface="Aptos" panose="020B0004020202020204" pitchFamily="34" charset="0"/>
              </a:rPr>
              <a:t>no coords/styles</a:t>
            </a:r>
            <a:endParaRPr lang="ko-KR" altLang="en-US" sz="980" b="1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69" name="rule_engine_card">
            <a:extLst>
              <a:ext uri="{FF2B5EF4-FFF2-40B4-BE49-F238E27FC236}">
                <a16:creationId xmlns:a16="http://schemas.microsoft.com/office/drawing/2014/main" id="{B0394AF3-5D8B-A06D-C684-E249587DAED4}"/>
              </a:ext>
            </a:extLst>
          </p:cNvPr>
          <p:cNvSpPr/>
          <p:nvPr/>
        </p:nvSpPr>
        <p:spPr>
          <a:xfrm>
            <a:off x="6226473" y="2185085"/>
            <a:ext cx="3222091" cy="697832"/>
          </a:xfrm>
          <a:prstGeom prst="roundRect">
            <a:avLst>
              <a:gd name="adj" fmla="val 19967"/>
            </a:avLst>
          </a:prstGeom>
          <a:solidFill>
            <a:srgbClr val="DCFCE7"/>
          </a:solidFill>
          <a:ln w="12627">
            <a:solidFill>
              <a:srgbClr val="7CC7BA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rule_engine_title">
            <a:extLst>
              <a:ext uri="{FF2B5EF4-FFF2-40B4-BE49-F238E27FC236}">
                <a16:creationId xmlns:a16="http://schemas.microsoft.com/office/drawing/2014/main" id="{19E33451-E463-295B-C43A-4E7DC3CCBF20}"/>
              </a:ext>
            </a:extLst>
          </p:cNvPr>
          <p:cNvSpPr txBox="1"/>
          <p:nvPr/>
        </p:nvSpPr>
        <p:spPr>
          <a:xfrm>
            <a:off x="6487723" y="2307206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4532D"/>
                </a:solidFill>
                <a:latin typeface="Aptos" panose="020B0004020202020204" pitchFamily="34" charset="0"/>
              </a:rPr>
              <a:t>Rule Engine Boundary</a:t>
            </a:r>
            <a:endParaRPr lang="ko-KR" altLang="en-US" sz="1241" b="1">
              <a:solidFill>
                <a:srgbClr val="14532D"/>
              </a:solidFill>
              <a:latin typeface="Aptos" panose="020B0004020202020204" pitchFamily="34" charset="0"/>
            </a:endParaRPr>
          </a:p>
        </p:txBody>
      </p:sp>
      <p:sp>
        <p:nvSpPr>
          <p:cNvPr id="71" name="rule_engine_body">
            <a:extLst>
              <a:ext uri="{FF2B5EF4-FFF2-40B4-BE49-F238E27FC236}">
                <a16:creationId xmlns:a16="http://schemas.microsoft.com/office/drawing/2014/main" id="{9A1C93FC-17E6-82D3-9265-898BC89EC5C9}"/>
              </a:ext>
            </a:extLst>
          </p:cNvPr>
          <p:cNvSpPr txBox="1"/>
          <p:nvPr/>
        </p:nvSpPr>
        <p:spPr>
          <a:xfrm>
            <a:off x="6487723" y="2577615"/>
            <a:ext cx="2699590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166534"/>
                </a:solidFill>
                <a:latin typeface="Aptos" panose="020B0004020202020204" pitchFamily="34" charset="0"/>
              </a:rPr>
              <a:t>recipes, colors, z-order</a:t>
            </a:r>
            <a:endParaRPr lang="ko-KR" altLang="en-US" sz="1022">
              <a:solidFill>
                <a:srgbClr val="166534"/>
              </a:solidFill>
              <a:latin typeface="Aptos" panose="020B0004020202020204" pitchFamily="34" charset="0"/>
            </a:endParaRPr>
          </a:p>
        </p:txBody>
      </p:sp>
      <p:sp>
        <p:nvSpPr>
          <p:cNvPr id="72" name="features_card">
            <a:extLst>
              <a:ext uri="{FF2B5EF4-FFF2-40B4-BE49-F238E27FC236}">
                <a16:creationId xmlns:a16="http://schemas.microsoft.com/office/drawing/2014/main" id="{FB7BA22B-A065-2685-ACFA-A8F7660E1B95}"/>
              </a:ext>
            </a:extLst>
          </p:cNvPr>
          <p:cNvSpPr/>
          <p:nvPr/>
        </p:nvSpPr>
        <p:spPr>
          <a:xfrm>
            <a:off x="6061014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features_icon_dot">
            <a:extLst>
              <a:ext uri="{FF2B5EF4-FFF2-40B4-BE49-F238E27FC236}">
                <a16:creationId xmlns:a16="http://schemas.microsoft.com/office/drawing/2014/main" id="{C91FB2D4-E98D-F034-A436-3A06146CE474}"/>
              </a:ext>
            </a:extLst>
          </p:cNvPr>
          <p:cNvSpPr/>
          <p:nvPr/>
        </p:nvSpPr>
        <p:spPr>
          <a:xfrm>
            <a:off x="6182931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features_icon_label">
            <a:extLst>
              <a:ext uri="{FF2B5EF4-FFF2-40B4-BE49-F238E27FC236}">
                <a16:creationId xmlns:a16="http://schemas.microsoft.com/office/drawing/2014/main" id="{57D8FDC3-B1E7-0791-A018-85C044D7AB5C}"/>
              </a:ext>
            </a:extLst>
          </p:cNvPr>
          <p:cNvSpPr txBox="1"/>
          <p:nvPr/>
        </p:nvSpPr>
        <p:spPr>
          <a:xfrm>
            <a:off x="6182931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F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5" name="features_title">
            <a:extLst>
              <a:ext uri="{FF2B5EF4-FFF2-40B4-BE49-F238E27FC236}">
                <a16:creationId xmlns:a16="http://schemas.microsoft.com/office/drawing/2014/main" id="{4BC342DC-EF1B-E1AC-69EC-DCA55F380E69}"/>
              </a:ext>
            </a:extLst>
          </p:cNvPr>
          <p:cNvSpPr txBox="1"/>
          <p:nvPr/>
        </p:nvSpPr>
        <p:spPr>
          <a:xfrm>
            <a:off x="6452890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Features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76" name="features_line_0">
            <a:extLst>
              <a:ext uri="{FF2B5EF4-FFF2-40B4-BE49-F238E27FC236}">
                <a16:creationId xmlns:a16="http://schemas.microsoft.com/office/drawing/2014/main" id="{8A6839CE-0F4A-653E-9722-2CEBFE3734B6}"/>
              </a:ext>
            </a:extLst>
          </p:cNvPr>
          <p:cNvSpPr txBox="1"/>
          <p:nvPr/>
        </p:nvSpPr>
        <p:spPr>
          <a:xfrm>
            <a:off x="6261306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density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7" name="features_line_1">
            <a:extLst>
              <a:ext uri="{FF2B5EF4-FFF2-40B4-BE49-F238E27FC236}">
                <a16:creationId xmlns:a16="http://schemas.microsoft.com/office/drawing/2014/main" id="{57A57BC1-273F-9482-B3A9-4E39AE868213}"/>
              </a:ext>
            </a:extLst>
          </p:cNvPr>
          <p:cNvSpPr txBox="1"/>
          <p:nvPr/>
        </p:nvSpPr>
        <p:spPr>
          <a:xfrm>
            <a:off x="6261306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size risk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78" name="recipes_card">
            <a:extLst>
              <a:ext uri="{FF2B5EF4-FFF2-40B4-BE49-F238E27FC236}">
                <a16:creationId xmlns:a16="http://schemas.microsoft.com/office/drawing/2014/main" id="{61A7B2C5-3602-44D5-C9C9-BA7959DB0350}"/>
              </a:ext>
            </a:extLst>
          </p:cNvPr>
          <p:cNvSpPr/>
          <p:nvPr/>
        </p:nvSpPr>
        <p:spPr>
          <a:xfrm>
            <a:off x="7297600" y="305301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ecipes_icon_dot">
            <a:extLst>
              <a:ext uri="{FF2B5EF4-FFF2-40B4-BE49-F238E27FC236}">
                <a16:creationId xmlns:a16="http://schemas.microsoft.com/office/drawing/2014/main" id="{089B76B4-C689-983A-FB8E-C5965200D669}"/>
              </a:ext>
            </a:extLst>
          </p:cNvPr>
          <p:cNvSpPr/>
          <p:nvPr/>
        </p:nvSpPr>
        <p:spPr>
          <a:xfrm>
            <a:off x="7419518" y="325364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ipes_icon_label">
            <a:extLst>
              <a:ext uri="{FF2B5EF4-FFF2-40B4-BE49-F238E27FC236}">
                <a16:creationId xmlns:a16="http://schemas.microsoft.com/office/drawing/2014/main" id="{97C18FAE-8D18-39F3-47F1-33365CC15BC6}"/>
              </a:ext>
            </a:extLst>
          </p:cNvPr>
          <p:cNvSpPr txBox="1"/>
          <p:nvPr/>
        </p:nvSpPr>
        <p:spPr>
          <a:xfrm>
            <a:off x="7419518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1" name="recipes_title">
            <a:extLst>
              <a:ext uri="{FF2B5EF4-FFF2-40B4-BE49-F238E27FC236}">
                <a16:creationId xmlns:a16="http://schemas.microsoft.com/office/drawing/2014/main" id="{931657E4-C68B-A208-78CE-7F86BB240B21}"/>
              </a:ext>
            </a:extLst>
          </p:cNvPr>
          <p:cNvSpPr txBox="1"/>
          <p:nvPr/>
        </p:nvSpPr>
        <p:spPr>
          <a:xfrm>
            <a:off x="7689476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Recipes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2" name="recipes_line_0">
            <a:extLst>
              <a:ext uri="{FF2B5EF4-FFF2-40B4-BE49-F238E27FC236}">
                <a16:creationId xmlns:a16="http://schemas.microsoft.com/office/drawing/2014/main" id="{9049DD6E-9415-1F36-5BA5-F2FDA129B374}"/>
              </a:ext>
            </a:extLst>
          </p:cNvPr>
          <p:cNvSpPr txBox="1"/>
          <p:nvPr/>
        </p:nvSpPr>
        <p:spPr>
          <a:xfrm>
            <a:off x="7497893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profile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3" name="recipes_line_1">
            <a:extLst>
              <a:ext uri="{FF2B5EF4-FFF2-40B4-BE49-F238E27FC236}">
                <a16:creationId xmlns:a16="http://schemas.microsoft.com/office/drawing/2014/main" id="{607DA9AE-F76A-7E67-4BBA-17A590F9328E}"/>
              </a:ext>
            </a:extLst>
          </p:cNvPr>
          <p:cNvSpPr txBox="1"/>
          <p:nvPr/>
        </p:nvSpPr>
        <p:spPr>
          <a:xfrm>
            <a:off x="7497893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variant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4" name="theme_card">
            <a:extLst>
              <a:ext uri="{FF2B5EF4-FFF2-40B4-BE49-F238E27FC236}">
                <a16:creationId xmlns:a16="http://schemas.microsoft.com/office/drawing/2014/main" id="{809F5DD8-B123-9761-1705-57D3C07E0224}"/>
              </a:ext>
            </a:extLst>
          </p:cNvPr>
          <p:cNvSpPr/>
          <p:nvPr/>
        </p:nvSpPr>
        <p:spPr>
          <a:xfrm>
            <a:off x="8534187" y="305301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heme_icon_dot">
            <a:extLst>
              <a:ext uri="{FF2B5EF4-FFF2-40B4-BE49-F238E27FC236}">
                <a16:creationId xmlns:a16="http://schemas.microsoft.com/office/drawing/2014/main" id="{8603C132-C629-879B-4EBC-E7F912067D24}"/>
              </a:ext>
            </a:extLst>
          </p:cNvPr>
          <p:cNvSpPr/>
          <p:nvPr/>
        </p:nvSpPr>
        <p:spPr>
          <a:xfrm>
            <a:off x="8656103" y="325364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heme_icon_label">
            <a:extLst>
              <a:ext uri="{FF2B5EF4-FFF2-40B4-BE49-F238E27FC236}">
                <a16:creationId xmlns:a16="http://schemas.microsoft.com/office/drawing/2014/main" id="{AE14F092-1B5C-7638-3941-28A0C7CDEC80}"/>
              </a:ext>
            </a:extLst>
          </p:cNvPr>
          <p:cNvSpPr txBox="1"/>
          <p:nvPr/>
        </p:nvSpPr>
        <p:spPr>
          <a:xfrm>
            <a:off x="8656103" y="325364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T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7" name="theme_title">
            <a:extLst>
              <a:ext uri="{FF2B5EF4-FFF2-40B4-BE49-F238E27FC236}">
                <a16:creationId xmlns:a16="http://schemas.microsoft.com/office/drawing/2014/main" id="{FC8D6B82-6C32-D846-90BA-C61FD32833FB}"/>
              </a:ext>
            </a:extLst>
          </p:cNvPr>
          <p:cNvSpPr txBox="1"/>
          <p:nvPr/>
        </p:nvSpPr>
        <p:spPr>
          <a:xfrm>
            <a:off x="8926063" y="321874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Theme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88" name="theme_line_0">
            <a:extLst>
              <a:ext uri="{FF2B5EF4-FFF2-40B4-BE49-F238E27FC236}">
                <a16:creationId xmlns:a16="http://schemas.microsoft.com/office/drawing/2014/main" id="{0DE6E92D-3058-D8A0-9131-6405981E4A43}"/>
              </a:ext>
            </a:extLst>
          </p:cNvPr>
          <p:cNvSpPr txBox="1"/>
          <p:nvPr/>
        </p:nvSpPr>
        <p:spPr>
          <a:xfrm>
            <a:off x="8734478" y="355894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harmony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89" name="theme_line_1">
            <a:extLst>
              <a:ext uri="{FF2B5EF4-FFF2-40B4-BE49-F238E27FC236}">
                <a16:creationId xmlns:a16="http://schemas.microsoft.com/office/drawing/2014/main" id="{9D799DE0-C6CA-67A3-BB26-DA1E180F9A36}"/>
              </a:ext>
            </a:extLst>
          </p:cNvPr>
          <p:cNvSpPr txBox="1"/>
          <p:nvPr/>
        </p:nvSpPr>
        <p:spPr>
          <a:xfrm>
            <a:off x="8734478" y="373339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PPT accents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0" name="compose_card">
            <a:extLst>
              <a:ext uri="{FF2B5EF4-FFF2-40B4-BE49-F238E27FC236}">
                <a16:creationId xmlns:a16="http://schemas.microsoft.com/office/drawing/2014/main" id="{F87CA34C-B5DF-5BAD-06C4-C3F5C66DF519}"/>
              </a:ext>
            </a:extLst>
          </p:cNvPr>
          <p:cNvSpPr/>
          <p:nvPr/>
        </p:nvSpPr>
        <p:spPr>
          <a:xfrm>
            <a:off x="6061014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compose_icon_dot">
            <a:extLst>
              <a:ext uri="{FF2B5EF4-FFF2-40B4-BE49-F238E27FC236}">
                <a16:creationId xmlns:a16="http://schemas.microsoft.com/office/drawing/2014/main" id="{CB9483C5-70D8-FC8D-9F79-1B70970D275E}"/>
              </a:ext>
            </a:extLst>
          </p:cNvPr>
          <p:cNvSpPr/>
          <p:nvPr/>
        </p:nvSpPr>
        <p:spPr>
          <a:xfrm>
            <a:off x="6182931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compose_icon_label">
            <a:extLst>
              <a:ext uri="{FF2B5EF4-FFF2-40B4-BE49-F238E27FC236}">
                <a16:creationId xmlns:a16="http://schemas.microsoft.com/office/drawing/2014/main" id="{75A18E84-E69A-63D4-8985-F2B0D93B6F4E}"/>
              </a:ext>
            </a:extLst>
          </p:cNvPr>
          <p:cNvSpPr txBox="1"/>
          <p:nvPr/>
        </p:nvSpPr>
        <p:spPr>
          <a:xfrm>
            <a:off x="6182931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C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3" name="compose_title">
            <a:extLst>
              <a:ext uri="{FF2B5EF4-FFF2-40B4-BE49-F238E27FC236}">
                <a16:creationId xmlns:a16="http://schemas.microsoft.com/office/drawing/2014/main" id="{4E1D927C-CB95-D607-205E-19C612B37BFA}"/>
              </a:ext>
            </a:extLst>
          </p:cNvPr>
          <p:cNvSpPr txBox="1"/>
          <p:nvPr/>
        </p:nvSpPr>
        <p:spPr>
          <a:xfrm>
            <a:off x="6452890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Compose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94" name="compose_line_0">
            <a:extLst>
              <a:ext uri="{FF2B5EF4-FFF2-40B4-BE49-F238E27FC236}">
                <a16:creationId xmlns:a16="http://schemas.microsoft.com/office/drawing/2014/main" id="{A68C9AEB-4D9B-E974-9696-4885972AC608}"/>
              </a:ext>
            </a:extLst>
          </p:cNvPr>
          <p:cNvSpPr txBox="1"/>
          <p:nvPr/>
        </p:nvSpPr>
        <p:spPr>
          <a:xfrm>
            <a:off x="6261306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regions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5" name="compose_line_1">
            <a:extLst>
              <a:ext uri="{FF2B5EF4-FFF2-40B4-BE49-F238E27FC236}">
                <a16:creationId xmlns:a16="http://schemas.microsoft.com/office/drawing/2014/main" id="{B8876CEE-1640-C4D7-E00C-577445BC05E3}"/>
              </a:ext>
            </a:extLst>
          </p:cNvPr>
          <p:cNvSpPr txBox="1"/>
          <p:nvPr/>
        </p:nvSpPr>
        <p:spPr>
          <a:xfrm>
            <a:off x="6261306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overflow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96" name="objects_card">
            <a:extLst>
              <a:ext uri="{FF2B5EF4-FFF2-40B4-BE49-F238E27FC236}">
                <a16:creationId xmlns:a16="http://schemas.microsoft.com/office/drawing/2014/main" id="{264BA856-E567-D162-D3BB-0F55DC796523}"/>
              </a:ext>
            </a:extLst>
          </p:cNvPr>
          <p:cNvSpPr/>
          <p:nvPr/>
        </p:nvSpPr>
        <p:spPr>
          <a:xfrm>
            <a:off x="7297600" y="4047423"/>
            <a:ext cx="1079836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bjects_icon_dot">
            <a:extLst>
              <a:ext uri="{FF2B5EF4-FFF2-40B4-BE49-F238E27FC236}">
                <a16:creationId xmlns:a16="http://schemas.microsoft.com/office/drawing/2014/main" id="{90D66807-60AA-ADF8-5870-F9D371637A36}"/>
              </a:ext>
            </a:extLst>
          </p:cNvPr>
          <p:cNvSpPr/>
          <p:nvPr/>
        </p:nvSpPr>
        <p:spPr>
          <a:xfrm>
            <a:off x="7419518" y="4248050"/>
            <a:ext cx="156750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objects_icon_label">
            <a:extLst>
              <a:ext uri="{FF2B5EF4-FFF2-40B4-BE49-F238E27FC236}">
                <a16:creationId xmlns:a16="http://schemas.microsoft.com/office/drawing/2014/main" id="{F362FAF9-058E-7FA8-3D2A-FFF3563419D5}"/>
              </a:ext>
            </a:extLst>
          </p:cNvPr>
          <p:cNvSpPr txBox="1"/>
          <p:nvPr/>
        </p:nvSpPr>
        <p:spPr>
          <a:xfrm>
            <a:off x="7419518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O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9" name="objects_title">
            <a:extLst>
              <a:ext uri="{FF2B5EF4-FFF2-40B4-BE49-F238E27FC236}">
                <a16:creationId xmlns:a16="http://schemas.microsoft.com/office/drawing/2014/main" id="{6C1A9AFD-E280-FE33-D3B0-12E08DF895FE}"/>
              </a:ext>
            </a:extLst>
          </p:cNvPr>
          <p:cNvSpPr txBox="1"/>
          <p:nvPr/>
        </p:nvSpPr>
        <p:spPr>
          <a:xfrm>
            <a:off x="7689476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Objects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0" name="objects_line_0">
            <a:extLst>
              <a:ext uri="{FF2B5EF4-FFF2-40B4-BE49-F238E27FC236}">
                <a16:creationId xmlns:a16="http://schemas.microsoft.com/office/drawing/2014/main" id="{F913BBEB-8DD4-94CC-65D0-5E41EB5D497E}"/>
              </a:ext>
            </a:extLst>
          </p:cNvPr>
          <p:cNvSpPr txBox="1"/>
          <p:nvPr/>
        </p:nvSpPr>
        <p:spPr>
          <a:xfrm>
            <a:off x="7497893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charts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1" name="objects_line_1">
            <a:extLst>
              <a:ext uri="{FF2B5EF4-FFF2-40B4-BE49-F238E27FC236}">
                <a16:creationId xmlns:a16="http://schemas.microsoft.com/office/drawing/2014/main" id="{2F97EFAD-39DE-D982-66E8-0543850BC361}"/>
              </a:ext>
            </a:extLst>
          </p:cNvPr>
          <p:cNvSpPr txBox="1"/>
          <p:nvPr/>
        </p:nvSpPr>
        <p:spPr>
          <a:xfrm>
            <a:off x="7497893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icons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2" name="decorate_card">
            <a:extLst>
              <a:ext uri="{FF2B5EF4-FFF2-40B4-BE49-F238E27FC236}">
                <a16:creationId xmlns:a16="http://schemas.microsoft.com/office/drawing/2014/main" id="{364581D2-6B54-0748-7DED-BDEA2AE5216A}"/>
              </a:ext>
            </a:extLst>
          </p:cNvPr>
          <p:cNvSpPr/>
          <p:nvPr/>
        </p:nvSpPr>
        <p:spPr>
          <a:xfrm>
            <a:off x="8534187" y="4047423"/>
            <a:ext cx="1079835" cy="889735"/>
          </a:xfrm>
          <a:prstGeom prst="roundRect">
            <a:avLst>
              <a:gd name="adj" fmla="val 15660"/>
            </a:avLst>
          </a:prstGeom>
          <a:solidFill>
            <a:srgbClr val="F8FAFC"/>
          </a:solidFill>
          <a:ln w="12627">
            <a:solidFill>
              <a:srgbClr val="BBF7D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decorate_icon_dot">
            <a:extLst>
              <a:ext uri="{FF2B5EF4-FFF2-40B4-BE49-F238E27FC236}">
                <a16:creationId xmlns:a16="http://schemas.microsoft.com/office/drawing/2014/main" id="{34711A12-AD4C-D023-099A-85CFAE2426A2}"/>
              </a:ext>
            </a:extLst>
          </p:cNvPr>
          <p:cNvSpPr/>
          <p:nvPr/>
        </p:nvSpPr>
        <p:spPr>
          <a:xfrm>
            <a:off x="8656103" y="4248050"/>
            <a:ext cx="156751" cy="157012"/>
          </a:xfrm>
          <a:prstGeom prst="ellipse">
            <a:avLst/>
          </a:prstGeom>
          <a:solidFill>
            <a:srgbClr val="14B8A6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decorate_icon_label">
            <a:extLst>
              <a:ext uri="{FF2B5EF4-FFF2-40B4-BE49-F238E27FC236}">
                <a16:creationId xmlns:a16="http://schemas.microsoft.com/office/drawing/2014/main" id="{5BE4AF1E-BEA9-B1BC-9138-C8900F853C64}"/>
              </a:ext>
            </a:extLst>
          </p:cNvPr>
          <p:cNvSpPr txBox="1"/>
          <p:nvPr/>
        </p:nvSpPr>
        <p:spPr>
          <a:xfrm>
            <a:off x="8656103" y="4248050"/>
            <a:ext cx="15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D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5" name="decorate_title">
            <a:extLst>
              <a:ext uri="{FF2B5EF4-FFF2-40B4-BE49-F238E27FC236}">
                <a16:creationId xmlns:a16="http://schemas.microsoft.com/office/drawing/2014/main" id="{C3770C47-68AC-34CC-C538-34953564D6E3}"/>
              </a:ext>
            </a:extLst>
          </p:cNvPr>
          <p:cNvSpPr txBox="1"/>
          <p:nvPr/>
        </p:nvSpPr>
        <p:spPr>
          <a:xfrm>
            <a:off x="8926063" y="4213158"/>
            <a:ext cx="566043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80" b="1">
                <a:solidFill>
                  <a:srgbClr val="111827"/>
                </a:solidFill>
                <a:latin typeface="Aptos" panose="020B0004020202020204" pitchFamily="34" charset="0"/>
              </a:rPr>
              <a:t>Decorate</a:t>
            </a:r>
            <a:endParaRPr lang="ko-KR" altLang="en-US" sz="98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06" name="decorate_line_0">
            <a:extLst>
              <a:ext uri="{FF2B5EF4-FFF2-40B4-BE49-F238E27FC236}">
                <a16:creationId xmlns:a16="http://schemas.microsoft.com/office/drawing/2014/main" id="{1DE748D5-2C9D-D505-2238-DD98759325F6}"/>
              </a:ext>
            </a:extLst>
          </p:cNvPr>
          <p:cNvSpPr txBox="1"/>
          <p:nvPr/>
        </p:nvSpPr>
        <p:spPr>
          <a:xfrm>
            <a:off x="8734478" y="4553351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type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7" name="decorate_line_1">
            <a:extLst>
              <a:ext uri="{FF2B5EF4-FFF2-40B4-BE49-F238E27FC236}">
                <a16:creationId xmlns:a16="http://schemas.microsoft.com/office/drawing/2014/main" id="{B363EE3B-0992-2034-0593-5DA334A21BB4}"/>
              </a:ext>
            </a:extLst>
          </p:cNvPr>
          <p:cNvSpPr txBox="1"/>
          <p:nvPr/>
        </p:nvSpPr>
        <p:spPr>
          <a:xfrm>
            <a:off x="8734478" y="4727809"/>
            <a:ext cx="757627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980">
                <a:solidFill>
                  <a:srgbClr val="526071"/>
                </a:solidFill>
                <a:latin typeface="Aptos" panose="020B0004020202020204" pitchFamily="34" charset="0"/>
              </a:rPr>
              <a:t>effects</a:t>
            </a:r>
            <a:endParaRPr lang="ko-KR" altLang="en-US" sz="980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08" name="styled_ir_card">
            <a:extLst>
              <a:ext uri="{FF2B5EF4-FFF2-40B4-BE49-F238E27FC236}">
                <a16:creationId xmlns:a16="http://schemas.microsoft.com/office/drawing/2014/main" id="{11C2D0E8-1FC3-3AC0-7018-00169D3540CF}"/>
              </a:ext>
            </a:extLst>
          </p:cNvPr>
          <p:cNvSpPr/>
          <p:nvPr/>
        </p:nvSpPr>
        <p:spPr>
          <a:xfrm>
            <a:off x="10075566" y="207604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tyled_ir_icon_dot">
            <a:extLst>
              <a:ext uri="{FF2B5EF4-FFF2-40B4-BE49-F238E27FC236}">
                <a16:creationId xmlns:a16="http://schemas.microsoft.com/office/drawing/2014/main" id="{B8B930A7-6ED5-0474-95D8-08BD56C35CF1}"/>
              </a:ext>
            </a:extLst>
          </p:cNvPr>
          <p:cNvSpPr/>
          <p:nvPr/>
        </p:nvSpPr>
        <p:spPr>
          <a:xfrm>
            <a:off x="10245379" y="229848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styled_ir_icon_label">
            <a:extLst>
              <a:ext uri="{FF2B5EF4-FFF2-40B4-BE49-F238E27FC236}">
                <a16:creationId xmlns:a16="http://schemas.microsoft.com/office/drawing/2014/main" id="{22C85092-F6DF-70DE-BEA9-B7E06D6B19FC}"/>
              </a:ext>
            </a:extLst>
          </p:cNvPr>
          <p:cNvSpPr txBox="1"/>
          <p:nvPr/>
        </p:nvSpPr>
        <p:spPr>
          <a:xfrm>
            <a:off x="10245379" y="229848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1" name="styled_ir_title">
            <a:extLst>
              <a:ext uri="{FF2B5EF4-FFF2-40B4-BE49-F238E27FC236}">
                <a16:creationId xmlns:a16="http://schemas.microsoft.com/office/drawing/2014/main" id="{CD513EC3-CC10-89A3-D071-C93E1D267978}"/>
              </a:ext>
            </a:extLst>
          </p:cNvPr>
          <p:cNvSpPr txBox="1"/>
          <p:nvPr/>
        </p:nvSpPr>
        <p:spPr>
          <a:xfrm>
            <a:off x="10580650" y="229412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Styled Deck IR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2" name="styled_ir_line_0">
            <a:extLst>
              <a:ext uri="{FF2B5EF4-FFF2-40B4-BE49-F238E27FC236}">
                <a16:creationId xmlns:a16="http://schemas.microsoft.com/office/drawing/2014/main" id="{A3DB128E-25F6-F931-90A8-4647FA18AA63}"/>
              </a:ext>
            </a:extLst>
          </p:cNvPr>
          <p:cNvSpPr txBox="1"/>
          <p:nvPr/>
        </p:nvSpPr>
        <p:spPr>
          <a:xfrm>
            <a:off x="10362941" y="263431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renderer-neutral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3" name="styled_ir_line_1">
            <a:extLst>
              <a:ext uri="{FF2B5EF4-FFF2-40B4-BE49-F238E27FC236}">
                <a16:creationId xmlns:a16="http://schemas.microsoft.com/office/drawing/2014/main" id="{FA9E8C6A-DED0-E06E-F153-6BD3BCF6DF7F}"/>
              </a:ext>
            </a:extLst>
          </p:cNvPr>
          <p:cNvSpPr txBox="1"/>
          <p:nvPr/>
        </p:nvSpPr>
        <p:spPr>
          <a:xfrm>
            <a:off x="10362941" y="280004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coherent contract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4" name="renderers_card">
            <a:extLst>
              <a:ext uri="{FF2B5EF4-FFF2-40B4-BE49-F238E27FC236}">
                <a16:creationId xmlns:a16="http://schemas.microsoft.com/office/drawing/2014/main" id="{C4CC0BDB-5B38-DEA0-E9DF-1F19FCBC2A75}"/>
              </a:ext>
            </a:extLst>
          </p:cNvPr>
          <p:cNvSpPr/>
          <p:nvPr/>
        </p:nvSpPr>
        <p:spPr>
          <a:xfrm>
            <a:off x="10075566" y="3401929"/>
            <a:ext cx="1706837" cy="915904"/>
          </a:xfrm>
          <a:prstGeom prst="roundRect">
            <a:avLst>
              <a:gd name="adj" fmla="val 15213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renderers_icon_dot">
            <a:extLst>
              <a:ext uri="{FF2B5EF4-FFF2-40B4-BE49-F238E27FC236}">
                <a16:creationId xmlns:a16="http://schemas.microsoft.com/office/drawing/2014/main" id="{C8DF272C-AE4E-7D1D-D824-724640B12635}"/>
              </a:ext>
            </a:extLst>
          </p:cNvPr>
          <p:cNvSpPr/>
          <p:nvPr/>
        </p:nvSpPr>
        <p:spPr>
          <a:xfrm>
            <a:off x="10245379" y="3624363"/>
            <a:ext cx="217709" cy="218072"/>
          </a:xfrm>
          <a:prstGeom prst="ellipse">
            <a:avLst/>
          </a:prstGeom>
          <a:solidFill>
            <a:srgbClr val="818CF8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renderers_icon_label">
            <a:extLst>
              <a:ext uri="{FF2B5EF4-FFF2-40B4-BE49-F238E27FC236}">
                <a16:creationId xmlns:a16="http://schemas.microsoft.com/office/drawing/2014/main" id="{1ED35E4E-A494-5145-BD7E-57D6A6CFCE03}"/>
              </a:ext>
            </a:extLst>
          </p:cNvPr>
          <p:cNvSpPr txBox="1"/>
          <p:nvPr/>
        </p:nvSpPr>
        <p:spPr>
          <a:xfrm>
            <a:off x="10245379" y="3624363"/>
            <a:ext cx="217709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R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7" name="renderers_title">
            <a:extLst>
              <a:ext uri="{FF2B5EF4-FFF2-40B4-BE49-F238E27FC236}">
                <a16:creationId xmlns:a16="http://schemas.microsoft.com/office/drawing/2014/main" id="{93693208-2F22-7316-C8E6-320B7103AB98}"/>
              </a:ext>
            </a:extLst>
          </p:cNvPr>
          <p:cNvSpPr txBox="1"/>
          <p:nvPr/>
        </p:nvSpPr>
        <p:spPr>
          <a:xfrm>
            <a:off x="10580650" y="3620001"/>
            <a:ext cx="1079836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95" b="1">
                <a:solidFill>
                  <a:srgbClr val="111827"/>
                </a:solidFill>
                <a:latin typeface="Aptos" panose="020B0004020202020204" pitchFamily="34" charset="0"/>
              </a:rPr>
              <a:t>Renderers</a:t>
            </a:r>
            <a:endParaRPr lang="ko-KR" altLang="en-US" sz="1095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18" name="renderers_line_0">
            <a:extLst>
              <a:ext uri="{FF2B5EF4-FFF2-40B4-BE49-F238E27FC236}">
                <a16:creationId xmlns:a16="http://schemas.microsoft.com/office/drawing/2014/main" id="{508B74AE-F450-E102-7BC5-309792038F1E}"/>
              </a:ext>
            </a:extLst>
          </p:cNvPr>
          <p:cNvSpPr txBox="1"/>
          <p:nvPr/>
        </p:nvSpPr>
        <p:spPr>
          <a:xfrm>
            <a:off x="10362941" y="3960194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editable PPTX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19" name="renderers_line_1">
            <a:extLst>
              <a:ext uri="{FF2B5EF4-FFF2-40B4-BE49-F238E27FC236}">
                <a16:creationId xmlns:a16="http://schemas.microsoft.com/office/drawing/2014/main" id="{B240AF80-D133-8B13-DDC5-7285E9F1C0F8}"/>
              </a:ext>
            </a:extLst>
          </p:cNvPr>
          <p:cNvSpPr txBox="1"/>
          <p:nvPr/>
        </p:nvSpPr>
        <p:spPr>
          <a:xfrm>
            <a:off x="10362941" y="4125929"/>
            <a:ext cx="12975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t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HTML / PDF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  <p:sp>
        <p:nvSpPr>
          <p:cNvPr id="120" name="visual_check">
            <a:extLst>
              <a:ext uri="{FF2B5EF4-FFF2-40B4-BE49-F238E27FC236}">
                <a16:creationId xmlns:a16="http://schemas.microsoft.com/office/drawing/2014/main" id="{84F1FF14-588D-2971-C080-55B56495F2A0}"/>
              </a:ext>
            </a:extLst>
          </p:cNvPr>
          <p:cNvSpPr/>
          <p:nvPr/>
        </p:nvSpPr>
        <p:spPr>
          <a:xfrm>
            <a:off x="10075566" y="4413785"/>
            <a:ext cx="1706837" cy="523373"/>
          </a:xfrm>
          <a:prstGeom prst="roundRect">
            <a:avLst>
              <a:gd name="adj" fmla="val 26622"/>
            </a:avLst>
          </a:prstGeom>
          <a:solidFill>
            <a:srgbClr val="FFF1F2"/>
          </a:solidFill>
          <a:ln w="12627">
            <a:solidFill>
              <a:srgbClr val="BE123C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visual_check_stripe">
            <a:extLst>
              <a:ext uri="{FF2B5EF4-FFF2-40B4-BE49-F238E27FC236}">
                <a16:creationId xmlns:a16="http://schemas.microsoft.com/office/drawing/2014/main" id="{D949E05C-D844-E600-9352-56BE9338F038}"/>
              </a:ext>
            </a:extLst>
          </p:cNvPr>
          <p:cNvSpPr/>
          <p:nvPr/>
        </p:nvSpPr>
        <p:spPr>
          <a:xfrm>
            <a:off x="10075566" y="4501014"/>
            <a:ext cx="56604" cy="348916"/>
          </a:xfrm>
          <a:prstGeom prst="roundRect">
            <a:avLst/>
          </a:prstGeom>
          <a:solidFill>
            <a:srgbClr val="BE123C"/>
          </a:solidFill>
          <a:ln w="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visual_check_seal_icon_dot">
            <a:extLst>
              <a:ext uri="{FF2B5EF4-FFF2-40B4-BE49-F238E27FC236}">
                <a16:creationId xmlns:a16="http://schemas.microsoft.com/office/drawing/2014/main" id="{24179B16-512F-19EB-183A-B6ABC9F24F7D}"/>
              </a:ext>
            </a:extLst>
          </p:cNvPr>
          <p:cNvSpPr/>
          <p:nvPr/>
        </p:nvSpPr>
        <p:spPr>
          <a:xfrm>
            <a:off x="10171357" y="4527182"/>
            <a:ext cx="296085" cy="296579"/>
          </a:xfrm>
          <a:prstGeom prst="ellipse">
            <a:avLst/>
          </a:prstGeom>
          <a:solidFill>
            <a:srgbClr val="BE123C"/>
          </a:solidFill>
          <a:ln w="8708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visual_check_seal_icon_label">
            <a:extLst>
              <a:ext uri="{FF2B5EF4-FFF2-40B4-BE49-F238E27FC236}">
                <a16:creationId xmlns:a16="http://schemas.microsoft.com/office/drawing/2014/main" id="{C245C93B-E8FC-56D3-58DA-43966229AF25}"/>
              </a:ext>
            </a:extLst>
          </p:cNvPr>
          <p:cNvSpPr txBox="1"/>
          <p:nvPr/>
        </p:nvSpPr>
        <p:spPr>
          <a:xfrm>
            <a:off x="10171357" y="4527182"/>
            <a:ext cx="296084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80" b="1">
                <a:solidFill>
                  <a:srgbClr val="FFFFFF"/>
                </a:solidFill>
                <a:latin typeface="Aptos" panose="020B0004020202020204" pitchFamily="34" charset="0"/>
              </a:rPr>
              <a:t>V</a:t>
            </a:r>
            <a:endParaRPr lang="ko-KR" altLang="en-US" sz="98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24" name="visual_check_label">
            <a:extLst>
              <a:ext uri="{FF2B5EF4-FFF2-40B4-BE49-F238E27FC236}">
                <a16:creationId xmlns:a16="http://schemas.microsoft.com/office/drawing/2014/main" id="{B6D75835-B2EE-EE21-9DB1-99589551BD4F}"/>
              </a:ext>
            </a:extLst>
          </p:cNvPr>
          <p:cNvSpPr txBox="1"/>
          <p:nvPr/>
        </p:nvSpPr>
        <p:spPr>
          <a:xfrm>
            <a:off x="10571942" y="4518459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PROOF POINT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5" name="visual_check_text">
            <a:extLst>
              <a:ext uri="{FF2B5EF4-FFF2-40B4-BE49-F238E27FC236}">
                <a16:creationId xmlns:a16="http://schemas.microsoft.com/office/drawing/2014/main" id="{188B0F49-E90F-867B-B37E-FEC504008898}"/>
              </a:ext>
            </a:extLst>
          </p:cNvPr>
          <p:cNvSpPr txBox="1"/>
          <p:nvPr/>
        </p:nvSpPr>
        <p:spPr>
          <a:xfrm>
            <a:off x="10571942" y="4701640"/>
            <a:ext cx="1088544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980" b="1">
                <a:solidFill>
                  <a:srgbClr val="881337"/>
                </a:solidFill>
                <a:latin typeface="Aptos" panose="020B0004020202020204" pitchFamily="34" charset="0"/>
              </a:rPr>
              <a:t>visual validation</a:t>
            </a:r>
            <a:endParaRPr lang="ko-KR" altLang="en-US" sz="980" b="1">
              <a:solidFill>
                <a:srgbClr val="881337"/>
              </a:solidFill>
              <a:latin typeface="Aptos" panose="020B0004020202020204" pitchFamily="34" charset="0"/>
            </a:endParaRPr>
          </a:p>
        </p:txBody>
      </p:sp>
      <p:sp>
        <p:nvSpPr>
          <p:cNvPr id="126" name="coherence_band">
            <a:extLst>
              <a:ext uri="{FF2B5EF4-FFF2-40B4-BE49-F238E27FC236}">
                <a16:creationId xmlns:a16="http://schemas.microsoft.com/office/drawing/2014/main" id="{36FE1C46-6FF1-B70B-B5DA-346144104C84}"/>
              </a:ext>
            </a:extLst>
          </p:cNvPr>
          <p:cNvSpPr/>
          <p:nvPr/>
        </p:nvSpPr>
        <p:spPr>
          <a:xfrm>
            <a:off x="783752" y="5320966"/>
            <a:ext cx="10624192" cy="575711"/>
          </a:xfrm>
          <a:prstGeom prst="roundRect">
            <a:avLst>
              <a:gd name="adj" fmla="val 24202"/>
            </a:avLst>
          </a:prstGeom>
          <a:solidFill>
            <a:srgbClr val="FFFDF8"/>
          </a:solidFill>
          <a:ln w="12627">
            <a:solidFill>
              <a:srgbClr val="DACFC0"/>
            </a:solidFill>
          </a:ln>
          <a:effectLst>
            <a:outerShdw blurRad="38100" dist="29621" dir="3542194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coherence_title">
            <a:extLst>
              <a:ext uri="{FF2B5EF4-FFF2-40B4-BE49-F238E27FC236}">
                <a16:creationId xmlns:a16="http://schemas.microsoft.com/office/drawing/2014/main" id="{83A695C6-DE9F-749D-8819-62139B053109}"/>
              </a:ext>
            </a:extLst>
          </p:cNvPr>
          <p:cNvSpPr txBox="1"/>
          <p:nvPr/>
        </p:nvSpPr>
        <p:spPr>
          <a:xfrm>
            <a:off x="1062419" y="5443086"/>
            <a:ext cx="1611045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241" b="1">
                <a:solidFill>
                  <a:srgbClr val="111827"/>
                </a:solidFill>
                <a:latin typeface="Aptos" panose="020B0004020202020204" pitchFamily="34" charset="0"/>
              </a:rPr>
              <a:t>Coherence checks</a:t>
            </a:r>
            <a:endParaRPr lang="ko-KR" altLang="en-US" sz="1241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28" name="coherence_body">
            <a:extLst>
              <a:ext uri="{FF2B5EF4-FFF2-40B4-BE49-F238E27FC236}">
                <a16:creationId xmlns:a16="http://schemas.microsoft.com/office/drawing/2014/main" id="{5792196D-067C-C07B-9D37-D17306228864}"/>
              </a:ext>
            </a:extLst>
          </p:cNvPr>
          <p:cNvSpPr txBox="1"/>
          <p:nvPr/>
        </p:nvSpPr>
        <p:spPr>
          <a:xfrm>
            <a:off x="2830215" y="5425641"/>
            <a:ext cx="8272936" cy="294615"/>
          </a:xfrm>
          <a:prstGeom prst="rect">
            <a:avLst/>
          </a:prstGeom>
          <a:noFill/>
        </p:spPr>
        <p:txBody>
          <a:bodyPr vert="horz" wrap="square" lIns="8708" tIns="8723" rIns="8708" bIns="8723" rtlCol="0" anchor="ctr">
            <a:noAutofit/>
          </a:bodyPr>
          <a:lstStyle/>
          <a:p>
            <a:r>
              <a:rPr lang="en-US" altLang="ko-KR" sz="1022">
                <a:solidFill>
                  <a:srgbClr val="526071"/>
                </a:solidFill>
                <a:latin typeface="Aptos" panose="020B0004020202020204" pitchFamily="34" charset="0"/>
              </a:rPr>
              <a:t>One graph per slide; text is bounded; icons are centered; arrows keep role-level style.</a:t>
            </a:r>
            <a:endParaRPr lang="ko-KR" altLang="en-US" sz="1022">
              <a:solidFill>
                <a:srgbClr val="52607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4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사용자 지정</PresentationFormat>
  <Paragraphs>67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2026-06-20T16:17:21Z</dcterms:created>
  <dcterms:modified xsi:type="dcterms:W3CDTF">2026-06-20T16:17:21Z</dcterms:modified>
</cp:coreProperties>
</file>