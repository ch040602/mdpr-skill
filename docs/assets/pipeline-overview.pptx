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7B26F0-640E-9B99-F478-25F62266F9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24F44A9-8E5B-F129-F2E7-600BAE6E0C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A111FB-D244-E7B4-7760-B0A6C49FF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2DD86-A6D0-4D7F-9460-517EC008A1FC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723B46A-EBAE-54DD-6F68-254F94AC3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0FD0168-1224-86F7-3D96-B4B70230E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527D7-AC3E-4C2A-A377-10FA5A63B0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39374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780910-8EFD-4BED-4844-965BC711B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AADF5F-5570-F73B-9477-C0224A5E63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1E49B2-5255-58FA-F8D7-40E5F3356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2DD86-A6D0-4D7F-9460-517EC008A1FC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40E1C8-D394-CBAD-0FB4-346F821D0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E73AAD-BCF3-BCD1-74AB-16075BF9F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527D7-AC3E-4C2A-A377-10FA5A63B0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7444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CD94B5-872B-93ED-8736-805390ED8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6F5E376-FF77-01C0-2F08-78ABA6B790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927F08-6AAB-7E71-7DE6-B10A42125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2DD86-A6D0-4D7F-9460-517EC008A1FC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0F69016-7221-B8E1-31C0-36EB0BEB5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BABEDF7-3663-DA8C-AA3F-454670072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527D7-AC3E-4C2A-A377-10FA5A63B0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224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9636A2-74F7-3345-1466-12FA07F12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FC9E59-317C-EC31-2C7E-197136B0A2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4927319-1CFB-6769-0401-3CA60A5235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F822E8A-9987-D62C-DB3A-74E4F7CFC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2DD86-A6D0-4D7F-9460-517EC008A1FC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B3B2FF-3CB5-7073-CB40-EC801130F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1D9144A-3B4B-DDA8-666B-FCC81D47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527D7-AC3E-4C2A-A377-10FA5A63B0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004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3C95EE-4AC3-1789-1C07-AB94C077E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62E9F6-3854-5CFB-3F39-F6C93E2D80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6B547F6-D420-0E1D-2730-FD58B13669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F67708D-781A-05B3-950D-BA6BE370F7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15A6460-D23A-8EB0-6643-57AA472AAF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16BCF9B-18C6-B400-0188-E7AB1EC9F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2DD86-A6D0-4D7F-9460-517EC008A1FC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48EE727-1F5E-B705-905C-8BEBFDD3D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28C4C5E-007C-5EF0-F18A-EAFF851DC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527D7-AC3E-4C2A-A377-10FA5A63B0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8334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02FFFF-F315-33D8-F4CC-6CA1035C7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AEFD362-6802-641B-305D-0B7DDD916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2DD86-A6D0-4D7F-9460-517EC008A1FC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6321183-CC82-E047-78E0-EE249C3CE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B6778E2-3C22-D6E3-0D41-0BCE441FC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527D7-AC3E-4C2A-A377-10FA5A63B0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27765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3F24C52-FD90-7FA0-5B37-249F5E44C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2DD86-A6D0-4D7F-9460-517EC008A1FC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9FC91CF-2140-A15E-0D22-FEB262C48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A378C8-4675-A6CD-4D62-C2F684F37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527D7-AC3E-4C2A-A377-10FA5A63B0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0287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49B2F0-0B17-FA76-CD3F-2166E47CA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5648D6-19C2-5C90-EFD4-9DA4F57821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7202582-513D-5C88-626C-BA8200A917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87D2C64-2914-63C8-9246-0E25E4148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2DD86-A6D0-4D7F-9460-517EC008A1FC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2064E1-6D91-1DA3-D17D-A53B8C352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FD6E679-D03D-637F-C8D0-A798653FE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527D7-AC3E-4C2A-A377-10FA5A63B0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5109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95988F-C569-76E7-1A40-6DAB13E27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5E4056D-3211-B208-9FB4-3F6EFCE5EC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968AE31-E146-1C7E-61FF-309BE58E97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7F5C53-8233-88AB-94DA-3F36426BB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2DD86-A6D0-4D7F-9460-517EC008A1FC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D677E0-F05C-3246-7C17-ADAC3FFAF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B44CE93-A8EB-4AE8-EDB2-C01FC784D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527D7-AC3E-4C2A-A377-10FA5A63B0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9983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C1646D-B61D-E64E-40BF-4D86CF2C6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A58F64B-C56E-6819-91AC-0F6C8DABAF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03B0F8E-1CCA-0D60-351D-C1A0953B5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2DD86-A6D0-4D7F-9460-517EC008A1FC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68A4EE0-D67F-476D-4B42-A0602C20B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009D8CA-218D-C879-A6C8-2D74C62F0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527D7-AC3E-4C2A-A377-10FA5A63B0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5924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8277972-F2E5-4BE4-396B-75C6C99A4D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E6AD225-7C14-28D5-A1C6-B53423470D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490A60-DEC3-8F51-474F-059AC6FB6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2DD86-A6D0-4D7F-9460-517EC008A1FC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5D49ED-8A2A-477D-2516-8F2058A4E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B6155DC-AA56-A0C0-0E14-616BA34FC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527D7-AC3E-4C2A-A377-10FA5A63B0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2326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21EBD62-315F-C814-8EDC-6F994CB0B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F1E854-C3D2-469A-9399-FFDB1B718E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1CF47B-8AF6-0612-5315-559C567410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A2DD86-A6D0-4D7F-9460-517EC008A1FC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289A9F-D007-4844-FE76-CC496EB5E9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B4F75F-98D5-671E-B8D2-02A98EA625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E527D7-AC3E-4C2A-A377-10FA5A63B0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3363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z00_grid_top">
            <a:extLst>
              <a:ext uri="{FF2B5EF4-FFF2-40B4-BE49-F238E27FC236}">
                <a16:creationId xmlns:a16="http://schemas.microsoft.com/office/drawing/2014/main" id="{54103CB4-1F7D-1488-C315-9001ABFEEDB1}"/>
              </a:ext>
            </a:extLst>
          </p:cNvPr>
          <p:cNvCxnSpPr/>
          <p:nvPr/>
        </p:nvCxnSpPr>
        <p:spPr>
          <a:xfrm>
            <a:off x="627001" y="1099085"/>
            <a:ext cx="10937693" cy="0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z00_grid_bottom">
            <a:extLst>
              <a:ext uri="{FF2B5EF4-FFF2-40B4-BE49-F238E27FC236}">
                <a16:creationId xmlns:a16="http://schemas.microsoft.com/office/drawing/2014/main" id="{976757FB-F7A7-7C75-F441-550C6C174258}"/>
              </a:ext>
            </a:extLst>
          </p:cNvPr>
          <p:cNvCxnSpPr/>
          <p:nvPr/>
        </p:nvCxnSpPr>
        <p:spPr>
          <a:xfrm>
            <a:off x="627001" y="5416918"/>
            <a:ext cx="10937693" cy="0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z00_grid_v_0">
            <a:extLst>
              <a:ext uri="{FF2B5EF4-FFF2-40B4-BE49-F238E27FC236}">
                <a16:creationId xmlns:a16="http://schemas.microsoft.com/office/drawing/2014/main" id="{84F1C7E9-613C-8E59-3689-CC7AF91E0959}"/>
              </a:ext>
            </a:extLst>
          </p:cNvPr>
          <p:cNvCxnSpPr/>
          <p:nvPr/>
        </p:nvCxnSpPr>
        <p:spPr>
          <a:xfrm>
            <a:off x="3309174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z00_grid_v_1">
            <a:extLst>
              <a:ext uri="{FF2B5EF4-FFF2-40B4-BE49-F238E27FC236}">
                <a16:creationId xmlns:a16="http://schemas.microsoft.com/office/drawing/2014/main" id="{09A9CB6A-86C3-4BF5-6362-64AD612FBADA}"/>
              </a:ext>
            </a:extLst>
          </p:cNvPr>
          <p:cNvCxnSpPr/>
          <p:nvPr/>
        </p:nvCxnSpPr>
        <p:spPr>
          <a:xfrm>
            <a:off x="6008764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z00_grid_v_2">
            <a:extLst>
              <a:ext uri="{FF2B5EF4-FFF2-40B4-BE49-F238E27FC236}">
                <a16:creationId xmlns:a16="http://schemas.microsoft.com/office/drawing/2014/main" id="{D32B3094-48FE-7636-64BF-F965D56F4889}"/>
              </a:ext>
            </a:extLst>
          </p:cNvPr>
          <p:cNvCxnSpPr/>
          <p:nvPr/>
        </p:nvCxnSpPr>
        <p:spPr>
          <a:xfrm>
            <a:off x="9614022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header_title">
            <a:extLst>
              <a:ext uri="{FF2B5EF4-FFF2-40B4-BE49-F238E27FC236}">
                <a16:creationId xmlns:a16="http://schemas.microsoft.com/office/drawing/2014/main" id="{D36508D1-A028-B71B-F85B-241A3DE2B6FF}"/>
              </a:ext>
            </a:extLst>
          </p:cNvPr>
          <p:cNvSpPr txBox="1"/>
          <p:nvPr/>
        </p:nvSpPr>
        <p:spPr>
          <a:xfrm>
            <a:off x="592168" y="401253"/>
            <a:ext cx="7140850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2774" b="1">
                <a:solidFill>
                  <a:srgbClr val="111827"/>
                </a:solidFill>
                <a:latin typeface="Aptos" panose="020B0004020202020204" pitchFamily="34" charset="0"/>
              </a:rPr>
              <a:t>MDPR Deterministic Presentation Pipeline</a:t>
            </a:r>
            <a:endParaRPr lang="ko-KR" altLang="en-US" sz="2774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" name="header_subtitle">
            <a:extLst>
              <a:ext uri="{FF2B5EF4-FFF2-40B4-BE49-F238E27FC236}">
                <a16:creationId xmlns:a16="http://schemas.microsoft.com/office/drawing/2014/main" id="{8A7A8773-5025-E21A-B0A0-AE6F28CF6803}"/>
              </a:ext>
            </a:extLst>
          </p:cNvPr>
          <p:cNvSpPr txBox="1"/>
          <p:nvPr/>
        </p:nvSpPr>
        <p:spPr>
          <a:xfrm>
            <a:off x="592168" y="785061"/>
            <a:ext cx="1018877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241">
                <a:solidFill>
                  <a:srgbClr val="64748B"/>
                </a:solidFill>
                <a:latin typeface="Aptos" panose="020B0004020202020204" pitchFamily="34" charset="0"/>
              </a:rPr>
              <a:t>Markdown becomes coherent PPTX/HTML/PDF through MDPR rules; mdpr-skill can add compact reasoning hints but never owns final design.</a:t>
            </a:r>
            <a:endParaRPr lang="ko-KR" altLang="en-US" sz="1241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9" name="zone_content_panel">
            <a:extLst>
              <a:ext uri="{FF2B5EF4-FFF2-40B4-BE49-F238E27FC236}">
                <a16:creationId xmlns:a16="http://schemas.microsoft.com/office/drawing/2014/main" id="{A5ABF89C-616D-8BE4-F8D5-9081F329B142}"/>
              </a:ext>
            </a:extLst>
          </p:cNvPr>
          <p:cNvSpPr/>
          <p:nvPr/>
        </p:nvSpPr>
        <p:spPr>
          <a:xfrm>
            <a:off x="783752" y="1308434"/>
            <a:ext cx="2438339" cy="3750845"/>
          </a:xfrm>
          <a:prstGeom prst="roundRect">
            <a:avLst/>
          </a:prstGeom>
          <a:solidFill>
            <a:srgbClr val="EEF4EF"/>
          </a:solidFill>
          <a:ln w="12627">
            <a:solidFill>
              <a:srgbClr val="C8D8C8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zone_content_title">
            <a:extLst>
              <a:ext uri="{FF2B5EF4-FFF2-40B4-BE49-F238E27FC236}">
                <a16:creationId xmlns:a16="http://schemas.microsoft.com/office/drawing/2014/main" id="{76ACBE98-9D74-F96E-FBB7-D693D73FA15F}"/>
              </a:ext>
            </a:extLst>
          </p:cNvPr>
          <p:cNvSpPr txBox="1"/>
          <p:nvPr/>
        </p:nvSpPr>
        <p:spPr>
          <a:xfrm>
            <a:off x="975336" y="1526507"/>
            <a:ext cx="2055171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460" b="1">
                <a:solidFill>
                  <a:srgbClr val="334155"/>
                </a:solidFill>
                <a:latin typeface="Aptos" panose="020B0004020202020204" pitchFamily="34" charset="0"/>
              </a:rPr>
              <a:t>1. Content Contract</a:t>
            </a:r>
            <a:endParaRPr lang="ko-KR" altLang="en-US" sz="146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1" name="zone_content_subtitle">
            <a:extLst>
              <a:ext uri="{FF2B5EF4-FFF2-40B4-BE49-F238E27FC236}">
                <a16:creationId xmlns:a16="http://schemas.microsoft.com/office/drawing/2014/main" id="{16F65B18-67B0-3457-53E2-FB4D6DAD11EE}"/>
              </a:ext>
            </a:extLst>
          </p:cNvPr>
          <p:cNvSpPr txBox="1"/>
          <p:nvPr/>
        </p:nvSpPr>
        <p:spPr>
          <a:xfrm>
            <a:off x="975336" y="1831808"/>
            <a:ext cx="2055171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semantic structure only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2" name="zone_reasoning_panel">
            <a:extLst>
              <a:ext uri="{FF2B5EF4-FFF2-40B4-BE49-F238E27FC236}">
                <a16:creationId xmlns:a16="http://schemas.microsoft.com/office/drawing/2014/main" id="{128B5867-FC85-F3FA-41E7-B69131F4E153}"/>
              </a:ext>
            </a:extLst>
          </p:cNvPr>
          <p:cNvSpPr/>
          <p:nvPr/>
        </p:nvSpPr>
        <p:spPr>
          <a:xfrm>
            <a:off x="3439800" y="1308434"/>
            <a:ext cx="2351255" cy="3750845"/>
          </a:xfrm>
          <a:prstGeom prst="roundRect">
            <a:avLst/>
          </a:prstGeom>
          <a:solidFill>
            <a:srgbClr val="FFF3DE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zone_reasoning_title">
            <a:extLst>
              <a:ext uri="{FF2B5EF4-FFF2-40B4-BE49-F238E27FC236}">
                <a16:creationId xmlns:a16="http://schemas.microsoft.com/office/drawing/2014/main" id="{A8B1091A-DD66-FCAB-1975-4F2199A6EC90}"/>
              </a:ext>
            </a:extLst>
          </p:cNvPr>
          <p:cNvSpPr txBox="1"/>
          <p:nvPr/>
        </p:nvSpPr>
        <p:spPr>
          <a:xfrm>
            <a:off x="3631383" y="1526507"/>
            <a:ext cx="196808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460" b="1">
                <a:solidFill>
                  <a:srgbClr val="8B4E16"/>
                </a:solidFill>
                <a:latin typeface="Aptos" panose="020B0004020202020204" pitchFamily="34" charset="0"/>
              </a:rPr>
              <a:t>2. Agent Hints</a:t>
            </a:r>
            <a:endParaRPr lang="ko-KR" altLang="en-US" sz="1460" b="1">
              <a:solidFill>
                <a:srgbClr val="8B4E16"/>
              </a:solidFill>
              <a:latin typeface="Aptos" panose="020B0004020202020204" pitchFamily="34" charset="0"/>
            </a:endParaRPr>
          </a:p>
        </p:txBody>
      </p:sp>
      <p:sp>
        <p:nvSpPr>
          <p:cNvPr id="14" name="zone_reasoning_subtitle">
            <a:extLst>
              <a:ext uri="{FF2B5EF4-FFF2-40B4-BE49-F238E27FC236}">
                <a16:creationId xmlns:a16="http://schemas.microsoft.com/office/drawing/2014/main" id="{D79D12BD-817A-05E4-3907-77BCD3286116}"/>
              </a:ext>
            </a:extLst>
          </p:cNvPr>
          <p:cNvSpPr txBox="1"/>
          <p:nvPr/>
        </p:nvSpPr>
        <p:spPr>
          <a:xfrm>
            <a:off x="3631383" y="1831808"/>
            <a:ext cx="196808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small optional tags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5" name="zone_rules_panel">
            <a:extLst>
              <a:ext uri="{FF2B5EF4-FFF2-40B4-BE49-F238E27FC236}">
                <a16:creationId xmlns:a16="http://schemas.microsoft.com/office/drawing/2014/main" id="{4660DD83-1533-8400-D021-0D02CC9D0F56}"/>
              </a:ext>
            </a:extLst>
          </p:cNvPr>
          <p:cNvSpPr/>
          <p:nvPr/>
        </p:nvSpPr>
        <p:spPr>
          <a:xfrm>
            <a:off x="5886847" y="1308434"/>
            <a:ext cx="3901343" cy="3750845"/>
          </a:xfrm>
          <a:prstGeom prst="roundRect">
            <a:avLst/>
          </a:prstGeom>
          <a:solidFill>
            <a:srgbClr val="EAF7F3"/>
          </a:solidFill>
          <a:ln w="12627">
            <a:solidFill>
              <a:srgbClr val="7CC7BA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zone_rules_title">
            <a:extLst>
              <a:ext uri="{FF2B5EF4-FFF2-40B4-BE49-F238E27FC236}">
                <a16:creationId xmlns:a16="http://schemas.microsoft.com/office/drawing/2014/main" id="{1B592876-AA67-1867-D43E-08FEFE55A467}"/>
              </a:ext>
            </a:extLst>
          </p:cNvPr>
          <p:cNvSpPr txBox="1"/>
          <p:nvPr/>
        </p:nvSpPr>
        <p:spPr>
          <a:xfrm>
            <a:off x="6078431" y="1526507"/>
            <a:ext cx="351817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460" b="1">
                <a:solidFill>
                  <a:srgbClr val="115E59"/>
                </a:solidFill>
                <a:latin typeface="Aptos" panose="020B0004020202020204" pitchFamily="34" charset="0"/>
              </a:rPr>
              <a:t>3. MDPR Design Rules</a:t>
            </a:r>
            <a:endParaRPr lang="ko-KR" altLang="en-US" sz="1460" b="1">
              <a:solidFill>
                <a:srgbClr val="115E59"/>
              </a:solidFill>
              <a:latin typeface="Aptos" panose="020B0004020202020204" pitchFamily="34" charset="0"/>
            </a:endParaRPr>
          </a:p>
        </p:txBody>
      </p:sp>
      <p:sp>
        <p:nvSpPr>
          <p:cNvPr id="17" name="zone_rules_subtitle">
            <a:extLst>
              <a:ext uri="{FF2B5EF4-FFF2-40B4-BE49-F238E27FC236}">
                <a16:creationId xmlns:a16="http://schemas.microsoft.com/office/drawing/2014/main" id="{D7B798C3-B541-DE69-7FFF-E6E971913CDA}"/>
              </a:ext>
            </a:extLst>
          </p:cNvPr>
          <p:cNvSpPr txBox="1"/>
          <p:nvPr/>
        </p:nvSpPr>
        <p:spPr>
          <a:xfrm>
            <a:off x="6078431" y="1831808"/>
            <a:ext cx="351817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final visual choices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8" name="zone_outputs_panel">
            <a:extLst>
              <a:ext uri="{FF2B5EF4-FFF2-40B4-BE49-F238E27FC236}">
                <a16:creationId xmlns:a16="http://schemas.microsoft.com/office/drawing/2014/main" id="{ED146A82-5F13-E856-1EE1-AE219436F66F}"/>
              </a:ext>
            </a:extLst>
          </p:cNvPr>
          <p:cNvSpPr/>
          <p:nvPr/>
        </p:nvSpPr>
        <p:spPr>
          <a:xfrm>
            <a:off x="9927523" y="1308434"/>
            <a:ext cx="2002922" cy="3750845"/>
          </a:xfrm>
          <a:prstGeom prst="roundRect">
            <a:avLst/>
          </a:prstGeom>
          <a:solidFill>
            <a:srgbClr val="F1F0FA"/>
          </a:solidFill>
          <a:ln w="12627">
            <a:solidFill>
              <a:srgbClr val="B8B5E6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zone_outputs_title">
            <a:extLst>
              <a:ext uri="{FF2B5EF4-FFF2-40B4-BE49-F238E27FC236}">
                <a16:creationId xmlns:a16="http://schemas.microsoft.com/office/drawing/2014/main" id="{249453AB-35BF-F9AD-ED3A-5219F69D9403}"/>
              </a:ext>
            </a:extLst>
          </p:cNvPr>
          <p:cNvSpPr txBox="1"/>
          <p:nvPr/>
        </p:nvSpPr>
        <p:spPr>
          <a:xfrm>
            <a:off x="10119107" y="1526507"/>
            <a:ext cx="161975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460" b="1">
                <a:solidFill>
                  <a:srgbClr val="4338CA"/>
                </a:solidFill>
                <a:latin typeface="Aptos" panose="020B0004020202020204" pitchFamily="34" charset="0"/>
              </a:rPr>
              <a:t>4. Outputs</a:t>
            </a:r>
            <a:endParaRPr lang="ko-KR" altLang="en-US" sz="1460" b="1">
              <a:solidFill>
                <a:srgbClr val="4338CA"/>
              </a:solidFill>
              <a:latin typeface="Aptos" panose="020B0004020202020204" pitchFamily="34" charset="0"/>
            </a:endParaRPr>
          </a:p>
        </p:txBody>
      </p:sp>
      <p:sp>
        <p:nvSpPr>
          <p:cNvPr id="20" name="zone_outputs_subtitle">
            <a:extLst>
              <a:ext uri="{FF2B5EF4-FFF2-40B4-BE49-F238E27FC236}">
                <a16:creationId xmlns:a16="http://schemas.microsoft.com/office/drawing/2014/main" id="{C3D5FA31-F040-A975-EAE4-69FF04B9FFC3}"/>
              </a:ext>
            </a:extLst>
          </p:cNvPr>
          <p:cNvSpPr txBox="1"/>
          <p:nvPr/>
        </p:nvSpPr>
        <p:spPr>
          <a:xfrm>
            <a:off x="10119107" y="1831808"/>
            <a:ext cx="161975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PPTX, HTML, PDF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cxnSp>
        <p:nvCxnSpPr>
          <p:cNvPr id="21" name="main_start_markdown">
            <a:extLst>
              <a:ext uri="{FF2B5EF4-FFF2-40B4-BE49-F238E27FC236}">
                <a16:creationId xmlns:a16="http://schemas.microsoft.com/office/drawing/2014/main" id="{1A011C61-D85D-8DD5-B22B-02873B640FBA}"/>
              </a:ext>
            </a:extLst>
          </p:cNvPr>
          <p:cNvCxnSpPr/>
          <p:nvPr/>
        </p:nvCxnSpPr>
        <p:spPr>
          <a:xfrm>
            <a:off x="2002921" y="2477302"/>
            <a:ext cx="0" cy="20935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main_markdown_splitter">
            <a:extLst>
              <a:ext uri="{FF2B5EF4-FFF2-40B4-BE49-F238E27FC236}">
                <a16:creationId xmlns:a16="http://schemas.microsoft.com/office/drawing/2014/main" id="{DC1D39C0-F881-7E9F-E10E-04B8226693A9}"/>
              </a:ext>
            </a:extLst>
          </p:cNvPr>
          <p:cNvCxnSpPr/>
          <p:nvPr/>
        </p:nvCxnSpPr>
        <p:spPr>
          <a:xfrm>
            <a:off x="2002921" y="3628724"/>
            <a:ext cx="0" cy="279133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main_splitter_ir_seg_1">
            <a:extLst>
              <a:ext uri="{FF2B5EF4-FFF2-40B4-BE49-F238E27FC236}">
                <a16:creationId xmlns:a16="http://schemas.microsoft.com/office/drawing/2014/main" id="{4349E39C-AA12-9996-71CE-D7EDF00A4128}"/>
              </a:ext>
            </a:extLst>
          </p:cNvPr>
          <p:cNvCxnSpPr/>
          <p:nvPr/>
        </p:nvCxnSpPr>
        <p:spPr>
          <a:xfrm>
            <a:off x="2995674" y="4396339"/>
            <a:ext cx="330917" cy="0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main_splitter_ir_seg_2">
            <a:extLst>
              <a:ext uri="{FF2B5EF4-FFF2-40B4-BE49-F238E27FC236}">
                <a16:creationId xmlns:a16="http://schemas.microsoft.com/office/drawing/2014/main" id="{2E050902-2316-CFEE-7887-D543DB947467}"/>
              </a:ext>
            </a:extLst>
          </p:cNvPr>
          <p:cNvCxnSpPr/>
          <p:nvPr/>
        </p:nvCxnSpPr>
        <p:spPr>
          <a:xfrm flipV="1">
            <a:off x="3326591" y="2534001"/>
            <a:ext cx="0" cy="1862338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main_splitter_ir_seg_3">
            <a:extLst>
              <a:ext uri="{FF2B5EF4-FFF2-40B4-BE49-F238E27FC236}">
                <a16:creationId xmlns:a16="http://schemas.microsoft.com/office/drawing/2014/main" id="{8B26B471-AF31-6DCA-B33D-7D8CEF3C5208}"/>
              </a:ext>
            </a:extLst>
          </p:cNvPr>
          <p:cNvCxnSpPr/>
          <p:nvPr/>
        </p:nvCxnSpPr>
        <p:spPr>
          <a:xfrm>
            <a:off x="3326591" y="2534001"/>
            <a:ext cx="330918" cy="0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hint_ir_reasoning">
            <a:extLst>
              <a:ext uri="{FF2B5EF4-FFF2-40B4-BE49-F238E27FC236}">
                <a16:creationId xmlns:a16="http://schemas.microsoft.com/office/drawing/2014/main" id="{733D694C-C0B1-DDA5-185C-078303850C63}"/>
              </a:ext>
            </a:extLst>
          </p:cNvPr>
          <p:cNvCxnSpPr/>
          <p:nvPr/>
        </p:nvCxnSpPr>
        <p:spPr>
          <a:xfrm>
            <a:off x="4615428" y="2991953"/>
            <a:ext cx="0" cy="497205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main_ir_rules">
            <a:extLst>
              <a:ext uri="{FF2B5EF4-FFF2-40B4-BE49-F238E27FC236}">
                <a16:creationId xmlns:a16="http://schemas.microsoft.com/office/drawing/2014/main" id="{01C37751-0B8E-65D7-69C9-810F18BC4004}"/>
              </a:ext>
            </a:extLst>
          </p:cNvPr>
          <p:cNvCxnSpPr/>
          <p:nvPr/>
        </p:nvCxnSpPr>
        <p:spPr>
          <a:xfrm>
            <a:off x="5573346" y="2534001"/>
            <a:ext cx="653127" cy="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hint_reasoning_rules_seg_1">
            <a:extLst>
              <a:ext uri="{FF2B5EF4-FFF2-40B4-BE49-F238E27FC236}">
                <a16:creationId xmlns:a16="http://schemas.microsoft.com/office/drawing/2014/main" id="{F386C96A-C79E-5B02-7ED0-0D311DB77751}"/>
              </a:ext>
            </a:extLst>
          </p:cNvPr>
          <p:cNvCxnSpPr/>
          <p:nvPr/>
        </p:nvCxnSpPr>
        <p:spPr>
          <a:xfrm>
            <a:off x="5573346" y="4186989"/>
            <a:ext cx="330918" cy="0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hint_reasoning_rules_seg_2">
            <a:extLst>
              <a:ext uri="{FF2B5EF4-FFF2-40B4-BE49-F238E27FC236}">
                <a16:creationId xmlns:a16="http://schemas.microsoft.com/office/drawing/2014/main" id="{3A709624-902B-4B52-AFFB-7885D2EAC28E}"/>
              </a:ext>
            </a:extLst>
          </p:cNvPr>
          <p:cNvCxnSpPr/>
          <p:nvPr/>
        </p:nvCxnSpPr>
        <p:spPr>
          <a:xfrm flipV="1">
            <a:off x="5904264" y="3453394"/>
            <a:ext cx="0" cy="733595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hint_reasoning_rules_seg_3">
            <a:extLst>
              <a:ext uri="{FF2B5EF4-FFF2-40B4-BE49-F238E27FC236}">
                <a16:creationId xmlns:a16="http://schemas.microsoft.com/office/drawing/2014/main" id="{2C0010AD-A453-8455-9EAF-D9DCC1DBD218}"/>
              </a:ext>
            </a:extLst>
          </p:cNvPr>
          <p:cNvCxnSpPr/>
          <p:nvPr/>
        </p:nvCxnSpPr>
        <p:spPr>
          <a:xfrm>
            <a:off x="5904264" y="3453394"/>
            <a:ext cx="156750" cy="0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ule_features_recipes">
            <a:extLst>
              <a:ext uri="{FF2B5EF4-FFF2-40B4-BE49-F238E27FC236}">
                <a16:creationId xmlns:a16="http://schemas.microsoft.com/office/drawing/2014/main" id="{659B8906-8C5A-2BB6-3E46-9C5813ACD291}"/>
              </a:ext>
            </a:extLst>
          </p:cNvPr>
          <p:cNvCxnSpPr/>
          <p:nvPr/>
        </p:nvCxnSpPr>
        <p:spPr>
          <a:xfrm>
            <a:off x="7140850" y="3497881"/>
            <a:ext cx="156750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ule_recipes_theme">
            <a:extLst>
              <a:ext uri="{FF2B5EF4-FFF2-40B4-BE49-F238E27FC236}">
                <a16:creationId xmlns:a16="http://schemas.microsoft.com/office/drawing/2014/main" id="{1EC8B5FE-F885-089B-01B1-6B97D44C7E66}"/>
              </a:ext>
            </a:extLst>
          </p:cNvPr>
          <p:cNvCxnSpPr/>
          <p:nvPr/>
        </p:nvCxnSpPr>
        <p:spPr>
          <a:xfrm>
            <a:off x="8377436" y="3497881"/>
            <a:ext cx="156751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ule_features_compose">
            <a:extLst>
              <a:ext uri="{FF2B5EF4-FFF2-40B4-BE49-F238E27FC236}">
                <a16:creationId xmlns:a16="http://schemas.microsoft.com/office/drawing/2014/main" id="{471AF0AE-211F-251E-C9DF-23F5C2C8421B}"/>
              </a:ext>
            </a:extLst>
          </p:cNvPr>
          <p:cNvCxnSpPr/>
          <p:nvPr/>
        </p:nvCxnSpPr>
        <p:spPr>
          <a:xfrm>
            <a:off x="6600932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ule_recipes_objects">
            <a:extLst>
              <a:ext uri="{FF2B5EF4-FFF2-40B4-BE49-F238E27FC236}">
                <a16:creationId xmlns:a16="http://schemas.microsoft.com/office/drawing/2014/main" id="{DC729138-BDF9-5B61-A754-8A03F9BBA363}"/>
              </a:ext>
            </a:extLst>
          </p:cNvPr>
          <p:cNvCxnSpPr/>
          <p:nvPr/>
        </p:nvCxnSpPr>
        <p:spPr>
          <a:xfrm>
            <a:off x="7837519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ule_theme_decorate">
            <a:extLst>
              <a:ext uri="{FF2B5EF4-FFF2-40B4-BE49-F238E27FC236}">
                <a16:creationId xmlns:a16="http://schemas.microsoft.com/office/drawing/2014/main" id="{3BC0AC1C-0A22-923D-BBCA-6D8B63442E35}"/>
              </a:ext>
            </a:extLst>
          </p:cNvPr>
          <p:cNvCxnSpPr/>
          <p:nvPr/>
        </p:nvCxnSpPr>
        <p:spPr>
          <a:xfrm>
            <a:off x="9074104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ule_compose_objects">
            <a:extLst>
              <a:ext uri="{FF2B5EF4-FFF2-40B4-BE49-F238E27FC236}">
                <a16:creationId xmlns:a16="http://schemas.microsoft.com/office/drawing/2014/main" id="{DD921C2F-FFBB-F54D-6DA4-E75E34CD41C4}"/>
              </a:ext>
            </a:extLst>
          </p:cNvPr>
          <p:cNvCxnSpPr/>
          <p:nvPr/>
        </p:nvCxnSpPr>
        <p:spPr>
          <a:xfrm>
            <a:off x="7140850" y="4492291"/>
            <a:ext cx="156750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ule_objects_decorate">
            <a:extLst>
              <a:ext uri="{FF2B5EF4-FFF2-40B4-BE49-F238E27FC236}">
                <a16:creationId xmlns:a16="http://schemas.microsoft.com/office/drawing/2014/main" id="{2C3BA8C9-0487-5384-FCE8-F6AA455AF856}"/>
              </a:ext>
            </a:extLst>
          </p:cNvPr>
          <p:cNvCxnSpPr/>
          <p:nvPr/>
        </p:nvCxnSpPr>
        <p:spPr>
          <a:xfrm>
            <a:off x="8377436" y="4492291"/>
            <a:ext cx="156751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main_rules_styled_ir">
            <a:extLst>
              <a:ext uri="{FF2B5EF4-FFF2-40B4-BE49-F238E27FC236}">
                <a16:creationId xmlns:a16="http://schemas.microsoft.com/office/drawing/2014/main" id="{79DACCD7-6FF9-B5ED-A909-D2420147FC70}"/>
              </a:ext>
            </a:extLst>
          </p:cNvPr>
          <p:cNvCxnSpPr/>
          <p:nvPr/>
        </p:nvCxnSpPr>
        <p:spPr>
          <a:xfrm>
            <a:off x="9448564" y="2534001"/>
            <a:ext cx="627002" cy="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main_styled_renderers">
            <a:extLst>
              <a:ext uri="{FF2B5EF4-FFF2-40B4-BE49-F238E27FC236}">
                <a16:creationId xmlns:a16="http://schemas.microsoft.com/office/drawing/2014/main" id="{EBD95183-F6C7-57C1-DD98-7F741A8A8B19}"/>
              </a:ext>
            </a:extLst>
          </p:cNvPr>
          <p:cNvCxnSpPr/>
          <p:nvPr/>
        </p:nvCxnSpPr>
        <p:spPr>
          <a:xfrm>
            <a:off x="10928984" y="2991953"/>
            <a:ext cx="0" cy="409976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validation_loop">
            <a:extLst>
              <a:ext uri="{FF2B5EF4-FFF2-40B4-BE49-F238E27FC236}">
                <a16:creationId xmlns:a16="http://schemas.microsoft.com/office/drawing/2014/main" id="{339D8669-6201-F50D-1D78-1F022B7E259F}"/>
              </a:ext>
            </a:extLst>
          </p:cNvPr>
          <p:cNvCxnSpPr/>
          <p:nvPr/>
        </p:nvCxnSpPr>
        <p:spPr>
          <a:xfrm>
            <a:off x="10928984" y="4317833"/>
            <a:ext cx="0" cy="95952"/>
          </a:xfrm>
          <a:prstGeom prst="line">
            <a:avLst/>
          </a:prstGeom>
          <a:ln w="23749">
            <a:solidFill>
              <a:srgbClr val="BE123C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source_chip">
            <a:extLst>
              <a:ext uri="{FF2B5EF4-FFF2-40B4-BE49-F238E27FC236}">
                <a16:creationId xmlns:a16="http://schemas.microsoft.com/office/drawing/2014/main" id="{1F87E298-BF1A-B085-6451-D8DFA15590E2}"/>
              </a:ext>
            </a:extLst>
          </p:cNvPr>
          <p:cNvSpPr/>
          <p:nvPr/>
        </p:nvSpPr>
        <p:spPr>
          <a:xfrm>
            <a:off x="1654587" y="2163278"/>
            <a:ext cx="696669" cy="314024"/>
          </a:xfrm>
          <a:prstGeom prst="roundRect">
            <a:avLst/>
          </a:prstGeom>
          <a:solidFill>
            <a:srgbClr val="EEF4EF"/>
          </a:solidFill>
          <a:ln w="12627">
            <a:solidFill>
              <a:srgbClr val="C8D8C8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source_chip_text">
            <a:extLst>
              <a:ext uri="{FF2B5EF4-FFF2-40B4-BE49-F238E27FC236}">
                <a16:creationId xmlns:a16="http://schemas.microsoft.com/office/drawing/2014/main" id="{03CCB476-00A1-768B-1BAE-0426998558AB}"/>
              </a:ext>
            </a:extLst>
          </p:cNvPr>
          <p:cNvSpPr txBox="1"/>
          <p:nvPr/>
        </p:nvSpPr>
        <p:spPr>
          <a:xfrm>
            <a:off x="1724254" y="2198170"/>
            <a:ext cx="557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334155"/>
                </a:solidFill>
                <a:latin typeface="Aptos" panose="020B0004020202020204" pitchFamily="34" charset="0"/>
              </a:rPr>
              <a:t>source</a:t>
            </a:r>
            <a:endParaRPr lang="ko-KR" altLang="en-US" sz="98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43" name="markdown_card">
            <a:extLst>
              <a:ext uri="{FF2B5EF4-FFF2-40B4-BE49-F238E27FC236}">
                <a16:creationId xmlns:a16="http://schemas.microsoft.com/office/drawing/2014/main" id="{53419BC8-D05D-5387-A8F1-512442784D22}"/>
              </a:ext>
            </a:extLst>
          </p:cNvPr>
          <p:cNvSpPr/>
          <p:nvPr/>
        </p:nvSpPr>
        <p:spPr>
          <a:xfrm>
            <a:off x="1010169" y="2686652"/>
            <a:ext cx="1985505" cy="942072"/>
          </a:xfrm>
          <a:prstGeom prst="roundRect">
            <a:avLst/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markdown_icon_dot">
            <a:extLst>
              <a:ext uri="{FF2B5EF4-FFF2-40B4-BE49-F238E27FC236}">
                <a16:creationId xmlns:a16="http://schemas.microsoft.com/office/drawing/2014/main" id="{ADF07689-1447-22BF-25D2-D6E2E45CC2E7}"/>
              </a:ext>
            </a:extLst>
          </p:cNvPr>
          <p:cNvSpPr/>
          <p:nvPr/>
        </p:nvSpPr>
        <p:spPr>
          <a:xfrm>
            <a:off x="1184336" y="2913447"/>
            <a:ext cx="191584" cy="191903"/>
          </a:xfrm>
          <a:prstGeom prst="ellipse">
            <a:avLst/>
          </a:prstGeom>
          <a:solidFill>
            <a:srgbClr val="86A789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markdown_icon_label">
            <a:extLst>
              <a:ext uri="{FF2B5EF4-FFF2-40B4-BE49-F238E27FC236}">
                <a16:creationId xmlns:a16="http://schemas.microsoft.com/office/drawing/2014/main" id="{7E84E566-A6CA-DD9C-51D4-D0BFD1001FC5}"/>
              </a:ext>
            </a:extLst>
          </p:cNvPr>
          <p:cNvSpPr txBox="1"/>
          <p:nvPr/>
        </p:nvSpPr>
        <p:spPr>
          <a:xfrm>
            <a:off x="1184336" y="2913447"/>
            <a:ext cx="19158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M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6" name="markdown_title">
            <a:extLst>
              <a:ext uri="{FF2B5EF4-FFF2-40B4-BE49-F238E27FC236}">
                <a16:creationId xmlns:a16="http://schemas.microsoft.com/office/drawing/2014/main" id="{55223CE8-30FD-1EFB-B5D7-487D779C9E98}"/>
              </a:ext>
            </a:extLst>
          </p:cNvPr>
          <p:cNvSpPr txBox="1"/>
          <p:nvPr/>
        </p:nvSpPr>
        <p:spPr>
          <a:xfrm>
            <a:off x="1515254" y="2904724"/>
            <a:ext cx="1358503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Markdown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47" name="markdown_line_0">
            <a:extLst>
              <a:ext uri="{FF2B5EF4-FFF2-40B4-BE49-F238E27FC236}">
                <a16:creationId xmlns:a16="http://schemas.microsoft.com/office/drawing/2014/main" id="{6FD56F65-5460-BFC7-CCF7-0DBCF6040887}"/>
              </a:ext>
            </a:extLst>
          </p:cNvPr>
          <p:cNvSpPr txBox="1"/>
          <p:nvPr/>
        </p:nvSpPr>
        <p:spPr>
          <a:xfrm>
            <a:off x="1297545" y="3244917"/>
            <a:ext cx="157621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headings, tables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8" name="markdown_line_1">
            <a:extLst>
              <a:ext uri="{FF2B5EF4-FFF2-40B4-BE49-F238E27FC236}">
                <a16:creationId xmlns:a16="http://schemas.microsoft.com/office/drawing/2014/main" id="{9BD9F5DE-ABDC-4128-FEEC-5075F553FE89}"/>
              </a:ext>
            </a:extLst>
          </p:cNvPr>
          <p:cNvSpPr txBox="1"/>
          <p:nvPr/>
        </p:nvSpPr>
        <p:spPr>
          <a:xfrm>
            <a:off x="1297545" y="3410652"/>
            <a:ext cx="157621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charts and images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9" name="splitter_card">
            <a:extLst>
              <a:ext uri="{FF2B5EF4-FFF2-40B4-BE49-F238E27FC236}">
                <a16:creationId xmlns:a16="http://schemas.microsoft.com/office/drawing/2014/main" id="{6E30F664-A884-FFFE-13F1-DA71943C21C1}"/>
              </a:ext>
            </a:extLst>
          </p:cNvPr>
          <p:cNvSpPr/>
          <p:nvPr/>
        </p:nvSpPr>
        <p:spPr>
          <a:xfrm>
            <a:off x="1010169" y="3907857"/>
            <a:ext cx="1985505" cy="976964"/>
          </a:xfrm>
          <a:prstGeom prst="roundRect">
            <a:avLst/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splitter_icon_dot">
            <a:extLst>
              <a:ext uri="{FF2B5EF4-FFF2-40B4-BE49-F238E27FC236}">
                <a16:creationId xmlns:a16="http://schemas.microsoft.com/office/drawing/2014/main" id="{8F8299AA-D5CF-97C2-4343-8B4950235101}"/>
              </a:ext>
            </a:extLst>
          </p:cNvPr>
          <p:cNvSpPr/>
          <p:nvPr/>
        </p:nvSpPr>
        <p:spPr>
          <a:xfrm>
            <a:off x="1184336" y="4134652"/>
            <a:ext cx="191584" cy="191904"/>
          </a:xfrm>
          <a:prstGeom prst="ellipse">
            <a:avLst/>
          </a:prstGeom>
          <a:solidFill>
            <a:srgbClr val="86A789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splitter_icon_label">
            <a:extLst>
              <a:ext uri="{FF2B5EF4-FFF2-40B4-BE49-F238E27FC236}">
                <a16:creationId xmlns:a16="http://schemas.microsoft.com/office/drawing/2014/main" id="{5D345BF1-9C1D-B62E-693E-D71A6ACB0AD3}"/>
              </a:ext>
            </a:extLst>
          </p:cNvPr>
          <p:cNvSpPr txBox="1"/>
          <p:nvPr/>
        </p:nvSpPr>
        <p:spPr>
          <a:xfrm>
            <a:off x="1184336" y="4134652"/>
            <a:ext cx="19158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2" name="splitter_title">
            <a:extLst>
              <a:ext uri="{FF2B5EF4-FFF2-40B4-BE49-F238E27FC236}">
                <a16:creationId xmlns:a16="http://schemas.microsoft.com/office/drawing/2014/main" id="{8517CF6C-9484-9D40-27A9-A27F3E341C3A}"/>
              </a:ext>
            </a:extLst>
          </p:cNvPr>
          <p:cNvSpPr txBox="1"/>
          <p:nvPr/>
        </p:nvSpPr>
        <p:spPr>
          <a:xfrm>
            <a:off x="1515254" y="4125929"/>
            <a:ext cx="1358503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MDPR Splitter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3" name="splitter_line_0">
            <a:extLst>
              <a:ext uri="{FF2B5EF4-FFF2-40B4-BE49-F238E27FC236}">
                <a16:creationId xmlns:a16="http://schemas.microsoft.com/office/drawing/2014/main" id="{B978DCBF-5491-DB81-3719-7ADBFA73E45C}"/>
              </a:ext>
            </a:extLst>
          </p:cNvPr>
          <p:cNvSpPr txBox="1"/>
          <p:nvPr/>
        </p:nvSpPr>
        <p:spPr>
          <a:xfrm>
            <a:off x="1297545" y="4466122"/>
            <a:ext cx="157621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Pandoc or simple AST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4" name="splitter_line_1">
            <a:extLst>
              <a:ext uri="{FF2B5EF4-FFF2-40B4-BE49-F238E27FC236}">
                <a16:creationId xmlns:a16="http://schemas.microsoft.com/office/drawing/2014/main" id="{991D64B9-5766-060C-AEBC-80D840716FC2}"/>
              </a:ext>
            </a:extLst>
          </p:cNvPr>
          <p:cNvSpPr txBox="1"/>
          <p:nvPr/>
        </p:nvSpPr>
        <p:spPr>
          <a:xfrm>
            <a:off x="1297545" y="4631857"/>
            <a:ext cx="157621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slide/object split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5" name="ir_core_card">
            <a:extLst>
              <a:ext uri="{FF2B5EF4-FFF2-40B4-BE49-F238E27FC236}">
                <a16:creationId xmlns:a16="http://schemas.microsoft.com/office/drawing/2014/main" id="{938C562C-1E87-EE57-3032-51BE976AAE01}"/>
              </a:ext>
            </a:extLst>
          </p:cNvPr>
          <p:cNvSpPr/>
          <p:nvPr/>
        </p:nvSpPr>
        <p:spPr>
          <a:xfrm>
            <a:off x="3657509" y="2076049"/>
            <a:ext cx="1915838" cy="915904"/>
          </a:xfrm>
          <a:prstGeom prst="roundRect">
            <a:avLst/>
          </a:prstGeom>
          <a:solidFill>
            <a:srgbClr val="FFFFFF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ir_core_icon_dot">
            <a:extLst>
              <a:ext uri="{FF2B5EF4-FFF2-40B4-BE49-F238E27FC236}">
                <a16:creationId xmlns:a16="http://schemas.microsoft.com/office/drawing/2014/main" id="{12CD192A-215A-6DCC-A3FD-D039BDF9ED14}"/>
              </a:ext>
            </a:extLst>
          </p:cNvPr>
          <p:cNvSpPr/>
          <p:nvPr/>
        </p:nvSpPr>
        <p:spPr>
          <a:xfrm>
            <a:off x="3831676" y="2302844"/>
            <a:ext cx="191583" cy="191904"/>
          </a:xfrm>
          <a:prstGeom prst="ellipse">
            <a:avLst/>
          </a:prstGeom>
          <a:solidFill>
            <a:srgbClr val="E9B44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ir_core_icon_label">
            <a:extLst>
              <a:ext uri="{FF2B5EF4-FFF2-40B4-BE49-F238E27FC236}">
                <a16:creationId xmlns:a16="http://schemas.microsoft.com/office/drawing/2014/main" id="{990EFA94-FF04-9C99-095E-25499882EA2E}"/>
              </a:ext>
            </a:extLst>
          </p:cNvPr>
          <p:cNvSpPr txBox="1"/>
          <p:nvPr/>
        </p:nvSpPr>
        <p:spPr>
          <a:xfrm>
            <a:off x="3831676" y="2302844"/>
            <a:ext cx="19158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I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8" name="ir_core_title">
            <a:extLst>
              <a:ext uri="{FF2B5EF4-FFF2-40B4-BE49-F238E27FC236}">
                <a16:creationId xmlns:a16="http://schemas.microsoft.com/office/drawing/2014/main" id="{6317F0EE-287D-CD63-7007-C3837ED01ABD}"/>
              </a:ext>
            </a:extLst>
          </p:cNvPr>
          <p:cNvSpPr txBox="1"/>
          <p:nvPr/>
        </p:nvSpPr>
        <p:spPr>
          <a:xfrm>
            <a:off x="4162593" y="2294121"/>
            <a:ext cx="1288836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Slide Element IR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9" name="ir_core_line_0">
            <a:extLst>
              <a:ext uri="{FF2B5EF4-FFF2-40B4-BE49-F238E27FC236}">
                <a16:creationId xmlns:a16="http://schemas.microsoft.com/office/drawing/2014/main" id="{533DCB95-FA31-8B52-5B01-AF82BA237758}"/>
              </a:ext>
            </a:extLst>
          </p:cNvPr>
          <p:cNvSpPr txBox="1"/>
          <p:nvPr/>
        </p:nvSpPr>
        <p:spPr>
          <a:xfrm>
            <a:off x="3944884" y="2634314"/>
            <a:ext cx="150654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semantic blocks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0" name="ir_core_line_1">
            <a:extLst>
              <a:ext uri="{FF2B5EF4-FFF2-40B4-BE49-F238E27FC236}">
                <a16:creationId xmlns:a16="http://schemas.microsoft.com/office/drawing/2014/main" id="{3DC8834C-EA10-763C-1475-0B39362734E8}"/>
              </a:ext>
            </a:extLst>
          </p:cNvPr>
          <p:cNvSpPr txBox="1"/>
          <p:nvPr/>
        </p:nvSpPr>
        <p:spPr>
          <a:xfrm>
            <a:off x="3944884" y="2800049"/>
            <a:ext cx="150654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graph kept whole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1" name="reasoning_card">
            <a:extLst>
              <a:ext uri="{FF2B5EF4-FFF2-40B4-BE49-F238E27FC236}">
                <a16:creationId xmlns:a16="http://schemas.microsoft.com/office/drawing/2014/main" id="{7CFAB46E-3058-05E6-1952-BA7397015429}"/>
              </a:ext>
            </a:extLst>
          </p:cNvPr>
          <p:cNvSpPr/>
          <p:nvPr/>
        </p:nvSpPr>
        <p:spPr>
          <a:xfrm>
            <a:off x="3657509" y="3489158"/>
            <a:ext cx="1915838" cy="1395663"/>
          </a:xfrm>
          <a:prstGeom prst="roundRect">
            <a:avLst/>
          </a:prstGeom>
          <a:solidFill>
            <a:srgbClr val="FFFFFF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reasoning_icon_dot">
            <a:extLst>
              <a:ext uri="{FF2B5EF4-FFF2-40B4-BE49-F238E27FC236}">
                <a16:creationId xmlns:a16="http://schemas.microsoft.com/office/drawing/2014/main" id="{E0BC856B-E1E5-828E-BAE0-43426FDB022F}"/>
              </a:ext>
            </a:extLst>
          </p:cNvPr>
          <p:cNvSpPr/>
          <p:nvPr/>
        </p:nvSpPr>
        <p:spPr>
          <a:xfrm>
            <a:off x="3831676" y="3715953"/>
            <a:ext cx="191583" cy="191904"/>
          </a:xfrm>
          <a:prstGeom prst="ellipse">
            <a:avLst/>
          </a:prstGeom>
          <a:solidFill>
            <a:srgbClr val="E9B44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reasoning_icon_label">
            <a:extLst>
              <a:ext uri="{FF2B5EF4-FFF2-40B4-BE49-F238E27FC236}">
                <a16:creationId xmlns:a16="http://schemas.microsoft.com/office/drawing/2014/main" id="{EC0D3B44-2886-B359-B2F3-85C50746D13E}"/>
              </a:ext>
            </a:extLst>
          </p:cNvPr>
          <p:cNvSpPr txBox="1"/>
          <p:nvPr/>
        </p:nvSpPr>
        <p:spPr>
          <a:xfrm>
            <a:off x="3831676" y="3715953"/>
            <a:ext cx="19158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H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4" name="reasoning_title">
            <a:extLst>
              <a:ext uri="{FF2B5EF4-FFF2-40B4-BE49-F238E27FC236}">
                <a16:creationId xmlns:a16="http://schemas.microsoft.com/office/drawing/2014/main" id="{2D57FABE-16B2-1E3B-2635-E0E32D2B940F}"/>
              </a:ext>
            </a:extLst>
          </p:cNvPr>
          <p:cNvSpPr txBox="1"/>
          <p:nvPr/>
        </p:nvSpPr>
        <p:spPr>
          <a:xfrm>
            <a:off x="4162593" y="3707230"/>
            <a:ext cx="1288836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Hint Packet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65" name="reasoning_line_0">
            <a:extLst>
              <a:ext uri="{FF2B5EF4-FFF2-40B4-BE49-F238E27FC236}">
                <a16:creationId xmlns:a16="http://schemas.microsoft.com/office/drawing/2014/main" id="{EDA2DA6B-8F0E-25A3-B81A-37C57BBC06AF}"/>
              </a:ext>
            </a:extLst>
          </p:cNvPr>
          <p:cNvSpPr txBox="1"/>
          <p:nvPr/>
        </p:nvSpPr>
        <p:spPr>
          <a:xfrm>
            <a:off x="3944884" y="4047423"/>
            <a:ext cx="150654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intent + importance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6" name="reasoning_guard">
            <a:extLst>
              <a:ext uri="{FF2B5EF4-FFF2-40B4-BE49-F238E27FC236}">
                <a16:creationId xmlns:a16="http://schemas.microsoft.com/office/drawing/2014/main" id="{0776E943-6B06-1F98-4860-A1357F67F9D7}"/>
              </a:ext>
            </a:extLst>
          </p:cNvPr>
          <p:cNvSpPr/>
          <p:nvPr/>
        </p:nvSpPr>
        <p:spPr>
          <a:xfrm>
            <a:off x="3901342" y="4309110"/>
            <a:ext cx="1428171" cy="314024"/>
          </a:xfrm>
          <a:prstGeom prst="roundRect">
            <a:avLst/>
          </a:prstGeom>
          <a:solidFill>
            <a:srgbClr val="FFF7E6"/>
          </a:solidFill>
          <a:ln w="12627">
            <a:solidFill>
              <a:srgbClr val="E9B44C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reasoning_guard_text">
            <a:extLst>
              <a:ext uri="{FF2B5EF4-FFF2-40B4-BE49-F238E27FC236}">
                <a16:creationId xmlns:a16="http://schemas.microsoft.com/office/drawing/2014/main" id="{43A91A9A-BAA7-CE9C-F8E6-B0837B49D9C2}"/>
              </a:ext>
            </a:extLst>
          </p:cNvPr>
          <p:cNvSpPr txBox="1"/>
          <p:nvPr/>
        </p:nvSpPr>
        <p:spPr>
          <a:xfrm>
            <a:off x="3971009" y="4344002"/>
            <a:ext cx="1288836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7C3D12"/>
                </a:solidFill>
                <a:latin typeface="Aptos" panose="020B0004020202020204" pitchFamily="34" charset="0"/>
              </a:rPr>
              <a:t>hints only</a:t>
            </a:r>
            <a:endParaRPr lang="ko-KR" altLang="en-US" sz="980" b="1">
              <a:solidFill>
                <a:srgbClr val="7C3D12"/>
              </a:solidFill>
              <a:latin typeface="Aptos" panose="020B0004020202020204" pitchFamily="34" charset="0"/>
            </a:endParaRPr>
          </a:p>
        </p:txBody>
      </p:sp>
      <p:sp>
        <p:nvSpPr>
          <p:cNvPr id="68" name="reasoning_limit">
            <a:extLst>
              <a:ext uri="{FF2B5EF4-FFF2-40B4-BE49-F238E27FC236}">
                <a16:creationId xmlns:a16="http://schemas.microsoft.com/office/drawing/2014/main" id="{5557A5EF-F500-CF7E-AF7A-813EB264E286}"/>
              </a:ext>
            </a:extLst>
          </p:cNvPr>
          <p:cNvSpPr txBox="1"/>
          <p:nvPr/>
        </p:nvSpPr>
        <p:spPr>
          <a:xfrm>
            <a:off x="3875217" y="4570797"/>
            <a:ext cx="1480420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64748B"/>
                </a:solidFill>
                <a:latin typeface="Aptos" panose="020B0004020202020204" pitchFamily="34" charset="0"/>
              </a:rPr>
              <a:t>no coords/styles</a:t>
            </a:r>
            <a:endParaRPr lang="ko-KR" altLang="en-US" sz="980" b="1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69" name="rule_engine_card">
            <a:extLst>
              <a:ext uri="{FF2B5EF4-FFF2-40B4-BE49-F238E27FC236}">
                <a16:creationId xmlns:a16="http://schemas.microsoft.com/office/drawing/2014/main" id="{0FAE2522-2E30-6A29-7C31-5CAE1883B608}"/>
              </a:ext>
            </a:extLst>
          </p:cNvPr>
          <p:cNvSpPr/>
          <p:nvPr/>
        </p:nvSpPr>
        <p:spPr>
          <a:xfrm>
            <a:off x="6226473" y="2185085"/>
            <a:ext cx="3222091" cy="697832"/>
          </a:xfrm>
          <a:prstGeom prst="roundRect">
            <a:avLst/>
          </a:prstGeom>
          <a:solidFill>
            <a:srgbClr val="DCFCE7"/>
          </a:solidFill>
          <a:ln w="12627">
            <a:solidFill>
              <a:srgbClr val="7CC7BA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rule_engine_title">
            <a:extLst>
              <a:ext uri="{FF2B5EF4-FFF2-40B4-BE49-F238E27FC236}">
                <a16:creationId xmlns:a16="http://schemas.microsoft.com/office/drawing/2014/main" id="{CA7A1896-88F0-C948-8601-A81DDE7CF547}"/>
              </a:ext>
            </a:extLst>
          </p:cNvPr>
          <p:cNvSpPr txBox="1"/>
          <p:nvPr/>
        </p:nvSpPr>
        <p:spPr>
          <a:xfrm>
            <a:off x="6487723" y="2307206"/>
            <a:ext cx="2699590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241" b="1">
                <a:solidFill>
                  <a:srgbClr val="14532D"/>
                </a:solidFill>
                <a:latin typeface="Aptos" panose="020B0004020202020204" pitchFamily="34" charset="0"/>
              </a:rPr>
              <a:t>Rule Engine Boundary</a:t>
            </a:r>
            <a:endParaRPr lang="ko-KR" altLang="en-US" sz="1241" b="1">
              <a:solidFill>
                <a:srgbClr val="14532D"/>
              </a:solidFill>
              <a:latin typeface="Aptos" panose="020B0004020202020204" pitchFamily="34" charset="0"/>
            </a:endParaRPr>
          </a:p>
        </p:txBody>
      </p:sp>
      <p:sp>
        <p:nvSpPr>
          <p:cNvPr id="71" name="rule_engine_body">
            <a:extLst>
              <a:ext uri="{FF2B5EF4-FFF2-40B4-BE49-F238E27FC236}">
                <a16:creationId xmlns:a16="http://schemas.microsoft.com/office/drawing/2014/main" id="{3A0B975F-FD5A-1869-A989-9F29E9C1970F}"/>
              </a:ext>
            </a:extLst>
          </p:cNvPr>
          <p:cNvSpPr txBox="1"/>
          <p:nvPr/>
        </p:nvSpPr>
        <p:spPr>
          <a:xfrm>
            <a:off x="6487723" y="2577615"/>
            <a:ext cx="2699590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22">
                <a:solidFill>
                  <a:srgbClr val="166534"/>
                </a:solidFill>
                <a:latin typeface="Aptos" panose="020B0004020202020204" pitchFamily="34" charset="0"/>
              </a:rPr>
              <a:t>recipes, colors, z-order</a:t>
            </a:r>
            <a:endParaRPr lang="ko-KR" altLang="en-US" sz="1022">
              <a:solidFill>
                <a:srgbClr val="166534"/>
              </a:solidFill>
              <a:latin typeface="Aptos" panose="020B0004020202020204" pitchFamily="34" charset="0"/>
            </a:endParaRPr>
          </a:p>
        </p:txBody>
      </p:sp>
      <p:sp>
        <p:nvSpPr>
          <p:cNvPr id="72" name="features_card">
            <a:extLst>
              <a:ext uri="{FF2B5EF4-FFF2-40B4-BE49-F238E27FC236}">
                <a16:creationId xmlns:a16="http://schemas.microsoft.com/office/drawing/2014/main" id="{5044963E-2023-AB4A-2A66-20380EEB9466}"/>
              </a:ext>
            </a:extLst>
          </p:cNvPr>
          <p:cNvSpPr/>
          <p:nvPr/>
        </p:nvSpPr>
        <p:spPr>
          <a:xfrm>
            <a:off x="6061014" y="3053013"/>
            <a:ext cx="1079836" cy="889735"/>
          </a:xfrm>
          <a:prstGeom prst="roundRect">
            <a:avLst/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features_icon_dot">
            <a:extLst>
              <a:ext uri="{FF2B5EF4-FFF2-40B4-BE49-F238E27FC236}">
                <a16:creationId xmlns:a16="http://schemas.microsoft.com/office/drawing/2014/main" id="{6034F9BC-76F6-7829-0F62-1E44DC38D173}"/>
              </a:ext>
            </a:extLst>
          </p:cNvPr>
          <p:cNvSpPr/>
          <p:nvPr/>
        </p:nvSpPr>
        <p:spPr>
          <a:xfrm>
            <a:off x="6182931" y="3253640"/>
            <a:ext cx="139334" cy="139566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features_icon_label">
            <a:extLst>
              <a:ext uri="{FF2B5EF4-FFF2-40B4-BE49-F238E27FC236}">
                <a16:creationId xmlns:a16="http://schemas.microsoft.com/office/drawing/2014/main" id="{A4931AE5-65D2-ED50-A225-90CB7FD51542}"/>
              </a:ext>
            </a:extLst>
          </p:cNvPr>
          <p:cNvSpPr txBox="1"/>
          <p:nvPr/>
        </p:nvSpPr>
        <p:spPr>
          <a:xfrm>
            <a:off x="6182931" y="3253640"/>
            <a:ext cx="13933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F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5" name="features_title">
            <a:extLst>
              <a:ext uri="{FF2B5EF4-FFF2-40B4-BE49-F238E27FC236}">
                <a16:creationId xmlns:a16="http://schemas.microsoft.com/office/drawing/2014/main" id="{FDF0E03F-ED45-4969-8AAF-A803BFFDAF21}"/>
              </a:ext>
            </a:extLst>
          </p:cNvPr>
          <p:cNvSpPr txBox="1"/>
          <p:nvPr/>
        </p:nvSpPr>
        <p:spPr>
          <a:xfrm>
            <a:off x="6426765" y="3218748"/>
            <a:ext cx="59216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Features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76" name="features_line_0">
            <a:extLst>
              <a:ext uri="{FF2B5EF4-FFF2-40B4-BE49-F238E27FC236}">
                <a16:creationId xmlns:a16="http://schemas.microsoft.com/office/drawing/2014/main" id="{B539948D-B4E1-A0D8-9821-A811EADADBEB}"/>
              </a:ext>
            </a:extLst>
          </p:cNvPr>
          <p:cNvSpPr txBox="1"/>
          <p:nvPr/>
        </p:nvSpPr>
        <p:spPr>
          <a:xfrm>
            <a:off x="6252598" y="3558941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density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7" name="features_line_1">
            <a:extLst>
              <a:ext uri="{FF2B5EF4-FFF2-40B4-BE49-F238E27FC236}">
                <a16:creationId xmlns:a16="http://schemas.microsoft.com/office/drawing/2014/main" id="{20B7B708-1E69-3EEF-7355-3259C85CC305}"/>
              </a:ext>
            </a:extLst>
          </p:cNvPr>
          <p:cNvSpPr txBox="1"/>
          <p:nvPr/>
        </p:nvSpPr>
        <p:spPr>
          <a:xfrm>
            <a:off x="6252598" y="3733399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size risk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8" name="recipes_card">
            <a:extLst>
              <a:ext uri="{FF2B5EF4-FFF2-40B4-BE49-F238E27FC236}">
                <a16:creationId xmlns:a16="http://schemas.microsoft.com/office/drawing/2014/main" id="{895E0EA3-3652-7C5F-33BA-4A33ADF07977}"/>
              </a:ext>
            </a:extLst>
          </p:cNvPr>
          <p:cNvSpPr/>
          <p:nvPr/>
        </p:nvSpPr>
        <p:spPr>
          <a:xfrm>
            <a:off x="7297600" y="3053013"/>
            <a:ext cx="1079836" cy="889735"/>
          </a:xfrm>
          <a:prstGeom prst="roundRect">
            <a:avLst/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recipes_icon_dot">
            <a:extLst>
              <a:ext uri="{FF2B5EF4-FFF2-40B4-BE49-F238E27FC236}">
                <a16:creationId xmlns:a16="http://schemas.microsoft.com/office/drawing/2014/main" id="{3B29158A-9D3A-1C10-542B-4FFAAA8C7B9D}"/>
              </a:ext>
            </a:extLst>
          </p:cNvPr>
          <p:cNvSpPr/>
          <p:nvPr/>
        </p:nvSpPr>
        <p:spPr>
          <a:xfrm>
            <a:off x="7419518" y="3253640"/>
            <a:ext cx="139333" cy="139566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recipes_icon_label">
            <a:extLst>
              <a:ext uri="{FF2B5EF4-FFF2-40B4-BE49-F238E27FC236}">
                <a16:creationId xmlns:a16="http://schemas.microsoft.com/office/drawing/2014/main" id="{D6614EFE-66AD-98D9-6F57-97FEFDAF50CA}"/>
              </a:ext>
            </a:extLst>
          </p:cNvPr>
          <p:cNvSpPr txBox="1"/>
          <p:nvPr/>
        </p:nvSpPr>
        <p:spPr>
          <a:xfrm>
            <a:off x="7419518" y="3253640"/>
            <a:ext cx="13933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R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81" name="recipes_title">
            <a:extLst>
              <a:ext uri="{FF2B5EF4-FFF2-40B4-BE49-F238E27FC236}">
                <a16:creationId xmlns:a16="http://schemas.microsoft.com/office/drawing/2014/main" id="{A04A8D6B-04EC-6D95-BE9D-0EE322BA8B75}"/>
              </a:ext>
            </a:extLst>
          </p:cNvPr>
          <p:cNvSpPr txBox="1"/>
          <p:nvPr/>
        </p:nvSpPr>
        <p:spPr>
          <a:xfrm>
            <a:off x="7663352" y="3218748"/>
            <a:ext cx="59216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Recipes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2" name="recipes_line_0">
            <a:extLst>
              <a:ext uri="{FF2B5EF4-FFF2-40B4-BE49-F238E27FC236}">
                <a16:creationId xmlns:a16="http://schemas.microsoft.com/office/drawing/2014/main" id="{6E8DB9B4-81F9-1E65-D9A6-F5B9040D2FFC}"/>
              </a:ext>
            </a:extLst>
          </p:cNvPr>
          <p:cNvSpPr txBox="1"/>
          <p:nvPr/>
        </p:nvSpPr>
        <p:spPr>
          <a:xfrm>
            <a:off x="7489184" y="3558941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profile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3" name="recipes_line_1">
            <a:extLst>
              <a:ext uri="{FF2B5EF4-FFF2-40B4-BE49-F238E27FC236}">
                <a16:creationId xmlns:a16="http://schemas.microsoft.com/office/drawing/2014/main" id="{02A3FC23-8BEF-2FAD-7AC6-7410D529A457}"/>
              </a:ext>
            </a:extLst>
          </p:cNvPr>
          <p:cNvSpPr txBox="1"/>
          <p:nvPr/>
        </p:nvSpPr>
        <p:spPr>
          <a:xfrm>
            <a:off x="7489184" y="3733399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variant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4" name="theme_card">
            <a:extLst>
              <a:ext uri="{FF2B5EF4-FFF2-40B4-BE49-F238E27FC236}">
                <a16:creationId xmlns:a16="http://schemas.microsoft.com/office/drawing/2014/main" id="{3277B260-336D-1B8B-244F-9A2D9ED0AD45}"/>
              </a:ext>
            </a:extLst>
          </p:cNvPr>
          <p:cNvSpPr/>
          <p:nvPr/>
        </p:nvSpPr>
        <p:spPr>
          <a:xfrm>
            <a:off x="8534187" y="3053013"/>
            <a:ext cx="1079835" cy="889735"/>
          </a:xfrm>
          <a:prstGeom prst="roundRect">
            <a:avLst/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heme_icon_dot">
            <a:extLst>
              <a:ext uri="{FF2B5EF4-FFF2-40B4-BE49-F238E27FC236}">
                <a16:creationId xmlns:a16="http://schemas.microsoft.com/office/drawing/2014/main" id="{C769E464-2E6C-93EF-3D3B-0B9EDF50A8D4}"/>
              </a:ext>
            </a:extLst>
          </p:cNvPr>
          <p:cNvSpPr/>
          <p:nvPr/>
        </p:nvSpPr>
        <p:spPr>
          <a:xfrm>
            <a:off x="8656103" y="3253640"/>
            <a:ext cx="139334" cy="139566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theme_icon_label">
            <a:extLst>
              <a:ext uri="{FF2B5EF4-FFF2-40B4-BE49-F238E27FC236}">
                <a16:creationId xmlns:a16="http://schemas.microsoft.com/office/drawing/2014/main" id="{6F0F8C5F-2FB6-81A7-F61C-5517F6CD3B1F}"/>
              </a:ext>
            </a:extLst>
          </p:cNvPr>
          <p:cNvSpPr txBox="1"/>
          <p:nvPr/>
        </p:nvSpPr>
        <p:spPr>
          <a:xfrm>
            <a:off x="8656103" y="3253640"/>
            <a:ext cx="13933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T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87" name="theme_title">
            <a:extLst>
              <a:ext uri="{FF2B5EF4-FFF2-40B4-BE49-F238E27FC236}">
                <a16:creationId xmlns:a16="http://schemas.microsoft.com/office/drawing/2014/main" id="{14616B5C-C269-FF99-650E-3C35FFC5994E}"/>
              </a:ext>
            </a:extLst>
          </p:cNvPr>
          <p:cNvSpPr txBox="1"/>
          <p:nvPr/>
        </p:nvSpPr>
        <p:spPr>
          <a:xfrm>
            <a:off x="8899937" y="3218748"/>
            <a:ext cx="59216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Theme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8" name="theme_line_0">
            <a:extLst>
              <a:ext uri="{FF2B5EF4-FFF2-40B4-BE49-F238E27FC236}">
                <a16:creationId xmlns:a16="http://schemas.microsoft.com/office/drawing/2014/main" id="{8C7E63E5-7413-A24D-2E13-80197B83881B}"/>
              </a:ext>
            </a:extLst>
          </p:cNvPr>
          <p:cNvSpPr txBox="1"/>
          <p:nvPr/>
        </p:nvSpPr>
        <p:spPr>
          <a:xfrm>
            <a:off x="8725770" y="3558941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harmony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9" name="theme_line_1">
            <a:extLst>
              <a:ext uri="{FF2B5EF4-FFF2-40B4-BE49-F238E27FC236}">
                <a16:creationId xmlns:a16="http://schemas.microsoft.com/office/drawing/2014/main" id="{35A30D1C-D538-B55A-EF88-3EBAD717B75B}"/>
              </a:ext>
            </a:extLst>
          </p:cNvPr>
          <p:cNvSpPr txBox="1"/>
          <p:nvPr/>
        </p:nvSpPr>
        <p:spPr>
          <a:xfrm>
            <a:off x="8725770" y="3733399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PPT accents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0" name="compose_card">
            <a:extLst>
              <a:ext uri="{FF2B5EF4-FFF2-40B4-BE49-F238E27FC236}">
                <a16:creationId xmlns:a16="http://schemas.microsoft.com/office/drawing/2014/main" id="{E1E56A42-7D5D-92E9-9D6C-8E0BF7D80E05}"/>
              </a:ext>
            </a:extLst>
          </p:cNvPr>
          <p:cNvSpPr/>
          <p:nvPr/>
        </p:nvSpPr>
        <p:spPr>
          <a:xfrm>
            <a:off x="6061014" y="4047423"/>
            <a:ext cx="1079836" cy="889735"/>
          </a:xfrm>
          <a:prstGeom prst="roundRect">
            <a:avLst/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compose_icon_dot">
            <a:extLst>
              <a:ext uri="{FF2B5EF4-FFF2-40B4-BE49-F238E27FC236}">
                <a16:creationId xmlns:a16="http://schemas.microsoft.com/office/drawing/2014/main" id="{E9CE3CE9-AD71-8B9C-BB46-15B250EF4700}"/>
              </a:ext>
            </a:extLst>
          </p:cNvPr>
          <p:cNvSpPr/>
          <p:nvPr/>
        </p:nvSpPr>
        <p:spPr>
          <a:xfrm>
            <a:off x="6182931" y="4248050"/>
            <a:ext cx="139334" cy="139566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compose_icon_label">
            <a:extLst>
              <a:ext uri="{FF2B5EF4-FFF2-40B4-BE49-F238E27FC236}">
                <a16:creationId xmlns:a16="http://schemas.microsoft.com/office/drawing/2014/main" id="{DBCC12D4-2A7F-33E0-8BC6-A0AA56758991}"/>
              </a:ext>
            </a:extLst>
          </p:cNvPr>
          <p:cNvSpPr txBox="1"/>
          <p:nvPr/>
        </p:nvSpPr>
        <p:spPr>
          <a:xfrm>
            <a:off x="6182931" y="4248050"/>
            <a:ext cx="13933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C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3" name="compose_title">
            <a:extLst>
              <a:ext uri="{FF2B5EF4-FFF2-40B4-BE49-F238E27FC236}">
                <a16:creationId xmlns:a16="http://schemas.microsoft.com/office/drawing/2014/main" id="{6268DA5F-7730-4C3B-F3E5-4375ED140AD1}"/>
              </a:ext>
            </a:extLst>
          </p:cNvPr>
          <p:cNvSpPr txBox="1"/>
          <p:nvPr/>
        </p:nvSpPr>
        <p:spPr>
          <a:xfrm>
            <a:off x="6426765" y="4213158"/>
            <a:ext cx="59216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Compose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94" name="compose_line_0">
            <a:extLst>
              <a:ext uri="{FF2B5EF4-FFF2-40B4-BE49-F238E27FC236}">
                <a16:creationId xmlns:a16="http://schemas.microsoft.com/office/drawing/2014/main" id="{A22FB8B8-A106-5469-1933-3055CB1DECFD}"/>
              </a:ext>
            </a:extLst>
          </p:cNvPr>
          <p:cNvSpPr txBox="1"/>
          <p:nvPr/>
        </p:nvSpPr>
        <p:spPr>
          <a:xfrm>
            <a:off x="6252598" y="4553351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regions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5" name="compose_line_1">
            <a:extLst>
              <a:ext uri="{FF2B5EF4-FFF2-40B4-BE49-F238E27FC236}">
                <a16:creationId xmlns:a16="http://schemas.microsoft.com/office/drawing/2014/main" id="{08D7433E-8CA7-C6E6-BB0A-0F50DEBACBAD}"/>
              </a:ext>
            </a:extLst>
          </p:cNvPr>
          <p:cNvSpPr txBox="1"/>
          <p:nvPr/>
        </p:nvSpPr>
        <p:spPr>
          <a:xfrm>
            <a:off x="6252598" y="4727809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overflow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6" name="objects_card">
            <a:extLst>
              <a:ext uri="{FF2B5EF4-FFF2-40B4-BE49-F238E27FC236}">
                <a16:creationId xmlns:a16="http://schemas.microsoft.com/office/drawing/2014/main" id="{3E4FA430-9DA1-7FBD-A70A-7DA14846319C}"/>
              </a:ext>
            </a:extLst>
          </p:cNvPr>
          <p:cNvSpPr/>
          <p:nvPr/>
        </p:nvSpPr>
        <p:spPr>
          <a:xfrm>
            <a:off x="7297600" y="4047423"/>
            <a:ext cx="1079836" cy="889735"/>
          </a:xfrm>
          <a:prstGeom prst="roundRect">
            <a:avLst/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objects_icon_dot">
            <a:extLst>
              <a:ext uri="{FF2B5EF4-FFF2-40B4-BE49-F238E27FC236}">
                <a16:creationId xmlns:a16="http://schemas.microsoft.com/office/drawing/2014/main" id="{3A1E67F6-743C-917C-F7B4-1C2D786B12BB}"/>
              </a:ext>
            </a:extLst>
          </p:cNvPr>
          <p:cNvSpPr/>
          <p:nvPr/>
        </p:nvSpPr>
        <p:spPr>
          <a:xfrm>
            <a:off x="7419518" y="4248050"/>
            <a:ext cx="139333" cy="139566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objects_icon_label">
            <a:extLst>
              <a:ext uri="{FF2B5EF4-FFF2-40B4-BE49-F238E27FC236}">
                <a16:creationId xmlns:a16="http://schemas.microsoft.com/office/drawing/2014/main" id="{CC038929-F9CF-9770-38F0-B4A79EB1CAD1}"/>
              </a:ext>
            </a:extLst>
          </p:cNvPr>
          <p:cNvSpPr txBox="1"/>
          <p:nvPr/>
        </p:nvSpPr>
        <p:spPr>
          <a:xfrm>
            <a:off x="7419518" y="4248050"/>
            <a:ext cx="13933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O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9" name="objects_title">
            <a:extLst>
              <a:ext uri="{FF2B5EF4-FFF2-40B4-BE49-F238E27FC236}">
                <a16:creationId xmlns:a16="http://schemas.microsoft.com/office/drawing/2014/main" id="{9B96C8C5-A9E7-50D9-A857-6BB3E297F68F}"/>
              </a:ext>
            </a:extLst>
          </p:cNvPr>
          <p:cNvSpPr txBox="1"/>
          <p:nvPr/>
        </p:nvSpPr>
        <p:spPr>
          <a:xfrm>
            <a:off x="7663352" y="4213158"/>
            <a:ext cx="59216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Objects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00" name="objects_line_0">
            <a:extLst>
              <a:ext uri="{FF2B5EF4-FFF2-40B4-BE49-F238E27FC236}">
                <a16:creationId xmlns:a16="http://schemas.microsoft.com/office/drawing/2014/main" id="{5B562D2E-1EF5-6BA2-9C44-FA763B225895}"/>
              </a:ext>
            </a:extLst>
          </p:cNvPr>
          <p:cNvSpPr txBox="1"/>
          <p:nvPr/>
        </p:nvSpPr>
        <p:spPr>
          <a:xfrm>
            <a:off x="7489184" y="4553351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charts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1" name="objects_line_1">
            <a:extLst>
              <a:ext uri="{FF2B5EF4-FFF2-40B4-BE49-F238E27FC236}">
                <a16:creationId xmlns:a16="http://schemas.microsoft.com/office/drawing/2014/main" id="{D1EA289C-36C2-26CF-A24B-FC606EC4D5B3}"/>
              </a:ext>
            </a:extLst>
          </p:cNvPr>
          <p:cNvSpPr txBox="1"/>
          <p:nvPr/>
        </p:nvSpPr>
        <p:spPr>
          <a:xfrm>
            <a:off x="7489184" y="4727809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icons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2" name="decorate_card">
            <a:extLst>
              <a:ext uri="{FF2B5EF4-FFF2-40B4-BE49-F238E27FC236}">
                <a16:creationId xmlns:a16="http://schemas.microsoft.com/office/drawing/2014/main" id="{26A791FC-7090-DD16-4855-CD5A55665347}"/>
              </a:ext>
            </a:extLst>
          </p:cNvPr>
          <p:cNvSpPr/>
          <p:nvPr/>
        </p:nvSpPr>
        <p:spPr>
          <a:xfrm>
            <a:off x="8534187" y="4047423"/>
            <a:ext cx="1079835" cy="889735"/>
          </a:xfrm>
          <a:prstGeom prst="roundRect">
            <a:avLst/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decorate_icon_dot">
            <a:extLst>
              <a:ext uri="{FF2B5EF4-FFF2-40B4-BE49-F238E27FC236}">
                <a16:creationId xmlns:a16="http://schemas.microsoft.com/office/drawing/2014/main" id="{A11223F8-CA01-23EE-E493-9C191549A792}"/>
              </a:ext>
            </a:extLst>
          </p:cNvPr>
          <p:cNvSpPr/>
          <p:nvPr/>
        </p:nvSpPr>
        <p:spPr>
          <a:xfrm>
            <a:off x="8656103" y="4248050"/>
            <a:ext cx="139334" cy="139566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decorate_icon_label">
            <a:extLst>
              <a:ext uri="{FF2B5EF4-FFF2-40B4-BE49-F238E27FC236}">
                <a16:creationId xmlns:a16="http://schemas.microsoft.com/office/drawing/2014/main" id="{5B71BE62-4417-7787-39A6-75DAC6E0499D}"/>
              </a:ext>
            </a:extLst>
          </p:cNvPr>
          <p:cNvSpPr txBox="1"/>
          <p:nvPr/>
        </p:nvSpPr>
        <p:spPr>
          <a:xfrm>
            <a:off x="8656103" y="4248050"/>
            <a:ext cx="13933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D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05" name="decorate_title">
            <a:extLst>
              <a:ext uri="{FF2B5EF4-FFF2-40B4-BE49-F238E27FC236}">
                <a16:creationId xmlns:a16="http://schemas.microsoft.com/office/drawing/2014/main" id="{DCFE48A8-2CA7-F180-A3BA-30D696B8F832}"/>
              </a:ext>
            </a:extLst>
          </p:cNvPr>
          <p:cNvSpPr txBox="1"/>
          <p:nvPr/>
        </p:nvSpPr>
        <p:spPr>
          <a:xfrm>
            <a:off x="8899937" y="4213158"/>
            <a:ext cx="59216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Decorate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06" name="decorate_line_0">
            <a:extLst>
              <a:ext uri="{FF2B5EF4-FFF2-40B4-BE49-F238E27FC236}">
                <a16:creationId xmlns:a16="http://schemas.microsoft.com/office/drawing/2014/main" id="{232B4E13-23E7-72FD-E6E4-8CB0ED4192D8}"/>
              </a:ext>
            </a:extLst>
          </p:cNvPr>
          <p:cNvSpPr txBox="1"/>
          <p:nvPr/>
        </p:nvSpPr>
        <p:spPr>
          <a:xfrm>
            <a:off x="8725770" y="4553351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type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7" name="decorate_line_1">
            <a:extLst>
              <a:ext uri="{FF2B5EF4-FFF2-40B4-BE49-F238E27FC236}">
                <a16:creationId xmlns:a16="http://schemas.microsoft.com/office/drawing/2014/main" id="{BD97F9A4-E4BC-EDF3-41A3-FF70769634DD}"/>
              </a:ext>
            </a:extLst>
          </p:cNvPr>
          <p:cNvSpPr txBox="1"/>
          <p:nvPr/>
        </p:nvSpPr>
        <p:spPr>
          <a:xfrm>
            <a:off x="8725770" y="4727809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effects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8" name="styled_ir_card">
            <a:extLst>
              <a:ext uri="{FF2B5EF4-FFF2-40B4-BE49-F238E27FC236}">
                <a16:creationId xmlns:a16="http://schemas.microsoft.com/office/drawing/2014/main" id="{A6280E5B-FF1E-9060-4978-58312EB59736}"/>
              </a:ext>
            </a:extLst>
          </p:cNvPr>
          <p:cNvSpPr/>
          <p:nvPr/>
        </p:nvSpPr>
        <p:spPr>
          <a:xfrm>
            <a:off x="10075566" y="2076049"/>
            <a:ext cx="1706837" cy="915904"/>
          </a:xfrm>
          <a:prstGeom prst="roundRect">
            <a:avLst/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styled_ir_icon_dot">
            <a:extLst>
              <a:ext uri="{FF2B5EF4-FFF2-40B4-BE49-F238E27FC236}">
                <a16:creationId xmlns:a16="http://schemas.microsoft.com/office/drawing/2014/main" id="{6E6E374A-9AB8-8696-7D08-CB2A87C71FA7}"/>
              </a:ext>
            </a:extLst>
          </p:cNvPr>
          <p:cNvSpPr/>
          <p:nvPr/>
        </p:nvSpPr>
        <p:spPr>
          <a:xfrm>
            <a:off x="10249733" y="2302844"/>
            <a:ext cx="191583" cy="191904"/>
          </a:xfrm>
          <a:prstGeom prst="ellipse">
            <a:avLst/>
          </a:prstGeom>
          <a:solidFill>
            <a:srgbClr val="818CF8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styled_ir_icon_label">
            <a:extLst>
              <a:ext uri="{FF2B5EF4-FFF2-40B4-BE49-F238E27FC236}">
                <a16:creationId xmlns:a16="http://schemas.microsoft.com/office/drawing/2014/main" id="{DF7AC879-3269-4084-25CF-7A554E4C04FA}"/>
              </a:ext>
            </a:extLst>
          </p:cNvPr>
          <p:cNvSpPr txBox="1"/>
          <p:nvPr/>
        </p:nvSpPr>
        <p:spPr>
          <a:xfrm>
            <a:off x="10249733" y="2302844"/>
            <a:ext cx="19158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11" name="styled_ir_title">
            <a:extLst>
              <a:ext uri="{FF2B5EF4-FFF2-40B4-BE49-F238E27FC236}">
                <a16:creationId xmlns:a16="http://schemas.microsoft.com/office/drawing/2014/main" id="{8F5E8600-A2B7-BAD8-905A-5A0174C6A98A}"/>
              </a:ext>
            </a:extLst>
          </p:cNvPr>
          <p:cNvSpPr txBox="1"/>
          <p:nvPr/>
        </p:nvSpPr>
        <p:spPr>
          <a:xfrm>
            <a:off x="10580650" y="2294121"/>
            <a:ext cx="1079836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Styled Deck IR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12" name="styled_ir_line_0">
            <a:extLst>
              <a:ext uri="{FF2B5EF4-FFF2-40B4-BE49-F238E27FC236}">
                <a16:creationId xmlns:a16="http://schemas.microsoft.com/office/drawing/2014/main" id="{D14903F1-A695-A668-F0BA-95E27B4DCB4E}"/>
              </a:ext>
            </a:extLst>
          </p:cNvPr>
          <p:cNvSpPr txBox="1"/>
          <p:nvPr/>
        </p:nvSpPr>
        <p:spPr>
          <a:xfrm>
            <a:off x="10362941" y="2634314"/>
            <a:ext cx="129754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renderer-neutral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3" name="styled_ir_line_1">
            <a:extLst>
              <a:ext uri="{FF2B5EF4-FFF2-40B4-BE49-F238E27FC236}">
                <a16:creationId xmlns:a16="http://schemas.microsoft.com/office/drawing/2014/main" id="{ADAEA09B-5DF2-0CFD-22A8-863EBA11150D}"/>
              </a:ext>
            </a:extLst>
          </p:cNvPr>
          <p:cNvSpPr txBox="1"/>
          <p:nvPr/>
        </p:nvSpPr>
        <p:spPr>
          <a:xfrm>
            <a:off x="10362941" y="2800049"/>
            <a:ext cx="129754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coherent contract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4" name="renderers_card">
            <a:extLst>
              <a:ext uri="{FF2B5EF4-FFF2-40B4-BE49-F238E27FC236}">
                <a16:creationId xmlns:a16="http://schemas.microsoft.com/office/drawing/2014/main" id="{024392AB-265A-B785-8225-138753CF44DF}"/>
              </a:ext>
            </a:extLst>
          </p:cNvPr>
          <p:cNvSpPr/>
          <p:nvPr/>
        </p:nvSpPr>
        <p:spPr>
          <a:xfrm>
            <a:off x="10075566" y="3401929"/>
            <a:ext cx="1706837" cy="915904"/>
          </a:xfrm>
          <a:prstGeom prst="roundRect">
            <a:avLst/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renderers_icon_dot">
            <a:extLst>
              <a:ext uri="{FF2B5EF4-FFF2-40B4-BE49-F238E27FC236}">
                <a16:creationId xmlns:a16="http://schemas.microsoft.com/office/drawing/2014/main" id="{F5693D85-6DF5-0F42-CFE0-7445BAB7C00C}"/>
              </a:ext>
            </a:extLst>
          </p:cNvPr>
          <p:cNvSpPr/>
          <p:nvPr/>
        </p:nvSpPr>
        <p:spPr>
          <a:xfrm>
            <a:off x="10249733" y="3628724"/>
            <a:ext cx="191583" cy="191904"/>
          </a:xfrm>
          <a:prstGeom prst="ellipse">
            <a:avLst/>
          </a:prstGeom>
          <a:solidFill>
            <a:srgbClr val="818CF8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6" name="renderers_icon_label">
            <a:extLst>
              <a:ext uri="{FF2B5EF4-FFF2-40B4-BE49-F238E27FC236}">
                <a16:creationId xmlns:a16="http://schemas.microsoft.com/office/drawing/2014/main" id="{37C89C3C-AF47-AB74-6A7D-16C0493287E6}"/>
              </a:ext>
            </a:extLst>
          </p:cNvPr>
          <p:cNvSpPr txBox="1"/>
          <p:nvPr/>
        </p:nvSpPr>
        <p:spPr>
          <a:xfrm>
            <a:off x="10249733" y="3628724"/>
            <a:ext cx="19158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R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17" name="renderers_title">
            <a:extLst>
              <a:ext uri="{FF2B5EF4-FFF2-40B4-BE49-F238E27FC236}">
                <a16:creationId xmlns:a16="http://schemas.microsoft.com/office/drawing/2014/main" id="{18CB787D-80DF-E9E8-EDE0-E1FC31940340}"/>
              </a:ext>
            </a:extLst>
          </p:cNvPr>
          <p:cNvSpPr txBox="1"/>
          <p:nvPr/>
        </p:nvSpPr>
        <p:spPr>
          <a:xfrm>
            <a:off x="10580650" y="3620001"/>
            <a:ext cx="1079836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Renderers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18" name="renderers_line_0">
            <a:extLst>
              <a:ext uri="{FF2B5EF4-FFF2-40B4-BE49-F238E27FC236}">
                <a16:creationId xmlns:a16="http://schemas.microsoft.com/office/drawing/2014/main" id="{0DE32F25-CEFE-2858-F137-BBD006378CC1}"/>
              </a:ext>
            </a:extLst>
          </p:cNvPr>
          <p:cNvSpPr txBox="1"/>
          <p:nvPr/>
        </p:nvSpPr>
        <p:spPr>
          <a:xfrm>
            <a:off x="10362941" y="3960194"/>
            <a:ext cx="129754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editable PPTX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9" name="renderers_line_1">
            <a:extLst>
              <a:ext uri="{FF2B5EF4-FFF2-40B4-BE49-F238E27FC236}">
                <a16:creationId xmlns:a16="http://schemas.microsoft.com/office/drawing/2014/main" id="{5630865F-9C74-BA52-2FAF-EF723A661C8D}"/>
              </a:ext>
            </a:extLst>
          </p:cNvPr>
          <p:cNvSpPr txBox="1"/>
          <p:nvPr/>
        </p:nvSpPr>
        <p:spPr>
          <a:xfrm>
            <a:off x="10362941" y="4125929"/>
            <a:ext cx="129754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HTML / PDF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20" name="visual_check">
            <a:extLst>
              <a:ext uri="{FF2B5EF4-FFF2-40B4-BE49-F238E27FC236}">
                <a16:creationId xmlns:a16="http://schemas.microsoft.com/office/drawing/2014/main" id="{36EE31EB-5B4A-1AD8-E9E9-CBD79381D4C5}"/>
              </a:ext>
            </a:extLst>
          </p:cNvPr>
          <p:cNvSpPr/>
          <p:nvPr/>
        </p:nvSpPr>
        <p:spPr>
          <a:xfrm>
            <a:off x="10075566" y="4413785"/>
            <a:ext cx="1706837" cy="523373"/>
          </a:xfrm>
          <a:prstGeom prst="roundRect">
            <a:avLst/>
          </a:prstGeom>
          <a:solidFill>
            <a:srgbClr val="FFF1F2"/>
          </a:solidFill>
          <a:ln w="12627">
            <a:solidFill>
              <a:srgbClr val="BE123C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visual_check_stripe">
            <a:extLst>
              <a:ext uri="{FF2B5EF4-FFF2-40B4-BE49-F238E27FC236}">
                <a16:creationId xmlns:a16="http://schemas.microsoft.com/office/drawing/2014/main" id="{E2307F09-9BE4-D5A9-458C-07376C19C10A}"/>
              </a:ext>
            </a:extLst>
          </p:cNvPr>
          <p:cNvSpPr/>
          <p:nvPr/>
        </p:nvSpPr>
        <p:spPr>
          <a:xfrm>
            <a:off x="10075566" y="4501014"/>
            <a:ext cx="56604" cy="348916"/>
          </a:xfrm>
          <a:prstGeom prst="roundRect">
            <a:avLst/>
          </a:prstGeom>
          <a:solidFill>
            <a:srgbClr val="BE123C"/>
          </a:solidFill>
          <a:ln w="0">
            <a:solidFill>
              <a:srgbClr val="BE12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visual_check_seal_icon_dot">
            <a:extLst>
              <a:ext uri="{FF2B5EF4-FFF2-40B4-BE49-F238E27FC236}">
                <a16:creationId xmlns:a16="http://schemas.microsoft.com/office/drawing/2014/main" id="{FA17DA71-7CBE-7570-4ACD-F4F5E91F22FA}"/>
              </a:ext>
            </a:extLst>
          </p:cNvPr>
          <p:cNvSpPr/>
          <p:nvPr/>
        </p:nvSpPr>
        <p:spPr>
          <a:xfrm>
            <a:off x="10171357" y="4527182"/>
            <a:ext cx="296085" cy="296579"/>
          </a:xfrm>
          <a:prstGeom prst="ellipse">
            <a:avLst/>
          </a:prstGeom>
          <a:solidFill>
            <a:srgbClr val="BE123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visual_check_seal_icon_label">
            <a:extLst>
              <a:ext uri="{FF2B5EF4-FFF2-40B4-BE49-F238E27FC236}">
                <a16:creationId xmlns:a16="http://schemas.microsoft.com/office/drawing/2014/main" id="{6C1FD18F-E57A-80BF-9178-8BDE0EEF8D38}"/>
              </a:ext>
            </a:extLst>
          </p:cNvPr>
          <p:cNvSpPr txBox="1"/>
          <p:nvPr/>
        </p:nvSpPr>
        <p:spPr>
          <a:xfrm>
            <a:off x="10171357" y="4527182"/>
            <a:ext cx="29608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1117" b="1">
                <a:solidFill>
                  <a:srgbClr val="FFFFFF"/>
                </a:solidFill>
                <a:latin typeface="Aptos" panose="020B0004020202020204" pitchFamily="34" charset="0"/>
              </a:rPr>
              <a:t>V</a:t>
            </a:r>
            <a:endParaRPr lang="ko-KR" altLang="en-US" sz="1117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24" name="visual_check_label">
            <a:extLst>
              <a:ext uri="{FF2B5EF4-FFF2-40B4-BE49-F238E27FC236}">
                <a16:creationId xmlns:a16="http://schemas.microsoft.com/office/drawing/2014/main" id="{247B1101-7985-049E-CB9E-4ADBB8BCB651}"/>
              </a:ext>
            </a:extLst>
          </p:cNvPr>
          <p:cNvSpPr txBox="1"/>
          <p:nvPr/>
        </p:nvSpPr>
        <p:spPr>
          <a:xfrm>
            <a:off x="10571942" y="4518459"/>
            <a:ext cx="108854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881337"/>
                </a:solidFill>
                <a:latin typeface="Aptos" panose="020B0004020202020204" pitchFamily="34" charset="0"/>
              </a:rPr>
              <a:t>PROOF POINT</a:t>
            </a:r>
            <a:endParaRPr lang="ko-KR" altLang="en-US" sz="980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sp>
        <p:nvSpPr>
          <p:cNvPr id="125" name="visual_check_text">
            <a:extLst>
              <a:ext uri="{FF2B5EF4-FFF2-40B4-BE49-F238E27FC236}">
                <a16:creationId xmlns:a16="http://schemas.microsoft.com/office/drawing/2014/main" id="{977C6730-2F46-BDAC-2830-0EE989AC323E}"/>
              </a:ext>
            </a:extLst>
          </p:cNvPr>
          <p:cNvSpPr txBox="1"/>
          <p:nvPr/>
        </p:nvSpPr>
        <p:spPr>
          <a:xfrm>
            <a:off x="10571942" y="4701640"/>
            <a:ext cx="108854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881337"/>
                </a:solidFill>
                <a:latin typeface="Aptos" panose="020B0004020202020204" pitchFamily="34" charset="0"/>
              </a:rPr>
              <a:t>visual validation</a:t>
            </a:r>
            <a:endParaRPr lang="ko-KR" altLang="en-US" sz="980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sp>
        <p:nvSpPr>
          <p:cNvPr id="126" name="coherence_band">
            <a:extLst>
              <a:ext uri="{FF2B5EF4-FFF2-40B4-BE49-F238E27FC236}">
                <a16:creationId xmlns:a16="http://schemas.microsoft.com/office/drawing/2014/main" id="{EA76D1BA-D2DD-A97E-9BA3-05A99824DD3A}"/>
              </a:ext>
            </a:extLst>
          </p:cNvPr>
          <p:cNvSpPr/>
          <p:nvPr/>
        </p:nvSpPr>
        <p:spPr>
          <a:xfrm>
            <a:off x="783752" y="5451809"/>
            <a:ext cx="10624192" cy="628049"/>
          </a:xfrm>
          <a:prstGeom prst="roundRect">
            <a:avLst/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coherence_title">
            <a:extLst>
              <a:ext uri="{FF2B5EF4-FFF2-40B4-BE49-F238E27FC236}">
                <a16:creationId xmlns:a16="http://schemas.microsoft.com/office/drawing/2014/main" id="{F6E0F5C1-9344-7B30-C252-DD37FBF86B89}"/>
              </a:ext>
            </a:extLst>
          </p:cNvPr>
          <p:cNvSpPr txBox="1"/>
          <p:nvPr/>
        </p:nvSpPr>
        <p:spPr>
          <a:xfrm>
            <a:off x="1062419" y="5617544"/>
            <a:ext cx="161104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241" b="1">
                <a:solidFill>
                  <a:srgbClr val="111827"/>
                </a:solidFill>
                <a:latin typeface="Aptos" panose="020B0004020202020204" pitchFamily="34" charset="0"/>
              </a:rPr>
              <a:t>Coherence checks</a:t>
            </a:r>
            <a:endParaRPr lang="ko-KR" altLang="en-US" sz="1241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28" name="coherence_body">
            <a:extLst>
              <a:ext uri="{FF2B5EF4-FFF2-40B4-BE49-F238E27FC236}">
                <a16:creationId xmlns:a16="http://schemas.microsoft.com/office/drawing/2014/main" id="{B386E233-751A-B073-B1BE-51EBF5D0E416}"/>
              </a:ext>
            </a:extLst>
          </p:cNvPr>
          <p:cNvSpPr txBox="1"/>
          <p:nvPr/>
        </p:nvSpPr>
        <p:spPr>
          <a:xfrm>
            <a:off x="2830215" y="5591375"/>
            <a:ext cx="8272936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One graph per slide; text is bounded; icons are centered; arrows keep role-level style.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92698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</Words>
  <Application>Microsoft Office PowerPoint</Application>
  <PresentationFormat>사용자 지정</PresentationFormat>
  <Paragraphs>67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Aptos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2026-06-20T07:49:50Z</dcterms:created>
  <dcterms:modified xsi:type="dcterms:W3CDTF">2026-06-20T07:49:50Z</dcterms:modified>
</cp:coreProperties>
</file>