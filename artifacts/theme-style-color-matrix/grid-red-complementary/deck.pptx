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1CD7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CC7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19964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24231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8498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327660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370332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41300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45567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49834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headEnd type="triangle"/>
          </a:ln>
        </p:spPr>
      </p:sp>
      <p:sp>
        <p:nvSpPr>
          <p:cNvPr id="21" name="Shape 19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head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CC7D2">
              <a:alpha val="82000"/>
            </a:srgbClr>
          </a:solidFill>
          <a:ln w="12700">
            <a:solidFill>
              <a:srgbClr val="CCC7D2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1CD7D7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2900" dirty="0"/>
          </a:p>
        </p:txBody>
      </p:sp>
      <p:sp>
        <p:nvSpPr>
          <p:cNvPr id="26" name="Text 23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25" name="Shape 19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CC7D2"/>
            </a:solidFill>
            <a:prstDash val="solid"/>
          </a:ln>
        </p:spPr>
      </p:sp>
      <p:pic>
        <p:nvPicPr>
          <p:cNvPr id="26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CC7D2"/>
            </a:solidFill>
            <a:prstDash val="solid"/>
          </a:ln>
        </p:spPr>
      </p:sp>
      <p:pic>
        <p:nvPicPr>
          <p:cNvPr id="29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  <p:sp>
        <p:nvSpPr>
          <p:cNvPr id="31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CC7D2"/>
            </a:solidFill>
            <a:prstDash val="solid"/>
          </a:ln>
        </p:spPr>
      </p:sp>
      <p:pic>
        <p:nvPicPr>
          <p:cNvPr id="32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34" name="Shape 25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CC7D2"/>
            </a:solidFill>
            <a:prstDash val="solid"/>
          </a:ln>
        </p:spPr>
      </p:sp>
      <p:pic>
        <p:nvPicPr>
          <p:cNvPr id="35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simple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`#2563EB`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`#111827`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`#4F6F8F`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`#8A4FFF`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grid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`#DC2626`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`#F59E0B`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magazine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`#C2410C`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`#0F766E`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`#16A34A`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`#E11D48`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CC7D2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CC7D2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23" name="Shape 18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CC7D2"/>
            </a:solidFill>
            <a:prstDash val="solid"/>
          </a:ln>
        </p:spPr>
      </p:sp>
      <p:pic>
        <p:nvPicPr>
          <p:cNvPr id="24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82496" y="1638300"/>
            <a:ext cx="927201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CC7D2"/>
            </a:solidFill>
            <a:prstDash val="solid"/>
          </a:ln>
        </p:spPr>
      </p:sp>
      <p:pic>
        <p:nvPicPr>
          <p:cNvPr id="27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82496" y="2651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CC7D2"/>
            </a:solidFill>
            <a:prstDash val="solid"/>
          </a:ln>
        </p:spPr>
      </p:sp>
      <p:pic>
        <p:nvPicPr>
          <p:cNvPr id="30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682496" y="3794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8FAFC"/>
      </a:lt1>
      <a:dk2>
        <a:srgbClr val="475569"/>
      </a:dk2>
      <a:lt2>
        <a:srgbClr val="FBFCFD"/>
      </a:lt2>
      <a:accent1>
        <a:srgbClr val="DC2626"/>
      </a:accent1>
      <a:accent2>
        <a:srgbClr val="1CD7D7"/>
      </a:accent2>
      <a:accent3>
        <a:srgbClr val="DB3175"/>
      </a:accent3>
      <a:accent4>
        <a:srgbClr val="D36A25"/>
      </a:accent4>
      <a:accent5>
        <a:srgbClr val="60DCDC"/>
      </a:accent5>
      <a:accent6>
        <a:srgbClr val="941212"/>
      </a:accent6>
      <a:hlink>
        <a:srgbClr val="DC2626"/>
      </a:hlink>
      <a:folHlink>
        <a:srgbClr val="1CD7D7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2026-06-20T10:19:55Z</dcterms:created>
  <dcterms:modified xsi:type="dcterms:W3CDTF">2026-06-20T10:19:55Z</dcterms:modified>
</cp:coreProperties>
</file>