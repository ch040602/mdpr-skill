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0AB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8181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4C7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34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7534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ABA3D">
              <a:alpha val="92000"/>
            </a:srgbClr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9964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4231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28498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27660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70332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1300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45567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49834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4C7C1">
              <a:alpha val="8200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0ABA3D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8F4EF"/>
          </a:solidFill>
          <a:ln w="12700">
            <a:solidFill>
              <a:srgbClr val="F8F4E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2900" dirty="0"/>
          </a:p>
        </p:txBody>
      </p:sp>
      <p:sp>
        <p:nvSpPr>
          <p:cNvPr id="19" name="Text 16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4C7C1"/>
            </a:solidFill>
            <a:prstDash val="solid"/>
          </a:ln>
        </p:spPr>
      </p:sp>
      <p:pic>
        <p:nvPicPr>
          <p:cNvPr id="22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4C7C1"/>
            </a:solidFill>
            <a:prstDash val="solid"/>
          </a:ln>
        </p:spPr>
      </p:sp>
      <p:pic>
        <p:nvPicPr>
          <p:cNvPr id="25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4C7C1"/>
            </a:solidFill>
            <a:prstDash val="solid"/>
          </a:ln>
        </p:spPr>
      </p:sp>
      <p:pic>
        <p:nvPicPr>
          <p:cNvPr id="28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4C7C1"/>
            </a:solidFill>
            <a:prstDash val="solid"/>
          </a:ln>
        </p:spPr>
      </p:sp>
      <p:pic>
        <p:nvPicPr>
          <p:cNvPr id="31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simple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`#2563EB`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`#111827`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`#4F6F8F`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`#8A4FFF`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`#DC2626`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`#F59E0B`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magazine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`#C2410C`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`#0F766E`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`#16A34A`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`#E11D48`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417320"/>
            <a:ext cx="10241280" cy="86868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14400" y="2560320"/>
            <a:ext cx="10241280" cy="86868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4400" y="3703320"/>
            <a:ext cx="10241280" cy="86868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D4C7C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8" name="Shape 13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4EF"/>
          </a:solidFill>
          <a:ln w="12700">
            <a:solidFill>
              <a:srgbClr val="D4C7C1"/>
            </a:solidFill>
            <a:prstDash val="solid"/>
          </a:ln>
        </p:spPr>
      </p:sp>
      <p:pic>
        <p:nvPicPr>
          <p:cNvPr id="19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82496" y="1638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4EF"/>
          </a:solidFill>
          <a:ln w="12700">
            <a:solidFill>
              <a:srgbClr val="D4C7C1"/>
            </a:solidFill>
            <a:prstDash val="solid"/>
          </a:ln>
        </p:spPr>
      </p:sp>
      <p:pic>
        <p:nvPicPr>
          <p:cNvPr id="22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2496" y="2651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4EF"/>
          </a:solidFill>
          <a:ln w="12700">
            <a:solidFill>
              <a:srgbClr val="D4C7C1"/>
            </a:solidFill>
            <a:prstDash val="solid"/>
          </a:ln>
        </p:spPr>
      </p:sp>
      <p:pic>
        <p:nvPicPr>
          <p:cNvPr id="25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682496" y="3794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8181B"/>
      </a:dk1>
      <a:lt1>
        <a:srgbClr val="F8F4EF"/>
      </a:lt1>
      <a:dk2>
        <a:srgbClr val="57534E"/>
      </a:dk2>
      <a:lt2>
        <a:srgbClr val="FBF8F3"/>
      </a:lt2>
      <a:accent1>
        <a:srgbClr val="C2410C"/>
      </a:accent1>
      <a:accent2>
        <a:srgbClr val="0ABA3D"/>
      </a:accent2>
      <a:accent3>
        <a:srgbClr val="3D0ABA"/>
      </a:accent3>
      <a:accent4>
        <a:srgbClr val="40EA71"/>
      </a:accent4>
      <a:accent5>
        <a:srgbClr val="7140EA"/>
      </a:accent5>
      <a:accent6>
        <a:srgbClr val="6E2305"/>
      </a:accent6>
      <a:hlink>
        <a:srgbClr val="C2410C"/>
      </a:hlink>
      <a:folHlink>
        <a:srgbClr val="0ABA3D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2026-06-20T10:19:58Z</dcterms:created>
  <dcterms:modified xsi:type="dcterms:W3CDTF">2026-06-20T10:19:58Z</dcterms:modified>
</cp:coreProperties>
</file>