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9E0F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CCD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BCCDD8">
              <a:alpha val="9000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6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7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18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19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20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21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2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3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24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0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1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sp>
        <p:nvSpPr>
          <p:cNvPr id="5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15985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1598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1598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15985A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15985A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9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9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BCCDD8">
              <a:alpha val="8200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9E0F1A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8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9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8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9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5985A"/>
          </a:solidFill>
          <a:ln w="12700">
            <a:solidFill>
              <a:srgbClr val="15985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BCCDD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1A">
              <a:alpha val="80000"/>
            </a:srgbClr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1A"/>
          </a:solidFill>
          <a:ln w="12700">
            <a:solidFill>
              <a:srgbClr val="9E0F1A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BCCDD8"/>
            </a:solidFill>
            <a:prstDash val="solid"/>
          </a:ln>
        </p:spPr>
      </p:sp>
      <p:pic>
        <p:nvPicPr>
          <p:cNvPr id="17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BCCDD8"/>
            </a:solidFill>
            <a:prstDash val="solid"/>
          </a:ln>
        </p:spPr>
      </p:sp>
      <p:pic>
        <p:nvPicPr>
          <p:cNvPr id="20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BCCDD8"/>
            </a:solidFill>
            <a:prstDash val="solid"/>
          </a:ln>
        </p:spPr>
      </p:sp>
      <p:pic>
        <p:nvPicPr>
          <p:cNvPr id="23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334155"/>
      </a:dk2>
      <a:lt2>
        <a:srgbClr val="FBFCFD"/>
      </a:lt2>
      <a:accent1>
        <a:srgbClr val="0F766E"/>
      </a:accent1>
      <a:accent2>
        <a:srgbClr val="9E0F1A"/>
      </a:accent2>
      <a:accent3>
        <a:srgbClr val="15985A"/>
      </a:accent3>
      <a:accent4>
        <a:srgbClr val="156E98"/>
      </a:accent4>
      <a:accent5>
        <a:srgbClr val="BE222E"/>
      </a:accent5>
      <a:accent6>
        <a:srgbClr val="096760"/>
      </a:accent6>
      <a:hlink>
        <a:srgbClr val="0F766E"/>
      </a:hlink>
      <a:folHlink>
        <a:srgbClr val="9E0F1A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2026-06-25T11:49:10Z</dcterms:created>
  <dcterms:modified xsi:type="dcterms:W3CDTF">2026-06-25T11:49:10Z</dcterms:modified>
</cp:coreProperties>
</file>