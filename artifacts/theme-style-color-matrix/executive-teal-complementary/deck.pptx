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</c:v>
                </c:pt>
                <c:pt idx="1">
                  <c:v>88</c:v>
                </c:pt>
                <c:pt idx="2">
                  <c:v>94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9E0F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22</c:v>
                </c:pt>
                <c:pt idx="2">
                  <c:v>31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Theme Style and Color Matrix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9964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4231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8498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27660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70332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1300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5567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9834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 and color seed are separate deterministic choices.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Controls surface grammar, shadow, density, and object treatment.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Color seed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Provides the main color; harmony rules derive chart, accent, and PowerPoint theme colors.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Visual validation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build manifest records overflow, font floor, region count, and resolved design tokens.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5985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5985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5985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5985A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5985A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Output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Check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keeps one evidence object as the main proof while labels and theme colors remain coherent.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arc geometry uses theme accents.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CCDD8">
              <a:alpha val="8200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1146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0231" y="3344223"/>
            <a:ext cx="182269" cy="182269"/>
          </a:xfrm>
          <a:prstGeom prst="ellipse">
            <a:avLst/>
          </a:prstGeom>
          <a:solidFill>
            <a:srgbClr val="9E0F1A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6749" y="2822976"/>
            <a:ext cx="1614384" cy="1614384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24865" y="3187514"/>
            <a:ext cx="1458153" cy="62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2900" dirty="0"/>
          </a:p>
        </p:txBody>
      </p:sp>
      <p:sp>
        <p:nvSpPr>
          <p:cNvPr id="16" name="Text 13"/>
          <p:cNvSpPr txBox="1"/>
          <p:nvPr/>
        </p:nvSpPr>
        <p:spPr>
          <a:xfrm>
            <a:off x="5920711" y="3838476"/>
            <a:ext cx="1666461" cy="4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489838" y="2591044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718438" y="2440168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78%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489838" y="3029956"/>
            <a:ext cx="137160" cy="137160"/>
          </a:xfrm>
          <a:prstGeom prst="ellipse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18438" y="2879080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22%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Check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Shape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anchor plus readable insets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text touches a border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emphasis and row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keep row grammar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markers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Marker and text share a centerline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low or drifting glyphs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 usage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 palette only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color marks real contrast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CCDD8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Long text should use plain-safe or rail layouts instead of decorative cards.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CCDD8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Important proof points may receive a contrast chip, but sibling objects keep one grammar.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CCDD8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need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Image sidecars are reserved only when the source contains or requires an image.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CCDD8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tables and code blocks reduce decoration before shrinking below the readable font floor.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407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simple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`#2563EB`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 blue system for clean operational slides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`#111827`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Whitespace-first slides with thin rules and restrained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newmorphism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`#4F6F8F`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Soft UI surfaces using same-tone panels and paired shadows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glass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`#8A4FFF`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split-complementary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Translucent proof surfaces with contrast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grid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`#DC2626`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Swiss modular grid with restrained red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`#F59E0B`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data-journalism page with dense proof rails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magazine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`#C2410C`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triadic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Editorial magazine cover/page rhythm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`#0F766E`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deck rhythm with a warm opposing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`#16A34A`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Engineering/validation tone with brightness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`#E11D48`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proof deck with high-contrast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5985A"/>
          </a:solidFill>
          <a:ln w="12700">
            <a:solidFill>
              <a:srgbClr val="15985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9E0F1A"/>
          </a:solidFill>
          <a:ln w="12700">
            <a:solidFill>
              <a:srgbClr val="9E0F1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CCDD8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638300"/>
            <a:ext cx="927201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design lock for the resolved style/color contract.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CCDD8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manifest with source hash, output list, diagnostics, and optional visual summary.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CCDD8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files are exported through PowerPoint to PNG previews for visual comparison.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BFCFD"/>
      </a:lt2>
      <a:accent1>
        <a:srgbClr val="0F766E"/>
      </a:accent1>
      <a:accent2>
        <a:srgbClr val="9E0F1A"/>
      </a:accent2>
      <a:accent3>
        <a:srgbClr val="15985A"/>
      </a:accent3>
      <a:accent4>
        <a:srgbClr val="156E98"/>
      </a:accent4>
      <a:accent5>
        <a:srgbClr val="BE222E"/>
      </a:accent5>
      <a:accent6>
        <a:srgbClr val="096760"/>
      </a:accent6>
      <a:hlink>
        <a:srgbClr val="0F766E"/>
      </a:hlink>
      <a:folHlink>
        <a:srgbClr val="9E0F1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Theme Style and Color Matrix</dc:title>
  <dc:subject>Generated from Markdown through Presentation IR and Layout IR</dc:subject>
  <dc:creator>mdpresent</dc:creator>
  <cp:lastModifiedBy>mdpresent</cp:lastModifiedBy>
  <cp:revision>1</cp:revision>
  <dcterms:created xsi:type="dcterms:W3CDTF">2026-06-20T10:19:59Z</dcterms:created>
  <dcterms:modified xsi:type="dcterms:W3CDTF">2026-06-20T10:19:59Z</dcterms:modified>
</cp:coreProperties>
</file>