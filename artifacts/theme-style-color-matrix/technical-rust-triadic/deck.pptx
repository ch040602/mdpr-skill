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0ABA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0EB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24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mdpr:mdpr-theme-style-and-color-matrix-797102:title:__title:mdpr-theme-style-and-color-matrix-79710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36192"/>
            <a:ext cx="10515600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852160"/>
            <a:ext cx="2011680" cy="45720"/>
          </a:xfrm>
          <a:prstGeom prst="rect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737360"/>
            <a:ext cx="22860" cy="3968496"/>
          </a:xfrm>
          <a:prstGeom prst="rect">
            <a:avLst/>
          </a:prstGeom>
          <a:solidFill>
            <a:srgbClr val="D0EBD4">
              <a:alpha val="90000"/>
            </a:srgbClr>
          </a:solidFill>
          <a:ln w="12700">
            <a:solidFill>
              <a:srgbClr val="D0EBD4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73152" cy="8412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779776"/>
            <a:ext cx="73152" cy="841248"/>
          </a:xfrm>
          <a:prstGeom prst="rect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822192"/>
            <a:ext cx="73152" cy="8412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864608"/>
            <a:ext cx="73152" cy="841248"/>
          </a:xfrm>
          <a:prstGeom prst="rect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2784" y="1737360"/>
            <a:ext cx="73152" cy="8412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2779776"/>
            <a:ext cx="73152" cy="841248"/>
          </a:xfrm>
          <a:prstGeom prst="rect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3822192"/>
            <a:ext cx="73152" cy="84124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4864608"/>
            <a:ext cx="73152" cy="841248"/>
          </a:xfrm>
          <a:prstGeom prst="rect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14" name="mdpr:toc-53a981:title:__title:toc-53a981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15" name="mdpr:toc-53a981:toc-item-1:toc-item-1"/>
          <p:cNvSpPr txBox="1"/>
          <p:nvPr/>
        </p:nvSpPr>
        <p:spPr>
          <a:xfrm>
            <a:off x="1042416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Theme Contract</a:t>
            </a:r>
            <a:endParaRPr lang="en-US" sz="1800" dirty="0"/>
          </a:p>
        </p:txBody>
      </p:sp>
      <p:sp>
        <p:nvSpPr>
          <p:cNvPr id="16" name="mdpr:toc-53a981:toc-item-2:toc-item-2"/>
          <p:cNvSpPr txBox="1"/>
          <p:nvPr/>
        </p:nvSpPr>
        <p:spPr>
          <a:xfrm>
            <a:off x="1042416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Pipeline and Object Routing</a:t>
            </a:r>
            <a:endParaRPr lang="en-US" sz="1800" dirty="0"/>
          </a:p>
        </p:txBody>
      </p:sp>
      <p:sp>
        <p:nvSpPr>
          <p:cNvPr id="17" name="mdpr:toc-53a981:toc-item-3:toc-item-3"/>
          <p:cNvSpPr txBox="1"/>
          <p:nvPr/>
        </p:nvSpPr>
        <p:spPr>
          <a:xfrm>
            <a:off x="1042416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Numeric Proof Objects</a:t>
            </a:r>
            <a:endParaRPr lang="en-US" sz="1800" dirty="0"/>
          </a:p>
        </p:txBody>
      </p:sp>
      <p:sp>
        <p:nvSpPr>
          <p:cNvPr id="18" name="mdpr:toc-53a981:toc-item-4:toc-item-4"/>
          <p:cNvSpPr txBox="1"/>
          <p:nvPr/>
        </p:nvSpPr>
        <p:spPr>
          <a:xfrm>
            <a:off x="1042416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Arc Ring Proof</a:t>
            </a:r>
            <a:endParaRPr lang="en-US" sz="1800" dirty="0"/>
          </a:p>
        </p:txBody>
      </p:sp>
      <p:sp>
        <p:nvSpPr>
          <p:cNvPr id="19" name="mdpr:toc-53a981:toc-item-5:toc-item-5"/>
          <p:cNvSpPr txBox="1"/>
          <p:nvPr/>
        </p:nvSpPr>
        <p:spPr>
          <a:xfrm>
            <a:off x="6492240" y="1828800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Table and Text Coherence</a:t>
            </a:r>
            <a:endParaRPr lang="en-US" sz="1800" dirty="0"/>
          </a:p>
        </p:txBody>
      </p:sp>
      <p:sp>
        <p:nvSpPr>
          <p:cNvPr id="20" name="mdpr:toc-53a981:toc-item-6:toc-item-6"/>
          <p:cNvSpPr txBox="1"/>
          <p:nvPr/>
        </p:nvSpPr>
        <p:spPr>
          <a:xfrm>
            <a:off x="6492240" y="2871216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Decoration Selection Inputs</a:t>
            </a:r>
            <a:endParaRPr lang="en-US" sz="1800" dirty="0"/>
          </a:p>
        </p:txBody>
      </p:sp>
      <p:sp>
        <p:nvSpPr>
          <p:cNvPr id="21" name="mdpr:toc-53a981:toc-item-7:toc-item-7"/>
          <p:cNvSpPr txBox="1"/>
          <p:nvPr/>
        </p:nvSpPr>
        <p:spPr>
          <a:xfrm>
            <a:off x="6492240" y="3913632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Theme Matrix</a:t>
            </a:r>
            <a:endParaRPr lang="en-US" sz="1800" dirty="0"/>
          </a:p>
        </p:txBody>
      </p:sp>
      <p:sp>
        <p:nvSpPr>
          <p:cNvPr id="22" name="mdpr:toc-53a981:toc-item-8:toc-item-8"/>
          <p:cNvSpPr txBox="1"/>
          <p:nvPr/>
        </p:nvSpPr>
        <p:spPr>
          <a:xfrm>
            <a:off x="6492240" y="4956048"/>
            <a:ext cx="4645152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Final Checks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D0EBD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7" name="mdpr:theme-contract-c377f2:title:__title:theme-contract-c377f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8" name="mdpr:theme-contract-c377f2:key-message:block-3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9" name="mdpr:theme-contract-c377f2:body:block-4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3" name="mdpr:pipeline-and-object-routing-fb82d5:title:__title:pipeline-and-object-routing-fb82d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3D0ABA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3D0AB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3D0AB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3D0ABA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3D0ABA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C2410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D0EBD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6" name="mdpr:numeric-proof-objects-cacd50:title:__title:numeric-proof-objects-cacd5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7" name="mdpr:numeric-proof-objects-cacd50:body:block-10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D0EBD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6" name="mdpr:arc-ring-proof-5379f8:title:__title:arc-ring-proof-5379f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7" name="mdpr:arc-ring-proof-5379f8:body:block-13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D0EBD4">
              <a:alpha val="82000"/>
            </a:srgbClr>
          </a:solidFill>
          <a:ln w="12700">
            <a:solidFill>
              <a:srgbClr val="D0EBD4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0ABA3D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D0EBD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table-and-text-coherence-6ef8a2:title:__title:table-and-text-coherence-6ef8a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mdpr:table-and-text-coherence-6ef8a2:table:block-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5" name="mdpr:1-2-5eab8f:title:__title:1-2-5eab8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6" name="mdpr:1-2-5eab8f:left:block-17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7" name="mdpr:1-2-5eab8f:right:block-17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5" name="mdpr:2-2-db6c82:title:__title:2-2-db6c8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 (Cont. 2/2)</a:t>
            </a:r>
            <a:endParaRPr lang="en-US" sz="3400" dirty="0"/>
          </a:p>
        </p:txBody>
      </p:sp>
      <p:sp>
        <p:nvSpPr>
          <p:cNvPr id="6" name="mdpr:2-2-db6c82:left:block-17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7" name="mdpr:2-2-db6c82:right:block-17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D0EBD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1-2-20250a:title:__title:1-2-20250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1" name="mdpr:1-2-20250a:table:block-19-chunk-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6466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#2563EB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#111827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#4F6F8F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#8A4FFF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clean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#DC2626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#F59E0B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D0EBD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2-2-3dcbe2:title:__title:2-2-3dcbe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 (Cont. 2/2)</a:t>
            </a:r>
            <a:endParaRPr lang="en-US" sz="3400" dirty="0"/>
          </a:p>
        </p:txBody>
      </p:sp>
      <p:graphicFrame>
        <p:nvGraphicFramePr>
          <p:cNvPr id="12" name="mdpr:2-2-3dcbe2:table:block-19-chunk-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9052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#C2410C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#0F766E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#16A34A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#E11D48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3D0ABA"/>
          </a:solidFill>
          <a:ln w="12700">
            <a:solidFill>
              <a:srgbClr val="3D0ABA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D0EBD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D0EBD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D0EBD4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0ABA3D">
              <a:alpha val="80000"/>
            </a:srgbClr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0ABA3D"/>
          </a:solidFill>
          <a:ln w="12700">
            <a:solidFill>
              <a:srgbClr val="0ABA3D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3" name="mdpr:final-checks-4f0459:title:__title:final-checks-4f045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0EBD4"/>
            </a:solidFill>
            <a:prstDash val="solid"/>
          </a:ln>
        </p:spPr>
      </p:sp>
      <p:pic>
        <p:nvPicPr>
          <p:cNvPr id="15" name="Image 3" descr="palett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final-checks-4f0459:item-1:block-21"/>
          <p:cNvSpPr txBox="1"/>
          <p:nvPr/>
        </p:nvSpPr>
        <p:spPr>
          <a:xfrm>
            <a:off x="1699321" y="2164080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0EBD4"/>
            </a:solidFill>
            <a:prstDash val="solid"/>
          </a:ln>
        </p:spPr>
      </p:sp>
      <p:pic>
        <p:nvPicPr>
          <p:cNvPr id="18" name="Image 4" descr="imag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final-checks-4f0459:item-2:block-21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0EBD4"/>
            </a:solidFill>
            <a:prstDash val="solid"/>
          </a:ln>
        </p:spPr>
      </p:sp>
      <p:pic>
        <p:nvPicPr>
          <p:cNvPr id="21" name="Image 5" descr="imag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final-checks-4f0459:item-3:block-21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9FAFB"/>
      </a:lt1>
      <a:dk2>
        <a:srgbClr val="374151"/>
      </a:dk2>
      <a:lt2>
        <a:srgbClr val="FCFCFD"/>
      </a:lt2>
      <a:accent1>
        <a:srgbClr val="C2410C"/>
      </a:accent1>
      <a:accent2>
        <a:srgbClr val="0ABA3D"/>
      </a:accent2>
      <a:accent3>
        <a:srgbClr val="3D0ABA"/>
      </a:accent3>
      <a:accent4>
        <a:srgbClr val="40EA71"/>
      </a:accent4>
      <a:accent5>
        <a:srgbClr val="7140EA"/>
      </a:accent5>
      <a:accent6>
        <a:srgbClr val="6E2305"/>
      </a:accent6>
      <a:hlink>
        <a:srgbClr val="C2410C"/>
      </a:hlink>
      <a:folHlink>
        <a:srgbClr val="0ABA3D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2026-06-25T11:49:08Z</dcterms:created>
  <dcterms:modified xsi:type="dcterms:W3CDTF">2026-06-25T11:49:08Z</dcterms:modified>
</cp:coreProperties>
</file>