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3141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4D6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9964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4231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8498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27660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70332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1300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5567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9834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F2F5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F2F51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F2F5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F2F51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F2F51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4D6DB">
              <a:alpha val="82000"/>
            </a:srgbClr>
          </a:solidFill>
          <a:ln w="12700">
            <a:solidFill>
              <a:srgbClr val="D4D6D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3141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2900" dirty="0"/>
          </a:p>
        </p:txBody>
      </p:sp>
      <p:sp>
        <p:nvSpPr>
          <p:cNvPr id="14" name="Text 11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314163"/>
          </a:solidFill>
          <a:ln w="12700">
            <a:solidFill>
              <a:srgbClr val="314163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14163"/>
          </a:solidFill>
          <a:ln w="12700">
            <a:solidFill>
              <a:srgbClr val="31416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14163"/>
          </a:solidFill>
          <a:ln w="12700">
            <a:solidFill>
              <a:srgbClr val="314163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407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simple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`#2563EB`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`#111827`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`#4F6F8F`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`#8A4FFF`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`#DC2626`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`#F59E0B`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magazine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`#C2410C`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`#0F766E`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`#16A34A`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`#E11D48`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D4D6D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14163"/>
          </a:solidFill>
          <a:ln w="12700">
            <a:solidFill>
              <a:srgbClr val="31416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638300"/>
            <a:ext cx="927201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D6D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314163"/>
      </a:accent2>
      <a:accent3>
        <a:srgbClr val="1F2F51"/>
      </a:accent3>
      <a:accent4>
        <a:srgbClr val="4C659A"/>
      </a:accent4>
      <a:accent5>
        <a:srgbClr val="1E2E53"/>
      </a:accent5>
      <a:accent6>
        <a:srgbClr val="1F2F52"/>
      </a:accent6>
      <a:hlink>
        <a:srgbClr val="111827"/>
      </a:hlink>
      <a:folHlink>
        <a:srgbClr val="314163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2026-06-20T10:19:53Z</dcterms:created>
  <dcterms:modified xsi:type="dcterms:W3CDTF">2026-06-20T10:19:53Z</dcterms:modified>
</cp:coreProperties>
</file>