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Renderer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</c:v>
                </c:pt>
                <c:pt idx="1">
                  <c:v>87</c:v>
                </c:pt>
                <c:pt idx="2">
                  <c:v>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Baseline</c:v>
                  </c:pt>
                  <c:pt idx="1">
                    <c:v>Refined</c:v>
                  </c:pt>
                  <c:pt idx="2">
                    <c:v>Validated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</c:v>
                </c:pt>
                <c:pt idx="1">
                  <c:v>84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Slide Element Catalog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06959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Blocks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47802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88645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Chart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29488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Beside Prose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70332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Gauge Proof Object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11175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 Object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52018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Connected Strip Proof Object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92861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Slot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Blocks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title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title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Paragraph body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Ordered list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Blocks (Cont. 2/2)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Unordered list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emphasis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 rule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row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bold and readable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Numeric cell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right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label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trimmed spacing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Body cell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stable minimum font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Chart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1042416" y="1563624"/>
          <a:ext cx="9985248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Beside Prose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explanation remains beside the graph. This is the MDPR-owned numeric storytelling layout for short interpretation text plus quantitative evidence.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Gauge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103120" y="3835908"/>
            <a:ext cx="7863840" cy="256032"/>
          </a:xfrm>
          <a:prstGeom prst="roundRect">
            <a:avLst>
              <a:gd name="adj" fmla="val 28571"/>
            </a:avLst>
          </a:prstGeom>
          <a:solidFill>
            <a:srgbClr val="C6CBDA">
              <a:alpha val="85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3835908"/>
            <a:ext cx="6526987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0107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3803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3744468"/>
            <a:ext cx="0" cy="438912"/>
          </a:xfrm>
          <a:prstGeom prst="line">
            <a:avLst/>
          </a:prstGeom>
          <a:noFill/>
          <a:ln w="12700">
            <a:solidFill>
              <a:srgbClr val="C6CBDA">
                <a:alpha val="9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0" y="3744468"/>
            <a:ext cx="0" cy="438912"/>
          </a:xfrm>
          <a:prstGeom prst="line">
            <a:avLst/>
          </a:prstGeom>
          <a:noFill/>
          <a:ln w="12700">
            <a:solidFill>
              <a:srgbClr val="C6CBDA">
                <a:alpha val="9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9549" y="2217420"/>
            <a:ext cx="28309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45308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733702" y="1895094"/>
            <a:ext cx="3387852" cy="3387852"/>
          </a:xfrm>
          <a:prstGeom prst="ellipse">
            <a:avLst/>
          </a:prstGeom>
          <a:solidFill>
            <a:srgbClr val="C6CBDA">
              <a:alpha val="8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36974" y="2098365"/>
            <a:ext cx="2981310" cy="2981310"/>
          </a:xfrm>
          <a:prstGeom prst="ellipse">
            <a:avLst/>
          </a:prstGeom>
          <a:solidFill>
            <a:srgbClr val="2563EB">
              <a:alpha val="9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394" y="2538786"/>
            <a:ext cx="2100468" cy="21004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">
            <a:off x="3489924" y="2203456"/>
            <a:ext cx="779206" cy="287967"/>
          </a:xfrm>
          <a:prstGeom prst="roundRect">
            <a:avLst>
              <a:gd name="adj" fmla="val 12701"/>
            </a:avLst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3360000">
            <a:off x="4133401" y="2706196"/>
            <a:ext cx="779206" cy="287967"/>
          </a:xfrm>
          <a:prstGeom prst="roundRect">
            <a:avLst>
              <a:gd name="adj" fmla="val 12701"/>
            </a:avLst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520000">
            <a:off x="4358483" y="3491148"/>
            <a:ext cx="779206" cy="287967"/>
          </a:xfrm>
          <a:prstGeom prst="roundRect">
            <a:avLst>
              <a:gd name="adj" fmla="val 12701"/>
            </a:avLst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030" y="3013085"/>
            <a:ext cx="1897197" cy="813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2343516" y="3860048"/>
            <a:ext cx="2168225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838444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67044" y="2416302"/>
            <a:ext cx="48143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72%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838444" y="3006090"/>
            <a:ext cx="137160" cy="137160"/>
          </a:xfrm>
          <a:prstGeom prst="ellipse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67044" y="2855214"/>
            <a:ext cx="48143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28%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Connected Strip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78992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4293108"/>
            <a:ext cx="581108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61872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01896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3064" y="4293108"/>
            <a:ext cx="1975767" cy="128016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4776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84776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B4A2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924800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25968" y="4293108"/>
            <a:ext cx="2673096" cy="128016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07680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107680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6EB2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92%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4136136" y="3589020"/>
            <a:ext cx="384048" cy="0"/>
          </a:xfrm>
          <a:prstGeom prst="line">
            <a:avLst/>
          </a:prstGeom>
          <a:noFill/>
          <a:ln w="12700">
            <a:solidFill>
              <a:srgbClr val="C6EB25">
                <a:alpha val="9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59040" y="3589020"/>
            <a:ext cx="384048" cy="0"/>
          </a:xfrm>
          <a:prstGeom prst="line">
            <a:avLst/>
          </a:prstGeom>
          <a:noFill/>
          <a:ln w="12700">
            <a:solidFill>
              <a:srgbClr val="C6EB25">
                <a:alpha val="92000"/>
              </a:srgbClr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Slot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Image-aware layouts keep body text and image objects in separate regions.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renderer must preserve aspect ratio and avoid covering text.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catalog keeps the icon/image role restrained rather than filling blank space.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FFFFF"/>
      </a:lt1>
      <a:dk2>
        <a:srgbClr val="4B5563"/>
      </a:dk2>
      <a:lt2>
        <a:srgbClr val="FBFBFB"/>
      </a:lt2>
      <a:accent1>
        <a:srgbClr val="2563EB"/>
      </a:accent1>
      <a:accent2>
        <a:srgbClr val="EB4A25"/>
      </a:accent2>
      <a:accent3>
        <a:srgbClr val="C6EB25"/>
      </a:accent3>
      <a:accent4>
        <a:srgbClr val="25C6EB"/>
      </a:accent4>
      <a:accent5>
        <a:srgbClr val="4A25EB"/>
      </a:accent5>
      <a:accent6>
        <a:srgbClr val="C6CBDA"/>
      </a:accent6>
      <a:hlink>
        <a:srgbClr val="2563EB"/>
      </a:hlink>
      <a:folHlink>
        <a:srgbClr val="EB4A25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Slide Element Catalog</dc:title>
  <dc:subject>Generated from Markdown through Presentation IR and Layout IR</dc:subject>
  <dc:creator>mdpresent</dc:creator>
  <cp:lastModifiedBy>mdpresent</cp:lastModifiedBy>
  <cp:revision>1</cp:revision>
  <dcterms:created xsi:type="dcterms:W3CDTF">2026-06-19T15:37:57Z</dcterms:created>
  <dcterms:modified xsi:type="dcterms:W3CDTF">2026-06-19T15:37:57Z</dcterms:modified>
</cp:coreProperties>
</file>