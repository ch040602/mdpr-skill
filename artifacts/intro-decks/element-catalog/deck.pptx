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Renderer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91</c:v>
                </c:pt>
                <c:pt idx="1">
                  <c:v>87</c:v>
                </c:pt>
                <c:pt idx="2">
                  <c:v>94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93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6CBD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B5563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Baseline</c:v>
                  </c:pt>
                  <c:pt idx="1">
                    <c:v>Refined</c:v>
                  </c:pt>
                  <c:pt idx="2">
                    <c:v>Validated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61</c:v>
                </c:pt>
                <c:pt idx="1">
                  <c:v>84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93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6CBD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B5563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93776" y="1005840"/>
            <a:ext cx="73152" cy="4846320"/>
          </a:xfrm>
          <a:prstGeom prst="rect">
            <a:avLst/>
          </a:prstGeom>
          <a:solidFill>
            <a:srgbClr val="FFFFFF">
              <a:alpha val="8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Slide Element Catalog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1661160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Blocks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2069592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2478024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Native Chart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2886456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Beside Prose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987552" y="3294888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Gauge Proof Object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" y="3703320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 Ring Proof Object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987552" y="4111752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Connected Strip Proof Object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987552" y="4520184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Ranked Bars Proof Object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4928616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Metric Dots Proof Object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987552" y="5337048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Slot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Blocks</a:t>
            </a:r>
            <a:endParaRPr lang="en-US" sz="3400" dirty="0"/>
          </a:p>
        </p:txBody>
      </p:sp>
      <p:sp>
        <p:nvSpPr>
          <p:cNvPr id="14" name="Shape 12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10722" y="2378918"/>
            <a:ext cx="63203" cy="63203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30808" y="2378918"/>
            <a:ext cx="63203" cy="63203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50894" y="2378918"/>
            <a:ext cx="63203" cy="63203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73925" y="2407359"/>
            <a:ext cx="69524" cy="14221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94011" y="2407359"/>
            <a:ext cx="69524" cy="14221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689354" y="2218944"/>
            <a:ext cx="3961638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title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10800000">
            <a:off x="6635044" y="2284113"/>
            <a:ext cx="240173" cy="265454"/>
          </a:xfrm>
          <a:prstGeom prst="pentagon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2100000">
            <a:off x="6739329" y="2353636"/>
            <a:ext cx="34762" cy="12008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175754" y="2218944"/>
            <a:ext cx="3961638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title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99206" y="4551152"/>
            <a:ext cx="101125" cy="101125"/>
          </a:xfrm>
          <a:prstGeom prst="diamond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26523" y="4693359"/>
            <a:ext cx="63203" cy="63203"/>
          </a:xfrm>
          <a:prstGeom prst="diamond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06652" y="4724961"/>
            <a:ext cx="69524" cy="69524"/>
          </a:xfrm>
          <a:prstGeom prst="diamond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689354" y="4504944"/>
            <a:ext cx="3961638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Paragraph body</a:t>
            </a:r>
            <a:endParaRPr lang="en-US" sz="2200" dirty="0"/>
          </a:p>
        </p:txBody>
      </p:sp>
      <p:sp>
        <p:nvSpPr>
          <p:cNvPr id="30" name="Shape 28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647684" y="4687039"/>
            <a:ext cx="41082" cy="110606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726689" y="4601714"/>
            <a:ext cx="41082" cy="195930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05693" y="4645957"/>
            <a:ext cx="41082" cy="15168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175754" y="4504944"/>
            <a:ext cx="3961638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Ordered list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1417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2560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703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Blocks (Cont. 2/2)</a:t>
            </a:r>
            <a:endParaRPr lang="en-US" sz="3400" dirty="0"/>
          </a:p>
        </p:txBody>
      </p:sp>
      <p:sp>
        <p:nvSpPr>
          <p:cNvPr id="12" name="Shape 10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13957" y="1820322"/>
            <a:ext cx="44769" cy="44769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99019" y="1820322"/>
            <a:ext cx="44769" cy="44769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84080" y="1820322"/>
            <a:ext cx="44769" cy="44769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8726" y="1840468"/>
            <a:ext cx="49246" cy="10073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43788" y="1840468"/>
            <a:ext cx="49246" cy="10073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682496" y="1647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Unordered list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10800000">
            <a:off x="1240819" y="2896168"/>
            <a:ext cx="170122" cy="188030"/>
          </a:xfrm>
          <a:prstGeom prst="pentagon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2100000">
            <a:off x="1314688" y="2945414"/>
            <a:ext cx="24623" cy="8506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682496" y="2790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Quote emphasis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276634" y="4025737"/>
            <a:ext cx="71630" cy="71630"/>
          </a:xfrm>
          <a:prstGeom prst="diamond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25150" y="4126468"/>
            <a:ext cx="44769" cy="44769"/>
          </a:xfrm>
          <a:prstGeom prst="diamond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52741" y="4148852"/>
            <a:ext cx="49246" cy="49246"/>
          </a:xfrm>
          <a:prstGeom prst="diamond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682496" y="3933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Code block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endParaRPr lang="en-US" sz="3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Element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Coherence rule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row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text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bold and readable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Numeric cell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text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right aligned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B">
                        <a:alpha val="80000"/>
                      </a:srgbClr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Long label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text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trimmed spacing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Body cell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text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stable minimum font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B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17320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Native Chart</a:t>
            </a:r>
            <a:endParaRPr lang="en-US" sz="34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1042416" y="1563624"/>
          <a:ext cx="9985248" cy="40507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956048" y="1426464"/>
            <a:ext cx="6199632" cy="4407408"/>
          </a:xfrm>
          <a:prstGeom prst="roundRect">
            <a:avLst>
              <a:gd name="adj" fmla="val 1245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Beside Prose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interpretation text beside quantitative evidence.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Owner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selects body/chart geometry and typography.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Constraint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text stays compact so the chart keeps visual priority.</a:t>
            </a:r>
            <a:endParaRPr lang="en-US" sz="22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17320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Gauge Proof Object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2103120" y="3835908"/>
            <a:ext cx="7863840" cy="256032"/>
          </a:xfrm>
          <a:prstGeom prst="roundRect">
            <a:avLst>
              <a:gd name="adj" fmla="val 28571"/>
            </a:avLst>
          </a:prstGeom>
          <a:solidFill>
            <a:srgbClr val="C6CBDA">
              <a:alpha val="85000"/>
            </a:srgbClr>
          </a:solidFill>
          <a:ln w="12700">
            <a:solidFill>
              <a:srgbClr val="C6CBDA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103120" y="3835908"/>
            <a:ext cx="6526987" cy="256032"/>
          </a:xfrm>
          <a:prstGeom prst="roundRect">
            <a:avLst>
              <a:gd name="adj" fmla="val 28571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30107" y="3433572"/>
            <a:ext cx="0" cy="96926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83803" y="381762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103120" y="3744468"/>
            <a:ext cx="0" cy="438912"/>
          </a:xfrm>
          <a:prstGeom prst="line">
            <a:avLst/>
          </a:prstGeom>
          <a:noFill/>
          <a:ln w="12700">
            <a:solidFill>
              <a:srgbClr val="C6CBDA">
                <a:alpha val="9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966960" y="3744468"/>
            <a:ext cx="0" cy="438912"/>
          </a:xfrm>
          <a:prstGeom prst="line">
            <a:avLst/>
          </a:prstGeom>
          <a:noFill/>
          <a:ln w="12700">
            <a:solidFill>
              <a:srgbClr val="C6CBDA">
                <a:alpha val="9500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19549" y="2217420"/>
            <a:ext cx="28309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83%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2103120" y="4530852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210312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41832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17320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 Ring Proof Object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733702" y="1895094"/>
            <a:ext cx="3387852" cy="3387852"/>
          </a:xfrm>
          <a:prstGeom prst="ellipse">
            <a:avLst/>
          </a:prstGeom>
          <a:solidFill>
            <a:srgbClr val="C6CBDA">
              <a:alpha val="82000"/>
            </a:srgbClr>
          </a:solidFill>
          <a:ln w="12700">
            <a:solidFill>
              <a:srgbClr val="C6CBDA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24357" y="2039078"/>
            <a:ext cx="406542" cy="186332"/>
          </a:xfrm>
          <a:prstGeom prst="roundRect">
            <a:avLst>
              <a:gd name="adj" fmla="val 14722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rot="900000">
            <a:off x="3601399" y="2088716"/>
            <a:ext cx="406542" cy="186332"/>
          </a:xfrm>
          <a:prstGeom prst="roundRect">
            <a:avLst>
              <a:gd name="adj" fmla="val 14722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1800000">
            <a:off x="3952745" y="2234249"/>
            <a:ext cx="406542" cy="186332"/>
          </a:xfrm>
          <a:prstGeom prst="roundRect">
            <a:avLst>
              <a:gd name="adj" fmla="val 14722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2700000">
            <a:off x="4254454" y="2465758"/>
            <a:ext cx="406542" cy="186332"/>
          </a:xfrm>
          <a:prstGeom prst="roundRect">
            <a:avLst>
              <a:gd name="adj" fmla="val 14722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3600000">
            <a:off x="4485963" y="2767466"/>
            <a:ext cx="406542" cy="186332"/>
          </a:xfrm>
          <a:prstGeom prst="roundRect">
            <a:avLst>
              <a:gd name="adj" fmla="val 14722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4500000">
            <a:off x="4631495" y="3118813"/>
            <a:ext cx="406542" cy="186332"/>
          </a:xfrm>
          <a:prstGeom prst="roundRect">
            <a:avLst>
              <a:gd name="adj" fmla="val 14722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5400000">
            <a:off x="4681134" y="3495854"/>
            <a:ext cx="406542" cy="186332"/>
          </a:xfrm>
          <a:prstGeom prst="roundRect">
            <a:avLst>
              <a:gd name="adj" fmla="val 14722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rot="6300000">
            <a:off x="4631495" y="3872896"/>
            <a:ext cx="406542" cy="186332"/>
          </a:xfrm>
          <a:prstGeom prst="roundRect">
            <a:avLst>
              <a:gd name="adj" fmla="val 14722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7200000">
            <a:off x="4485963" y="4224242"/>
            <a:ext cx="406542" cy="186332"/>
          </a:xfrm>
          <a:prstGeom prst="roundRect">
            <a:avLst>
              <a:gd name="adj" fmla="val 14722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8100000">
            <a:off x="4254454" y="4525951"/>
            <a:ext cx="406542" cy="186332"/>
          </a:xfrm>
          <a:prstGeom prst="roundRect">
            <a:avLst>
              <a:gd name="adj" fmla="val 14722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9000000">
            <a:off x="3952745" y="4757459"/>
            <a:ext cx="406542" cy="186332"/>
          </a:xfrm>
          <a:prstGeom prst="roundRect">
            <a:avLst>
              <a:gd name="adj" fmla="val 14722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9900000">
            <a:off x="3601399" y="4902992"/>
            <a:ext cx="406542" cy="186332"/>
          </a:xfrm>
          <a:prstGeom prst="roundRect">
            <a:avLst>
              <a:gd name="adj" fmla="val 14722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10800000">
            <a:off x="3224357" y="4952630"/>
            <a:ext cx="406542" cy="186332"/>
          </a:xfrm>
          <a:prstGeom prst="roundRect">
            <a:avLst>
              <a:gd name="adj" fmla="val 14722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11700000">
            <a:off x="2847316" y="4902992"/>
            <a:ext cx="406542" cy="186332"/>
          </a:xfrm>
          <a:prstGeom prst="roundRect">
            <a:avLst>
              <a:gd name="adj" fmla="val 14722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12600000">
            <a:off x="2495969" y="4757459"/>
            <a:ext cx="406542" cy="186332"/>
          </a:xfrm>
          <a:prstGeom prst="roundRect">
            <a:avLst>
              <a:gd name="adj" fmla="val 14722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3500000">
            <a:off x="2194261" y="4525951"/>
            <a:ext cx="406542" cy="186332"/>
          </a:xfrm>
          <a:prstGeom prst="roundRect">
            <a:avLst>
              <a:gd name="adj" fmla="val 14722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14400000">
            <a:off x="1962752" y="4224242"/>
            <a:ext cx="406542" cy="186332"/>
          </a:xfrm>
          <a:prstGeom prst="roundRect">
            <a:avLst>
              <a:gd name="adj" fmla="val 14722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15300000">
            <a:off x="1817219" y="3872896"/>
            <a:ext cx="406542" cy="186332"/>
          </a:xfrm>
          <a:prstGeom prst="roundRect">
            <a:avLst>
              <a:gd name="adj" fmla="val 14722"/>
            </a:avLst>
          </a:prstGeom>
          <a:solidFill>
            <a:srgbClr val="C6CBDA">
              <a:alpha val="92000"/>
            </a:srgbClr>
          </a:solidFill>
          <a:ln w="12700">
            <a:solidFill>
              <a:srgbClr val="C6CBDA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16200000">
            <a:off x="1767581" y="3495854"/>
            <a:ext cx="406542" cy="186332"/>
          </a:xfrm>
          <a:prstGeom prst="roundRect">
            <a:avLst>
              <a:gd name="adj" fmla="val 14722"/>
            </a:avLst>
          </a:prstGeom>
          <a:solidFill>
            <a:srgbClr val="C6CBDA">
              <a:alpha val="92000"/>
            </a:srgbClr>
          </a:solidFill>
          <a:ln w="12700">
            <a:solidFill>
              <a:srgbClr val="C6CBDA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17100000">
            <a:off x="1817219" y="3118813"/>
            <a:ext cx="406542" cy="186332"/>
          </a:xfrm>
          <a:prstGeom prst="roundRect">
            <a:avLst>
              <a:gd name="adj" fmla="val 14722"/>
            </a:avLst>
          </a:prstGeom>
          <a:solidFill>
            <a:srgbClr val="C6CBDA">
              <a:alpha val="92000"/>
            </a:srgbClr>
          </a:solidFill>
          <a:ln w="12700">
            <a:solidFill>
              <a:srgbClr val="C6CBDA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rot="18000000">
            <a:off x="1962752" y="2767466"/>
            <a:ext cx="406542" cy="186332"/>
          </a:xfrm>
          <a:prstGeom prst="roundRect">
            <a:avLst>
              <a:gd name="adj" fmla="val 14722"/>
            </a:avLst>
          </a:prstGeom>
          <a:solidFill>
            <a:srgbClr val="C6CBDA">
              <a:alpha val="92000"/>
            </a:srgbClr>
          </a:solidFill>
          <a:ln w="12700">
            <a:solidFill>
              <a:srgbClr val="C6CBDA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18900000">
            <a:off x="2194261" y="2465758"/>
            <a:ext cx="406542" cy="186332"/>
          </a:xfrm>
          <a:prstGeom prst="roundRect">
            <a:avLst>
              <a:gd name="adj" fmla="val 14722"/>
            </a:avLst>
          </a:prstGeom>
          <a:solidFill>
            <a:srgbClr val="C6CBDA">
              <a:alpha val="92000"/>
            </a:srgbClr>
          </a:solidFill>
          <a:ln w="12700">
            <a:solidFill>
              <a:srgbClr val="C6CBDA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rot="19800000">
            <a:off x="2495969" y="2234249"/>
            <a:ext cx="406542" cy="186332"/>
          </a:xfrm>
          <a:prstGeom prst="roundRect">
            <a:avLst>
              <a:gd name="adj" fmla="val 14722"/>
            </a:avLst>
          </a:prstGeom>
          <a:solidFill>
            <a:srgbClr val="C6CBDA">
              <a:alpha val="92000"/>
            </a:srgbClr>
          </a:solidFill>
          <a:ln w="12700">
            <a:solidFill>
              <a:srgbClr val="C6CBDA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20700000">
            <a:off x="2847316" y="2088716"/>
            <a:ext cx="406542" cy="186332"/>
          </a:xfrm>
          <a:prstGeom prst="roundRect">
            <a:avLst>
              <a:gd name="adj" fmla="val 14722"/>
            </a:avLst>
          </a:prstGeom>
          <a:solidFill>
            <a:srgbClr val="C6CBDA">
              <a:alpha val="92000"/>
            </a:srgbClr>
          </a:solidFill>
          <a:ln w="12700">
            <a:solidFill>
              <a:srgbClr val="C6CBDA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01916" y="3847487"/>
            <a:ext cx="237150" cy="237150"/>
          </a:xfrm>
          <a:prstGeom prst="ellipse">
            <a:avLst/>
          </a:prstGeom>
          <a:solidFill>
            <a:srgbClr val="F03A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377394" y="2538786"/>
            <a:ext cx="2100468" cy="21004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479030" y="3013085"/>
            <a:ext cx="1897197" cy="8130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72%</a:t>
            </a:r>
            <a:endParaRPr lang="en-US" sz="3400" dirty="0"/>
          </a:p>
        </p:txBody>
      </p:sp>
      <p:sp>
        <p:nvSpPr>
          <p:cNvPr id="35" name="Text 33"/>
          <p:cNvSpPr txBox="1"/>
          <p:nvPr/>
        </p:nvSpPr>
        <p:spPr>
          <a:xfrm>
            <a:off x="2343516" y="3860048"/>
            <a:ext cx="2168225" cy="6098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5838444" y="2567178"/>
            <a:ext cx="137160" cy="13716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067044" y="2416302"/>
            <a:ext cx="48143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72%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838444" y="3006090"/>
            <a:ext cx="137160" cy="137160"/>
          </a:xfrm>
          <a:prstGeom prst="ellipse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067044" y="2855214"/>
            <a:ext cx="48143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28%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17320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Connected Strip Proof Object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78992" y="2446020"/>
            <a:ext cx="3075432" cy="2286000"/>
          </a:xfrm>
          <a:prstGeom prst="roundRect">
            <a:avLst>
              <a:gd name="adj" fmla="val 2000"/>
            </a:avLst>
          </a:prstGeom>
          <a:solidFill>
            <a:srgbClr val="FBFBFB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80160" y="4293108"/>
            <a:ext cx="581108" cy="12801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261872" y="2628900"/>
            <a:ext cx="2709672" cy="86868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Draft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61872" y="3543300"/>
            <a:ext cx="2709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20%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4501896" y="2446020"/>
            <a:ext cx="3075432" cy="2286000"/>
          </a:xfrm>
          <a:prstGeom prst="roundRect">
            <a:avLst>
              <a:gd name="adj" fmla="val 2000"/>
            </a:avLst>
          </a:prstGeom>
          <a:solidFill>
            <a:srgbClr val="FBFBFB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03064" y="4293108"/>
            <a:ext cx="1975767" cy="128016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84776" y="2628900"/>
            <a:ext cx="2709672" cy="86868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684776" y="3543300"/>
            <a:ext cx="2709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03A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68%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7924800" y="2446020"/>
            <a:ext cx="3075432" cy="2286000"/>
          </a:xfrm>
          <a:prstGeom prst="roundRect">
            <a:avLst>
              <a:gd name="adj" fmla="val 2000"/>
            </a:avLst>
          </a:prstGeom>
          <a:solidFill>
            <a:srgbClr val="FBFBFB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25968" y="4293108"/>
            <a:ext cx="2673096" cy="128016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107680" y="2628900"/>
            <a:ext cx="2709672" cy="86868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107680" y="3543300"/>
            <a:ext cx="2709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C7F01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92%</a:t>
            </a:r>
            <a:endParaRPr lang="en-US" sz="2800" dirty="0"/>
          </a:p>
        </p:txBody>
      </p:sp>
      <p:sp>
        <p:nvSpPr>
          <p:cNvPr id="19" name="Shape 17"/>
          <p:cNvSpPr/>
          <p:nvPr/>
        </p:nvSpPr>
        <p:spPr>
          <a:xfrm>
            <a:off x="4136136" y="3589020"/>
            <a:ext cx="384048" cy="0"/>
          </a:xfrm>
          <a:prstGeom prst="line">
            <a:avLst/>
          </a:prstGeom>
          <a:noFill/>
          <a:ln w="12700">
            <a:solidFill>
              <a:srgbClr val="C7F015">
                <a:alpha val="92000"/>
              </a:srgbClr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559040" y="3589020"/>
            <a:ext cx="384048" cy="0"/>
          </a:xfrm>
          <a:prstGeom prst="line">
            <a:avLst/>
          </a:prstGeom>
          <a:noFill/>
          <a:ln w="12700">
            <a:solidFill>
              <a:srgbClr val="C7F015">
                <a:alpha val="92000"/>
              </a:srgbClr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17320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Ranked Bars Proof Object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207008" y="2779776"/>
            <a:ext cx="310896" cy="3108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07008" y="27797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627632" y="2651760"/>
            <a:ext cx="15910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Renderer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3511296" y="2844516"/>
            <a:ext cx="7141464" cy="181417"/>
          </a:xfrm>
          <a:prstGeom prst="roundRect">
            <a:avLst>
              <a:gd name="adj" fmla="val 25202"/>
            </a:avLst>
          </a:prstGeom>
          <a:solidFill>
            <a:srgbClr val="C6CBDA">
              <a:alpha val="78000"/>
            </a:srgbClr>
          </a:solidFill>
          <a:ln w="12700">
            <a:solidFill>
              <a:srgbClr val="C6CBDA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11296" y="2844516"/>
            <a:ext cx="7141464" cy="181417"/>
          </a:xfrm>
          <a:prstGeom prst="roundRect">
            <a:avLst>
              <a:gd name="adj" fmla="val 25202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725912" y="2651760"/>
            <a:ext cx="438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207008" y="3433572"/>
            <a:ext cx="310896" cy="310896"/>
          </a:xfrm>
          <a:prstGeom prst="ellipse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07008" y="34335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627632" y="3305556"/>
            <a:ext cx="15910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Parser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3511296" y="3498312"/>
            <a:ext cx="7141464" cy="181417"/>
          </a:xfrm>
          <a:prstGeom prst="roundRect">
            <a:avLst>
              <a:gd name="adj" fmla="val 25202"/>
            </a:avLst>
          </a:prstGeom>
          <a:solidFill>
            <a:srgbClr val="C6CBDA">
              <a:alpha val="78000"/>
            </a:srgbClr>
          </a:solidFill>
          <a:ln w="12700">
            <a:solidFill>
              <a:srgbClr val="C6CBDA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511296" y="3498312"/>
            <a:ext cx="6913545" cy="181417"/>
          </a:xfrm>
          <a:prstGeom prst="roundRect">
            <a:avLst>
              <a:gd name="adj" fmla="val 25202"/>
            </a:avLst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725912" y="3305556"/>
            <a:ext cx="438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03A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1207008" y="4087368"/>
            <a:ext cx="310896" cy="310896"/>
          </a:xfrm>
          <a:prstGeom prst="ellipse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207008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627632" y="3959352"/>
            <a:ext cx="15910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3511296" y="4152108"/>
            <a:ext cx="7141464" cy="181417"/>
          </a:xfrm>
          <a:prstGeom prst="roundRect">
            <a:avLst>
              <a:gd name="adj" fmla="val 25202"/>
            </a:avLst>
          </a:prstGeom>
          <a:solidFill>
            <a:srgbClr val="C6CBDA">
              <a:alpha val="78000"/>
            </a:srgbClr>
          </a:solidFill>
          <a:ln w="12700">
            <a:solidFill>
              <a:srgbClr val="C6CBDA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11296" y="4152108"/>
            <a:ext cx="6609653" cy="181417"/>
          </a:xfrm>
          <a:prstGeom prst="roundRect">
            <a:avLst>
              <a:gd name="adj" fmla="val 25202"/>
            </a:avLst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725912" y="3959352"/>
            <a:ext cx="438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C7F01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87%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17320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Metric Dots Proof Object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3876142" y="2350008"/>
            <a:ext cx="1234440" cy="2519172"/>
          </a:xfrm>
          <a:prstGeom prst="roundRect">
            <a:avLst>
              <a:gd name="adj" fmla="val 4444"/>
            </a:avLst>
          </a:prstGeom>
          <a:solidFill>
            <a:srgbClr val="FBFBFB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237330" y="2459736"/>
            <a:ext cx="512064" cy="512064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37330" y="2726009"/>
            <a:ext cx="512064" cy="512064"/>
          </a:xfrm>
          <a:prstGeom prst="ellipse">
            <a:avLst/>
          </a:prstGeom>
          <a:solidFill>
            <a:srgbClr val="C6CBDA">
              <a:alpha val="72000"/>
            </a:srgbClr>
          </a:solidFill>
          <a:ln w="12700">
            <a:solidFill>
              <a:srgbClr val="C6CBDA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37330" y="2992283"/>
            <a:ext cx="512064" cy="512064"/>
          </a:xfrm>
          <a:prstGeom prst="ellipse">
            <a:avLst/>
          </a:prstGeom>
          <a:solidFill>
            <a:srgbClr val="C6CBDA">
              <a:alpha val="72000"/>
            </a:srgbClr>
          </a:solidFill>
          <a:ln w="12700">
            <a:solidFill>
              <a:srgbClr val="C6CBDA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37330" y="3258556"/>
            <a:ext cx="512064" cy="512064"/>
          </a:xfrm>
          <a:prstGeom prst="ellipse">
            <a:avLst/>
          </a:prstGeom>
          <a:solidFill>
            <a:srgbClr val="C6CBDA">
              <a:alpha val="72000"/>
            </a:srgbClr>
          </a:solidFill>
          <a:ln w="12700">
            <a:solidFill>
              <a:srgbClr val="C6CBD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37330" y="3524829"/>
            <a:ext cx="512064" cy="512064"/>
          </a:xfrm>
          <a:prstGeom prst="ellipse">
            <a:avLst/>
          </a:prstGeom>
          <a:solidFill>
            <a:srgbClr val="C6CBDA">
              <a:alpha val="72000"/>
            </a:srgbClr>
          </a:solidFill>
          <a:ln w="12700">
            <a:solidFill>
              <a:srgbClr val="C6CBDA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949294" y="3893058"/>
            <a:ext cx="10881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Draft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949294" y="4327398"/>
            <a:ext cx="10881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20%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17820" y="2350008"/>
            <a:ext cx="1234440" cy="2519172"/>
          </a:xfrm>
          <a:prstGeom prst="roundRect">
            <a:avLst>
              <a:gd name="adj" fmla="val 4444"/>
            </a:avLst>
          </a:prstGeom>
          <a:solidFill>
            <a:srgbClr val="FBFBFB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79008" y="2459736"/>
            <a:ext cx="512064" cy="512064"/>
          </a:xfrm>
          <a:prstGeom prst="ellipse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779008" y="2726009"/>
            <a:ext cx="512064" cy="512064"/>
          </a:xfrm>
          <a:prstGeom prst="ellipse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779008" y="2992283"/>
            <a:ext cx="512064" cy="512064"/>
          </a:xfrm>
          <a:prstGeom prst="ellipse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779008" y="3258556"/>
            <a:ext cx="512064" cy="512064"/>
          </a:xfrm>
          <a:prstGeom prst="ellipse">
            <a:avLst/>
          </a:prstGeom>
          <a:solidFill>
            <a:srgbClr val="C6CBDA">
              <a:alpha val="72000"/>
            </a:srgbClr>
          </a:solidFill>
          <a:ln w="12700">
            <a:solidFill>
              <a:srgbClr val="C6CBDA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779008" y="3524829"/>
            <a:ext cx="512064" cy="512064"/>
          </a:xfrm>
          <a:prstGeom prst="ellipse">
            <a:avLst/>
          </a:prstGeom>
          <a:solidFill>
            <a:srgbClr val="C6CBDA">
              <a:alpha val="72000"/>
            </a:srgbClr>
          </a:solidFill>
          <a:ln w="12700">
            <a:solidFill>
              <a:srgbClr val="C6CBDA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90972" y="3893058"/>
            <a:ext cx="10881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490972" y="4327398"/>
            <a:ext cx="10881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03A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68%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6959498" y="2350008"/>
            <a:ext cx="1234440" cy="2519172"/>
          </a:xfrm>
          <a:prstGeom prst="roundRect">
            <a:avLst>
              <a:gd name="adj" fmla="val 4444"/>
            </a:avLst>
          </a:prstGeom>
          <a:solidFill>
            <a:srgbClr val="FBFBFB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20686" y="2459736"/>
            <a:ext cx="512064" cy="512064"/>
          </a:xfrm>
          <a:prstGeom prst="ellipse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20686" y="2726009"/>
            <a:ext cx="512064" cy="512064"/>
          </a:xfrm>
          <a:prstGeom prst="ellipse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320686" y="2992283"/>
            <a:ext cx="512064" cy="512064"/>
          </a:xfrm>
          <a:prstGeom prst="ellipse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320686" y="3258556"/>
            <a:ext cx="512064" cy="512064"/>
          </a:xfrm>
          <a:prstGeom prst="ellipse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320686" y="3524829"/>
            <a:ext cx="512064" cy="512064"/>
          </a:xfrm>
          <a:prstGeom prst="ellipse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032650" y="3893058"/>
            <a:ext cx="10881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Ship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7032650" y="4327398"/>
            <a:ext cx="10881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7F01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92%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1417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2560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703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Slot</a:t>
            </a:r>
            <a:endParaRPr lang="en-US" sz="3400" dirty="0"/>
          </a:p>
        </p:txBody>
      </p:sp>
      <p:sp>
        <p:nvSpPr>
          <p:cNvPr id="12" name="Shape 10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13957" y="1820322"/>
            <a:ext cx="44769" cy="44769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99019" y="1820322"/>
            <a:ext cx="44769" cy="44769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84080" y="1820322"/>
            <a:ext cx="44769" cy="44769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8726" y="1840468"/>
            <a:ext cx="49246" cy="10073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43788" y="1840468"/>
            <a:ext cx="49246" cy="10073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682496" y="1647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Image-aware layouts keep body text and image objects in separate regions.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10800000">
            <a:off x="1240819" y="2896168"/>
            <a:ext cx="170122" cy="188030"/>
          </a:xfrm>
          <a:prstGeom prst="pentagon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2100000">
            <a:off x="1314688" y="2945414"/>
            <a:ext cx="24623" cy="8506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682496" y="2790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renderer must preserve aspect ratio and avoid covering text.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276634" y="4025737"/>
            <a:ext cx="71630" cy="71630"/>
          </a:xfrm>
          <a:prstGeom prst="diamond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25150" y="4126468"/>
            <a:ext cx="44769" cy="44769"/>
          </a:xfrm>
          <a:prstGeom prst="diamond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52741" y="4148852"/>
            <a:ext cx="49246" cy="49246"/>
          </a:xfrm>
          <a:prstGeom prst="diamond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682496" y="3933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catalog keeps the icon/image role restrained rather than filling blank space.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F2937"/>
      </a:dk1>
      <a:lt1>
        <a:srgbClr val="FFFFFF"/>
      </a:lt1>
      <a:dk2>
        <a:srgbClr val="4B5563"/>
      </a:dk2>
      <a:lt2>
        <a:srgbClr val="FBFBFB"/>
      </a:lt2>
      <a:accent1>
        <a:srgbClr val="2563EB"/>
      </a:accent1>
      <a:accent2>
        <a:srgbClr val="F03A11"/>
      </a:accent2>
      <a:accent3>
        <a:srgbClr val="C7F015"/>
      </a:accent3>
      <a:accent4>
        <a:srgbClr val="3ACAEB"/>
      </a:accent4>
      <a:accent5>
        <a:srgbClr val="3E18E4"/>
      </a:accent5>
      <a:accent6>
        <a:srgbClr val="0A3CAA"/>
      </a:accent6>
      <a:hlink>
        <a:srgbClr val="2563EB"/>
      </a:hlink>
      <a:folHlink>
        <a:srgbClr val="F03A11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Slide Element Catalog</dc:title>
  <dc:subject>Generated from Markdown through Presentation IR and Layout IR</dc:subject>
  <dc:creator>mdpresent</dc:creator>
  <cp:lastModifiedBy>mdpresent</cp:lastModifiedBy>
  <cp:revision>1</cp:revision>
  <dcterms:created xsi:type="dcterms:W3CDTF">2026-06-19T16:01:21Z</dcterms:created>
  <dcterms:modified xsi:type="dcterms:W3CDTF">2026-06-19T16:01:21Z</dcterms:modified>
</cp:coreProperties>
</file>