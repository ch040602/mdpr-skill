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6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7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charts/chart9.xml" ContentType="application/vnd.openxmlformats-officedocument.drawingml.chart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0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charts/chart11.xml" ContentType="application/vnd.openxmlformats-officedocument.drawingml.chart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charts/chart12.xml" ContentType="application/vnd.openxmlformats-officedocument.drawingml.chart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charts/chart13.xml" ContentType="application/vnd.openxmlformats-officedocument.drawingml.chart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charts/chart14.xml" ContentType="application/vnd.openxmlformats-officedocument.drawingml.chart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C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3DD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ECC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CF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3E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9FAF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6445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FF4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49577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8DEE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7364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A9CA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6E7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5D71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2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BF1C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15D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5C4A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F706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DB7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3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CF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E7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0CAF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F4A7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9B1D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2563EB"/>
      </a:accent1>
      <a:accent2>
        <a:srgbClr val="F03A11"/>
      </a:accent2>
      <a:accent3>
        <a:srgbClr val="C7F015"/>
      </a:accent3>
      <a:accent4>
        <a:srgbClr val="3ACAEB"/>
      </a:accent4>
      <a:accent5>
        <a:srgbClr val="3E18E4"/>
      </a:accent5>
      <a:accent6>
        <a:srgbClr val="0A3CAA"/>
      </a:accent6>
      <a:hlink>
        <a:srgbClr val="2563EB"/>
      </a:hlink>
      <a:folHlink>
        <a:srgbClr val="F03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Visual Diversification</dc:title>
  <dc:subject>Generated from Markdown through Presentation IR and Layout IR</dc:subject>
  <dc:creator>mdpresent</dc:creator>
  <cp:lastModifiedBy>mdpresent</cp:lastModifiedBy>
  <cp:revision>1</cp:revision>
  <dcterms:created xsi:type="dcterms:W3CDTF">2026-06-19T16:14:55Z</dcterms:created>
  <dcterms:modified xsi:type="dcterms:W3CDTF">2026-06-19T16:14:55Z</dcterms:modified>
</cp:coreProperties>
</file>