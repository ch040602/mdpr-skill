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5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6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7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9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0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11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2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3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14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15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16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17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charts/chart18.xml" ContentType="application/vnd.openxmlformats-officedocument.drawingml.chart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charts/chart19.xml" ContentType="application/vnd.openxmlformats-officedocument.drawingml.chart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20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charts/chart21.xml" ContentType="application/vnd.openxmlformats-officedocument.drawingml.chart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charts/chart22.xml" ContentType="application/vnd.openxmlformats-officedocument.drawingml.chart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charts/chart23.xml" ContentType="application/vnd.openxmlformats-officedocument.drawingml.chart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charts/chart24.xml" ContentType="application/vnd.openxmlformats-officedocument.drawingml.chart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charts/chart25.xml" ContentType="application/vnd.openxmlformats-officedocument.drawingml.chart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charts/chart26.xml" ContentType="application/vnd.openxmlformats-officedocument.drawingml.chart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charts/chart27.xml" ContentType="application/vnd.openxmlformats-officedocument.drawingml.chart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charts/chart28.xml" ContentType="application/vnd.openxmlformats-officedocument.drawingml.chart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C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C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3DD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3DD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ECC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ECC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7CF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7CF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3E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3E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9FAF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6445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9FAF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6445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CEFF4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49577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8DEE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D8DEE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CEFF4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49577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8DEE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7364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A9CA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6E7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6E75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7364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A9CA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6E7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5D71A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6D6D2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D6D6D2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5D71A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6D6D2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BF1C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615D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5C4A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D5C4A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BF1C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615D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5C4A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6F706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DB7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E6DB74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6F706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DB7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323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1CF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46E7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46E7A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323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1CF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46E7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64</c:v>
                </c:pt>
                <c:pt idx="2">
                  <c:v>70</c:v>
                </c:pt>
                <c:pt idx="3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EB4A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</c:v>
                  </c:pt>
                  <c:pt idx="1">
                    <c:v>Split</c:v>
                  </c:pt>
                  <c:pt idx="2">
                    <c:v>Layout</c:v>
                  </c:pt>
                  <c:pt idx="3">
                    <c:v>Render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88</c:v>
                </c:pt>
                <c:pt idx="2">
                  <c:v>91</c:v>
                </c:pt>
                <c:pt idx="3">
                  <c:v>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0CAF5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F4A7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9B1D6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9B1D6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0CAF5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F4A7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9B1D6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EB4A25">
              <a:alpha val="92000"/>
            </a:srgbClr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2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2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2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A4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A4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A48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EB4A25">
              <a:alpha val="92000"/>
            </a:srgbClr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D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D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D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374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374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3746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EB4A25">
              <a:alpha val="92000"/>
            </a:srgbClr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F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F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F2E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3129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3129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3129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is placed beside the explanation so readers can compare the quantitative signal and the interpretation in one pass. The refined source keeps the text short enough for a stable side-by-side layout.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528816" y="1700784"/>
          <a:ext cx="4681728" cy="4096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12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12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12F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1943" y="2238817"/>
            <a:ext cx="210678" cy="272125"/>
          </a:xfrm>
          <a:prstGeom prst="roundRect">
            <a:avLst>
              <a:gd name="adj" fmla="val 17361"/>
            </a:avLst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4613" y="2309043"/>
            <a:ext cx="109728" cy="15362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54613" y="2366101"/>
            <a:ext cx="109728" cy="15362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4613" y="2423160"/>
            <a:ext cx="109728" cy="15362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8343" y="2361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5130" y="2361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21917" y="2361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62958" y="2396825"/>
            <a:ext cx="96561" cy="15362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9745" y="2396825"/>
            <a:ext cx="96561" cy="15362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1101943" y="4524817"/>
            <a:ext cx="241402" cy="285293"/>
          </a:xfrm>
          <a:prstGeom prst="pentagon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98504" y="4577486"/>
            <a:ext cx="43891" cy="122895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8343" y="4647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5130" y="4647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1917" y="4647712"/>
            <a:ext cx="79004" cy="79004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2958" y="4682825"/>
            <a:ext cx="96561" cy="15362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9745" y="4682825"/>
            <a:ext cx="96561" cy="15362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6EB25"/>
          </a:solidFill>
          <a:ln w="12700">
            <a:solidFill>
              <a:srgbClr val="C6EB2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B4A25"/>
          </a:solidFill>
          <a:ln w="12700">
            <a:solidFill>
              <a:srgbClr val="EB4A25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7740" y="1721084"/>
            <a:ext cx="149230" cy="192756"/>
          </a:xfrm>
          <a:prstGeom prst="roundRect">
            <a:avLst>
              <a:gd name="adj" fmla="val 24510"/>
            </a:avLst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45047" y="1770827"/>
            <a:ext cx="77724" cy="10881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45047" y="1811244"/>
            <a:ext cx="77724" cy="10881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45047" y="1851660"/>
            <a:ext cx="77724" cy="10881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7740" y="2951135"/>
            <a:ext cx="55961" cy="55961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5880" y="2951135"/>
            <a:ext cx="55961" cy="55961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44020" y="2951135"/>
            <a:ext cx="55961" cy="55961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60592" y="2976006"/>
            <a:ext cx="68397" cy="10881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8732" y="2976006"/>
            <a:ext cx="68397" cy="10881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1207740" y="4007084"/>
            <a:ext cx="170993" cy="202082"/>
          </a:xfrm>
          <a:prstGeom prst="pentagon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76137" y="4044391"/>
            <a:ext cx="31090" cy="87051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2563EB"/>
      </a:accent1>
      <a:accent2>
        <a:srgbClr val="EB4A25"/>
      </a:accent2>
      <a:accent3>
        <a:srgbClr val="C6EB25"/>
      </a:accent3>
      <a:accent4>
        <a:srgbClr val="25C6EB"/>
      </a:accent4>
      <a:accent5>
        <a:srgbClr val="4A25EB"/>
      </a:accent5>
      <a:accent6>
        <a:srgbClr val="D6DCEB"/>
      </a:accent6>
      <a:hlink>
        <a:srgbClr val="2563EB"/>
      </a:hlink>
      <a:folHlink>
        <a:srgbClr val="EB4A25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Visual Diversification</dc:title>
  <dc:subject>Generated from Markdown through Presentation IR and Layout IR</dc:subject>
  <dc:creator>mdpresent</dc:creator>
  <cp:lastModifiedBy>mdpresent</cp:lastModifiedBy>
  <cp:revision>1</cp:revision>
  <dcterms:created xsi:type="dcterms:W3CDTF">2026-06-19T15:37:56Z</dcterms:created>
  <dcterms:modified xsi:type="dcterms:W3CDTF">2026-06-19T15:37:56Z</dcterms:modified>
</cp:coreProperties>
</file>