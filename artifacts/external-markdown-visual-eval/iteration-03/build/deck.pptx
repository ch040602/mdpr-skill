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Corpus</c:v>
                </c:pt>
              </c:strCache>
            </c:strRef>
          </c:tx>
          <c:spPr>
            <a:solidFill>
              <a:srgbClr val="0F76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Sources</c:v>
                  </c:pt>
                  <c:pt idx="1">
                    <c:v>Headings</c:v>
                  </c:pt>
                  <c:pt idx="2">
                    <c:v>Tables</c:v>
                  </c:pt>
                  <c:pt idx="3">
                    <c:v>Code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24</c:v>
                </c:pt>
                <c:pt idx="1">
                  <c:v>96</c:v>
                </c:pt>
                <c:pt idx="2">
                  <c:v>18</c:v>
                </c:pt>
                <c:pt idx="3">
                  <c:v>21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Useful</c:v>
                </c:pt>
              </c:strCache>
            </c:strRef>
          </c:tx>
          <c:spPr>
            <a:solidFill>
              <a:srgbClr val="9E0F6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Sources</c:v>
                  </c:pt>
                  <c:pt idx="1">
                    <c:v>Headings</c:v>
                  </c:pt>
                  <c:pt idx="2">
                    <c:v>Tables</c:v>
                  </c:pt>
                  <c:pt idx="3">
                    <c:v>Code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20</c:v>
                </c:pt>
                <c:pt idx="1">
                  <c:v>72</c:v>
                </c:pt>
                <c:pt idx="2">
                  <c:v>12</c:v>
                </c:pt>
                <c:pt idx="3">
                  <c:v>14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8181B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C6CCC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7534E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7534E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image" Target="../media/image-4-5.png"/><Relationship Id="rId6" Type="http://schemas.openxmlformats.org/officeDocument/2006/relationships/image" Target="../media/image-4-6.svg"/><Relationship Id="rId7" Type="http://schemas.openxmlformats.org/officeDocument/2006/relationships/image" Target="../media/image-4-7.png"/><Relationship Id="rId8" Type="http://schemas.openxmlformats.org/officeDocument/2006/relationships/image" Target="../media/image-4-8.svg"/><Relationship Id="rId9" Type="http://schemas.openxmlformats.org/officeDocument/2006/relationships/image" Target="../media/image-4-9.png"/><Relationship Id="rId10" Type="http://schemas.openxmlformats.org/officeDocument/2006/relationships/image" Target="../media/image-4-10.svg"/><Relationship Id="rId11" Type="http://schemas.openxmlformats.org/officeDocument/2006/relationships/image" Target="../media/image-4-11.png"/><Relationship Id="rId12" Type="http://schemas.openxmlformats.org/officeDocument/2006/relationships/image" Target="../media/image-4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svg"/><Relationship Id="rId5" Type="http://schemas.openxmlformats.org/officeDocument/2006/relationships/image" Target="../media/image-7-5.png"/><Relationship Id="rId6" Type="http://schemas.openxmlformats.org/officeDocument/2006/relationships/image" Target="../media/image-7-6.svg"/><Relationship Id="rId7" Type="http://schemas.openxmlformats.org/officeDocument/2006/relationships/image" Target="../media/image-7-7.png"/><Relationship Id="rId8" Type="http://schemas.openxmlformats.org/officeDocument/2006/relationships/image" Target="../media/image-7-8.svg"/><Relationship Id="rId9" Type="http://schemas.openxmlformats.org/officeDocument/2006/relationships/image" Target="../media/image-7-9.png"/><Relationship Id="rId10" Type="http://schemas.openxmlformats.org/officeDocument/2006/relationships/image" Target="../media/image-7-10.svg"/><Relationship Id="rId11" Type="http://schemas.openxmlformats.org/officeDocument/2006/relationships/image" Target="../media/image-7-11.png"/><Relationship Id="rId12" Type="http://schemas.openxmlformats.org/officeDocument/2006/relationships/image" Target="../media/image-7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image" Target="../media/image-8-3.png"/><Relationship Id="rId4" Type="http://schemas.openxmlformats.org/officeDocument/2006/relationships/image" Target="../media/image-8-4.svg"/><Relationship Id="rId5" Type="http://schemas.openxmlformats.org/officeDocument/2006/relationships/image" Target="../media/image-8-5.png"/><Relationship Id="rId6" Type="http://schemas.openxmlformats.org/officeDocument/2006/relationships/image" Target="../media/image-8-6.svg"/><Relationship Id="rId7" Type="http://schemas.openxmlformats.org/officeDocument/2006/relationships/image" Target="../media/image-8-7.png"/><Relationship Id="rId8" Type="http://schemas.openxmlformats.org/officeDocument/2006/relationships/image" Target="../media/image-8-8.svg"/><Relationship Id="rId9" Type="http://schemas.openxmlformats.org/officeDocument/2006/relationships/image" Target="../media/image-8-9.png"/><Relationship Id="rId10" Type="http://schemas.openxmlformats.org/officeDocument/2006/relationships/image" Target="../media/image-8-10.svg"/><Relationship Id="rId11" Type="http://schemas.openxmlformats.org/officeDocument/2006/relationships/image" Target="../media/image-8-11.png"/><Relationship Id="rId12" Type="http://schemas.openxmlformats.org/officeDocument/2006/relationships/image" Target="../media/image-8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1.xml"/><Relationship Id="rId1" Type="http://schemas.openxmlformats.org/officeDocument/2006/relationships/image" Target="../media/image-9-1.png"/><Relationship Id="rId2" Type="http://schemas.openxmlformats.org/officeDocument/2006/relationships/image" Target="../media/image-9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svg"/><Relationship Id="rId3" Type="http://schemas.openxmlformats.org/officeDocument/2006/relationships/image" Target="../media/image-10-3.png"/><Relationship Id="rId4" Type="http://schemas.openxmlformats.org/officeDocument/2006/relationships/image" Target="../media/image-10-4.svg"/><Relationship Id="rId5" Type="http://schemas.openxmlformats.org/officeDocument/2006/relationships/image" Target="../media/image-10-5.png"/><Relationship Id="rId6" Type="http://schemas.openxmlformats.org/officeDocument/2006/relationships/image" Target="../media/image-10-6.svg"/><Relationship Id="rId7" Type="http://schemas.openxmlformats.org/officeDocument/2006/relationships/image" Target="../media/image-10-7.png"/><Relationship Id="rId8" Type="http://schemas.openxmlformats.org/officeDocument/2006/relationships/image" Target="../media/image-10-8.svg"/><Relationship Id="rId9" Type="http://schemas.openxmlformats.org/officeDocument/2006/relationships/image" Target="../media/image-10-9.png"/><Relationship Id="rId10" Type="http://schemas.openxmlformats.org/officeDocument/2006/relationships/image" Target="../media/image-10-10.svg"/><Relationship Id="rId11" Type="http://schemas.openxmlformats.org/officeDocument/2006/relationships/image" Target="../media/image-10-11.png"/><Relationship Id="rId12" Type="http://schemas.openxmlformats.org/officeDocument/2006/relationships/image" Target="../media/image-10-12.svg"/><Relationship Id="rId13" Type="http://schemas.openxmlformats.org/officeDocument/2006/relationships/image" Target="../media/image-10-13.png"/><Relationship Id="rId14" Type="http://schemas.openxmlformats.org/officeDocument/2006/relationships/image" Target="../media/image-10-14.svg"/><Relationship Id="rId15" Type="http://schemas.openxmlformats.org/officeDocument/2006/relationships/image" Target="../media/image-10-15.png"/><Relationship Id="rId16" Type="http://schemas.openxmlformats.org/officeDocument/2006/relationships/image" Target="../media/image-10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3" Type="http://schemas.openxmlformats.org/officeDocument/2006/relationships/image" Target="../media/image-11-3.png"/><Relationship Id="rId4" Type="http://schemas.openxmlformats.org/officeDocument/2006/relationships/image" Target="../media/image-11-4.svg"/><Relationship Id="rId5" Type="http://schemas.openxmlformats.org/officeDocument/2006/relationships/image" Target="../media/image-11-5.png"/><Relationship Id="rId6" Type="http://schemas.openxmlformats.org/officeDocument/2006/relationships/image" Target="../media/image-11-6.svg"/><Relationship Id="rId7" Type="http://schemas.openxmlformats.org/officeDocument/2006/relationships/image" Target="../media/image-11-7.png"/><Relationship Id="rId8" Type="http://schemas.openxmlformats.org/officeDocument/2006/relationships/image" Target="../media/image-11-8.svg"/><Relationship Id="rId9" Type="http://schemas.openxmlformats.org/officeDocument/2006/relationships/image" Target="../media/image-11-9.png"/><Relationship Id="rId10" Type="http://schemas.openxmlformats.org/officeDocument/2006/relationships/image" Target="../media/image-11-10.svg"/><Relationship Id="rId11" Type="http://schemas.openxmlformats.org/officeDocument/2006/relationships/image" Target="../media/image-11-11.png"/><Relationship Id="rId12" Type="http://schemas.openxmlformats.org/officeDocument/2006/relationships/image" Target="../media/image-11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3" Type="http://schemas.openxmlformats.org/officeDocument/2006/relationships/image" Target="../media/image-12-3.png"/><Relationship Id="rId4" Type="http://schemas.openxmlformats.org/officeDocument/2006/relationships/image" Target="../media/image-12-4.svg"/><Relationship Id="rId5" Type="http://schemas.openxmlformats.org/officeDocument/2006/relationships/image" Target="../media/image-12-5.png"/><Relationship Id="rId6" Type="http://schemas.openxmlformats.org/officeDocument/2006/relationships/image" Target="../media/image-12-6.svg"/><Relationship Id="rId7" Type="http://schemas.openxmlformats.org/officeDocument/2006/relationships/image" Target="../media/image-12-7.png"/><Relationship Id="rId8" Type="http://schemas.openxmlformats.org/officeDocument/2006/relationships/image" Target="../media/image-12-8.svg"/><Relationship Id="rId9" Type="http://schemas.openxmlformats.org/officeDocument/2006/relationships/image" Target="../media/image-12-9.png"/><Relationship Id="rId10" Type="http://schemas.openxmlformats.org/officeDocument/2006/relationships/image" Target="../media/image-12-10.svg"/><Relationship Id="rId11" Type="http://schemas.openxmlformats.org/officeDocument/2006/relationships/image" Target="../media/image-12-11.png"/><Relationship Id="rId12" Type="http://schemas.openxmlformats.org/officeDocument/2006/relationships/image" Target="../media/image-12-12.svg"/><Relationship Id="rId13" Type="http://schemas.openxmlformats.org/officeDocument/2006/relationships/image" Target="../media/image-12-13.png"/><Relationship Id="rId14" Type="http://schemas.openxmlformats.org/officeDocument/2006/relationships/image" Target="../media/image-12-14.svg"/><Relationship Id="rId15" Type="http://schemas.openxmlformats.org/officeDocument/2006/relationships/image" Target="../media/image-12-15.png"/><Relationship Id="rId16" Type="http://schemas.openxmlformats.org/officeDocument/2006/relationships/image" Target="../media/image-12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image" Target="../media/image-14-3.png"/><Relationship Id="rId4" Type="http://schemas.openxmlformats.org/officeDocument/2006/relationships/image" Target="../media/image-14-4.svg"/><Relationship Id="rId5" Type="http://schemas.openxmlformats.org/officeDocument/2006/relationships/image" Target="../media/image-14-5.png"/><Relationship Id="rId6" Type="http://schemas.openxmlformats.org/officeDocument/2006/relationships/image" Target="../media/image-14-6.svg"/><Relationship Id="rId7" Type="http://schemas.openxmlformats.org/officeDocument/2006/relationships/image" Target="../media/image-14-7.png"/><Relationship Id="rId8" Type="http://schemas.openxmlformats.org/officeDocument/2006/relationships/image" Target="../media/image-14-8.svg"/><Relationship Id="rId9" Type="http://schemas.openxmlformats.org/officeDocument/2006/relationships/image" Target="../media/image-14-9.png"/><Relationship Id="rId10" Type="http://schemas.openxmlformats.org/officeDocument/2006/relationships/image" Target="../media/image-14-10.svg"/><Relationship Id="rId11" Type="http://schemas.openxmlformats.org/officeDocument/2006/relationships/image" Target="../media/image-14-11.png"/><Relationship Id="rId12" Type="http://schemas.openxmlformats.org/officeDocument/2006/relationships/image" Target="../media/image-14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svg"/><Relationship Id="rId3" Type="http://schemas.openxmlformats.org/officeDocument/2006/relationships/image" Target="../media/image-16-3.png"/><Relationship Id="rId4" Type="http://schemas.openxmlformats.org/officeDocument/2006/relationships/image" Target="../media/image-16-4.svg"/><Relationship Id="rId5" Type="http://schemas.openxmlformats.org/officeDocument/2006/relationships/image" Target="../media/image-16-5.png"/><Relationship Id="rId6" Type="http://schemas.openxmlformats.org/officeDocument/2006/relationships/image" Target="../media/image-16-6.svg"/><Relationship Id="rId7" Type="http://schemas.openxmlformats.org/officeDocument/2006/relationships/image" Target="../media/image-16-7.png"/><Relationship Id="rId8" Type="http://schemas.openxmlformats.org/officeDocument/2006/relationships/image" Target="../media/image-16-8.svg"/><Relationship Id="rId9" Type="http://schemas.openxmlformats.org/officeDocument/2006/relationships/image" Target="../media/image-16-9.png"/><Relationship Id="rId10" Type="http://schemas.openxmlformats.org/officeDocument/2006/relationships/image" Target="../media/image-16-10.svg"/><Relationship Id="rId11" Type="http://schemas.openxmlformats.org/officeDocument/2006/relationships/image" Target="../media/image-16-11.png"/><Relationship Id="rId12" Type="http://schemas.openxmlformats.org/officeDocument/2006/relationships/image" Target="../media/image-16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image" Target="../media/image-17-3.png"/><Relationship Id="rId4" Type="http://schemas.openxmlformats.org/officeDocument/2006/relationships/image" Target="../media/image-17-4.svg"/><Relationship Id="rId5" Type="http://schemas.openxmlformats.org/officeDocument/2006/relationships/image" Target="../media/image-17-5.png"/><Relationship Id="rId6" Type="http://schemas.openxmlformats.org/officeDocument/2006/relationships/image" Target="../media/image-17-6.svg"/><Relationship Id="rId7" Type="http://schemas.openxmlformats.org/officeDocument/2006/relationships/image" Target="../media/image-17-7.png"/><Relationship Id="rId8" Type="http://schemas.openxmlformats.org/officeDocument/2006/relationships/image" Target="../media/image-17-8.svg"/><Relationship Id="rId9" Type="http://schemas.openxmlformats.org/officeDocument/2006/relationships/image" Target="../media/image-17-9.png"/><Relationship Id="rId10" Type="http://schemas.openxmlformats.org/officeDocument/2006/relationships/image" Target="../media/image-17-10.svg"/><Relationship Id="rId11" Type="http://schemas.openxmlformats.org/officeDocument/2006/relationships/image" Target="../media/image-17-11.png"/><Relationship Id="rId12" Type="http://schemas.openxmlformats.org/officeDocument/2006/relationships/image" Target="../media/image-17-12.svg"/><Relationship Id="rId13" Type="http://schemas.openxmlformats.org/officeDocument/2006/relationships/image" Target="../media/image-17-13.png"/><Relationship Id="rId14" Type="http://schemas.openxmlformats.org/officeDocument/2006/relationships/image" Target="../media/image-17-14.svg"/><Relationship Id="rId15" Type="http://schemas.openxmlformats.org/officeDocument/2006/relationships/image" Target="../media/image-17-15.png"/><Relationship Id="rId16" Type="http://schemas.openxmlformats.org/officeDocument/2006/relationships/image" Target="../media/image-17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image" Target="../media/image-18-3.png"/><Relationship Id="rId4" Type="http://schemas.openxmlformats.org/officeDocument/2006/relationships/image" Target="../media/image-18-4.svg"/><Relationship Id="rId5" Type="http://schemas.openxmlformats.org/officeDocument/2006/relationships/image" Target="../media/image-18-5.png"/><Relationship Id="rId6" Type="http://schemas.openxmlformats.org/officeDocument/2006/relationships/image" Target="../media/image-18-6.svg"/><Relationship Id="rId7" Type="http://schemas.openxmlformats.org/officeDocument/2006/relationships/image" Target="../media/image-18-7.png"/><Relationship Id="rId8" Type="http://schemas.openxmlformats.org/officeDocument/2006/relationships/image" Target="../media/image-18-8.svg"/><Relationship Id="rId9" Type="http://schemas.openxmlformats.org/officeDocument/2006/relationships/image" Target="../media/image-18-9.png"/><Relationship Id="rId10" Type="http://schemas.openxmlformats.org/officeDocument/2006/relationships/image" Target="../media/image-18-10.svg"/><Relationship Id="rId11" Type="http://schemas.openxmlformats.org/officeDocument/2006/relationships/image" Target="../media/image-18-11.png"/><Relationship Id="rId12" Type="http://schemas.openxmlformats.org/officeDocument/2006/relationships/image" Target="../media/image-18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image" Target="../media/image-19-7.png"/><Relationship Id="rId8" Type="http://schemas.openxmlformats.org/officeDocument/2006/relationships/image" Target="../media/image-19-8.svg"/><Relationship Id="rId9" Type="http://schemas.openxmlformats.org/officeDocument/2006/relationships/image" Target="../media/image-19-9.png"/><Relationship Id="rId10" Type="http://schemas.openxmlformats.org/officeDocument/2006/relationships/image" Target="../media/image-19-10.svg"/><Relationship Id="rId11" Type="http://schemas.openxmlformats.org/officeDocument/2006/relationships/image" Target="../media/image-19-11.png"/><Relationship Id="rId12" Type="http://schemas.openxmlformats.org/officeDocument/2006/relationships/image" Target="../media/image-19-12.svg"/><Relationship Id="rId13" Type="http://schemas.openxmlformats.org/officeDocument/2006/relationships/image" Target="../media/image-19-13.png"/><Relationship Id="rId14" Type="http://schemas.openxmlformats.org/officeDocument/2006/relationships/image" Target="../media/image-19-14.svg"/><Relationship Id="rId15" Type="http://schemas.openxmlformats.org/officeDocument/2006/relationships/image" Target="../media/image-19-15.png"/><Relationship Id="rId16" Type="http://schemas.openxmlformats.org/officeDocument/2006/relationships/image" Target="../media/image-19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svg"/><Relationship Id="rId3" Type="http://schemas.openxmlformats.org/officeDocument/2006/relationships/image" Target="../media/image-20-3.png"/><Relationship Id="rId4" Type="http://schemas.openxmlformats.org/officeDocument/2006/relationships/image" Target="../media/image-20-4.svg"/><Relationship Id="rId5" Type="http://schemas.openxmlformats.org/officeDocument/2006/relationships/image" Target="../media/image-20-5.png"/><Relationship Id="rId6" Type="http://schemas.openxmlformats.org/officeDocument/2006/relationships/image" Target="../media/image-20-6.svg"/><Relationship Id="rId7" Type="http://schemas.openxmlformats.org/officeDocument/2006/relationships/image" Target="../media/image-20-7.png"/><Relationship Id="rId8" Type="http://schemas.openxmlformats.org/officeDocument/2006/relationships/image" Target="../media/image-20-8.svg"/><Relationship Id="rId9" Type="http://schemas.openxmlformats.org/officeDocument/2006/relationships/image" Target="../media/image-20-9.png"/><Relationship Id="rId10" Type="http://schemas.openxmlformats.org/officeDocument/2006/relationships/image" Target="../media/image-20-10.svg"/><Relationship Id="rId11" Type="http://schemas.openxmlformats.org/officeDocument/2006/relationships/image" Target="../media/image-20-11.png"/><Relationship Id="rId12" Type="http://schemas.openxmlformats.org/officeDocument/2006/relationships/image" Target="../media/image-20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svg"/><Relationship Id="rId3" Type="http://schemas.openxmlformats.org/officeDocument/2006/relationships/image" Target="../media/image-21-3.png"/><Relationship Id="rId4" Type="http://schemas.openxmlformats.org/officeDocument/2006/relationships/image" Target="../media/image-21-4.svg"/><Relationship Id="rId5" Type="http://schemas.openxmlformats.org/officeDocument/2006/relationships/image" Target="../media/image-21-5.png"/><Relationship Id="rId6" Type="http://schemas.openxmlformats.org/officeDocument/2006/relationships/image" Target="../media/image-21-6.svg"/><Relationship Id="rId7" Type="http://schemas.openxmlformats.org/officeDocument/2006/relationships/image" Target="../media/image-21-7.png"/><Relationship Id="rId8" Type="http://schemas.openxmlformats.org/officeDocument/2006/relationships/image" Target="../media/image-21-8.svg"/><Relationship Id="rId9" Type="http://schemas.openxmlformats.org/officeDocument/2006/relationships/image" Target="../media/image-21-9.png"/><Relationship Id="rId10" Type="http://schemas.openxmlformats.org/officeDocument/2006/relationships/image" Target="../media/image-21-10.svg"/><Relationship Id="rId11" Type="http://schemas.openxmlformats.org/officeDocument/2006/relationships/image" Target="../media/image-21-11.png"/><Relationship Id="rId12" Type="http://schemas.openxmlformats.org/officeDocument/2006/relationships/image" Target="../media/image-21-12.svg"/><Relationship Id="rId13" Type="http://schemas.openxmlformats.org/officeDocument/2006/relationships/image" Target="../media/image-21-13.png"/><Relationship Id="rId14" Type="http://schemas.openxmlformats.org/officeDocument/2006/relationships/image" Target="../media/image-21-14.svg"/><Relationship Id="rId15" Type="http://schemas.openxmlformats.org/officeDocument/2006/relationships/image" Target="../media/image-21-15.png"/><Relationship Id="rId16" Type="http://schemas.openxmlformats.org/officeDocument/2006/relationships/image" Target="../media/image-21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svg"/><Relationship Id="rId3" Type="http://schemas.openxmlformats.org/officeDocument/2006/relationships/image" Target="../media/image-22-3.png"/><Relationship Id="rId4" Type="http://schemas.openxmlformats.org/officeDocument/2006/relationships/image" Target="../media/image-22-4.svg"/><Relationship Id="rId5" Type="http://schemas.openxmlformats.org/officeDocument/2006/relationships/image" Target="../media/image-22-5.png"/><Relationship Id="rId6" Type="http://schemas.openxmlformats.org/officeDocument/2006/relationships/image" Target="../media/image-22-6.svg"/><Relationship Id="rId7" Type="http://schemas.openxmlformats.org/officeDocument/2006/relationships/image" Target="../media/image-22-7.png"/><Relationship Id="rId8" Type="http://schemas.openxmlformats.org/officeDocument/2006/relationships/image" Target="../media/image-22-8.svg"/><Relationship Id="rId9" Type="http://schemas.openxmlformats.org/officeDocument/2006/relationships/image" Target="../media/image-22-9.png"/><Relationship Id="rId10" Type="http://schemas.openxmlformats.org/officeDocument/2006/relationships/image" Target="../media/image-22-10.svg"/><Relationship Id="rId11" Type="http://schemas.openxmlformats.org/officeDocument/2006/relationships/image" Target="../media/image-22-11.png"/><Relationship Id="rId12" Type="http://schemas.openxmlformats.org/officeDocument/2006/relationships/image" Target="../media/image-22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svg"/><Relationship Id="rId3" Type="http://schemas.openxmlformats.org/officeDocument/2006/relationships/image" Target="../media/image-23-3.png"/><Relationship Id="rId4" Type="http://schemas.openxmlformats.org/officeDocument/2006/relationships/image" Target="../media/image-23-4.svg"/><Relationship Id="rId5" Type="http://schemas.openxmlformats.org/officeDocument/2006/relationships/image" Target="../media/image-23-5.png"/><Relationship Id="rId6" Type="http://schemas.openxmlformats.org/officeDocument/2006/relationships/image" Target="../media/image-23-6.svg"/><Relationship Id="rId7" Type="http://schemas.openxmlformats.org/officeDocument/2006/relationships/image" Target="../media/image-23-7.png"/><Relationship Id="rId8" Type="http://schemas.openxmlformats.org/officeDocument/2006/relationships/image" Target="../media/image-23-8.svg"/><Relationship Id="rId9" Type="http://schemas.openxmlformats.org/officeDocument/2006/relationships/image" Target="../media/image-23-9.png"/><Relationship Id="rId10" Type="http://schemas.openxmlformats.org/officeDocument/2006/relationships/image" Target="../media/image-23-10.svg"/><Relationship Id="rId11" Type="http://schemas.openxmlformats.org/officeDocument/2006/relationships/image" Target="../media/image-23-11.png"/><Relationship Id="rId12" Type="http://schemas.openxmlformats.org/officeDocument/2006/relationships/image" Target="../media/image-23-12.svg"/><Relationship Id="rId13" Type="http://schemas.openxmlformats.org/officeDocument/2006/relationships/image" Target="../media/image-23-13.png"/><Relationship Id="rId14" Type="http://schemas.openxmlformats.org/officeDocument/2006/relationships/image" Target="../media/image-23-14.svg"/><Relationship Id="rId15" Type="http://schemas.openxmlformats.org/officeDocument/2006/relationships/image" Target="../media/image-23-15.png"/><Relationship Id="rId16" Type="http://schemas.openxmlformats.org/officeDocument/2006/relationships/image" Target="../media/image-23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svg"/><Relationship Id="rId3" Type="http://schemas.openxmlformats.org/officeDocument/2006/relationships/image" Target="../media/image-24-3.png"/><Relationship Id="rId4" Type="http://schemas.openxmlformats.org/officeDocument/2006/relationships/image" Target="../media/image-24-4.svg"/><Relationship Id="rId5" Type="http://schemas.openxmlformats.org/officeDocument/2006/relationships/image" Target="../media/image-24-5.png"/><Relationship Id="rId6" Type="http://schemas.openxmlformats.org/officeDocument/2006/relationships/image" Target="../media/image-24-6.svg"/><Relationship Id="rId7" Type="http://schemas.openxmlformats.org/officeDocument/2006/relationships/image" Target="../media/image-24-7.png"/><Relationship Id="rId8" Type="http://schemas.openxmlformats.org/officeDocument/2006/relationships/image" Target="../media/image-24-8.svg"/><Relationship Id="rId9" Type="http://schemas.openxmlformats.org/officeDocument/2006/relationships/image" Target="../media/image-24-9.png"/><Relationship Id="rId10" Type="http://schemas.openxmlformats.org/officeDocument/2006/relationships/image" Target="../media/image-24-10.svg"/><Relationship Id="rId11" Type="http://schemas.openxmlformats.org/officeDocument/2006/relationships/image" Target="../media/image-24-11.png"/><Relationship Id="rId12" Type="http://schemas.openxmlformats.org/officeDocument/2006/relationships/image" Target="../media/image-24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svg"/><Relationship Id="rId3" Type="http://schemas.openxmlformats.org/officeDocument/2006/relationships/image" Target="../media/image-25-3.png"/><Relationship Id="rId4" Type="http://schemas.openxmlformats.org/officeDocument/2006/relationships/image" Target="../media/image-25-4.svg"/><Relationship Id="rId5" Type="http://schemas.openxmlformats.org/officeDocument/2006/relationships/image" Target="../media/image-25-5.png"/><Relationship Id="rId6" Type="http://schemas.openxmlformats.org/officeDocument/2006/relationships/image" Target="../media/image-25-6.svg"/><Relationship Id="rId7" Type="http://schemas.openxmlformats.org/officeDocument/2006/relationships/image" Target="../media/image-25-7.png"/><Relationship Id="rId8" Type="http://schemas.openxmlformats.org/officeDocument/2006/relationships/image" Target="../media/image-25-8.svg"/><Relationship Id="rId9" Type="http://schemas.openxmlformats.org/officeDocument/2006/relationships/image" Target="../media/image-25-9.png"/><Relationship Id="rId10" Type="http://schemas.openxmlformats.org/officeDocument/2006/relationships/image" Target="../media/image-25-10.svg"/><Relationship Id="rId11" Type="http://schemas.openxmlformats.org/officeDocument/2006/relationships/image" Target="../media/image-25-11.png"/><Relationship Id="rId12" Type="http://schemas.openxmlformats.org/officeDocument/2006/relationships/image" Target="../media/image-25-12.svg"/><Relationship Id="rId13" Type="http://schemas.openxmlformats.org/officeDocument/2006/relationships/image" Target="../media/image-25-13.png"/><Relationship Id="rId14" Type="http://schemas.openxmlformats.org/officeDocument/2006/relationships/image" Target="../media/image-25-14.svg"/><Relationship Id="rId15" Type="http://schemas.openxmlformats.org/officeDocument/2006/relationships/image" Target="../media/image-25-15.png"/><Relationship Id="rId16" Type="http://schemas.openxmlformats.org/officeDocument/2006/relationships/image" Target="../media/image-25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svg"/><Relationship Id="rId3" Type="http://schemas.openxmlformats.org/officeDocument/2006/relationships/image" Target="../media/image-26-3.png"/><Relationship Id="rId4" Type="http://schemas.openxmlformats.org/officeDocument/2006/relationships/image" Target="../media/image-26-4.svg"/><Relationship Id="rId5" Type="http://schemas.openxmlformats.org/officeDocument/2006/relationships/image" Target="../media/image-26-5.png"/><Relationship Id="rId6" Type="http://schemas.openxmlformats.org/officeDocument/2006/relationships/image" Target="../media/image-26-6.svg"/><Relationship Id="rId7" Type="http://schemas.openxmlformats.org/officeDocument/2006/relationships/image" Target="../media/image-26-7.png"/><Relationship Id="rId8" Type="http://schemas.openxmlformats.org/officeDocument/2006/relationships/image" Target="../media/image-26-8.svg"/><Relationship Id="rId9" Type="http://schemas.openxmlformats.org/officeDocument/2006/relationships/image" Target="../media/image-26-9.png"/><Relationship Id="rId10" Type="http://schemas.openxmlformats.org/officeDocument/2006/relationships/image" Target="../media/image-26-10.svg"/><Relationship Id="rId11" Type="http://schemas.openxmlformats.org/officeDocument/2006/relationships/image" Target="../media/image-26-11.png"/><Relationship Id="rId12" Type="http://schemas.openxmlformats.org/officeDocument/2006/relationships/image" Target="../media/image-26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svg"/><Relationship Id="rId3" Type="http://schemas.openxmlformats.org/officeDocument/2006/relationships/image" Target="../media/image-27-3.png"/><Relationship Id="rId4" Type="http://schemas.openxmlformats.org/officeDocument/2006/relationships/image" Target="../media/image-27-4.svg"/><Relationship Id="rId5" Type="http://schemas.openxmlformats.org/officeDocument/2006/relationships/image" Target="../media/image-27-5.png"/><Relationship Id="rId6" Type="http://schemas.openxmlformats.org/officeDocument/2006/relationships/image" Target="../media/image-27-6.svg"/><Relationship Id="rId7" Type="http://schemas.openxmlformats.org/officeDocument/2006/relationships/image" Target="../media/image-27-7.png"/><Relationship Id="rId8" Type="http://schemas.openxmlformats.org/officeDocument/2006/relationships/image" Target="../media/image-27-8.svg"/><Relationship Id="rId9" Type="http://schemas.openxmlformats.org/officeDocument/2006/relationships/image" Target="../media/image-27-9.png"/><Relationship Id="rId10" Type="http://schemas.openxmlformats.org/officeDocument/2006/relationships/image" Target="../media/image-27-10.svg"/><Relationship Id="rId11" Type="http://schemas.openxmlformats.org/officeDocument/2006/relationships/image" Target="../media/image-27-11.png"/><Relationship Id="rId12" Type="http://schemas.openxmlformats.org/officeDocument/2006/relationships/image" Target="../media/image-27-12.svg"/><Relationship Id="rId13" Type="http://schemas.openxmlformats.org/officeDocument/2006/relationships/image" Target="../media/image-27-13.png"/><Relationship Id="rId14" Type="http://schemas.openxmlformats.org/officeDocument/2006/relationships/image" Target="../media/image-27-14.svg"/><Relationship Id="rId15" Type="http://schemas.openxmlformats.org/officeDocument/2006/relationships/image" Target="../media/image-27-15.png"/><Relationship Id="rId16" Type="http://schemas.openxmlformats.org/officeDocument/2006/relationships/image" Target="../media/image-27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svg"/><Relationship Id="rId3" Type="http://schemas.openxmlformats.org/officeDocument/2006/relationships/image" Target="../media/image-28-3.png"/><Relationship Id="rId4" Type="http://schemas.openxmlformats.org/officeDocument/2006/relationships/image" Target="../media/image-28-4.svg"/><Relationship Id="rId5" Type="http://schemas.openxmlformats.org/officeDocument/2006/relationships/image" Target="../media/image-28-5.png"/><Relationship Id="rId6" Type="http://schemas.openxmlformats.org/officeDocument/2006/relationships/image" Target="../media/image-28-6.svg"/><Relationship Id="rId7" Type="http://schemas.openxmlformats.org/officeDocument/2006/relationships/image" Target="../media/image-28-7.png"/><Relationship Id="rId8" Type="http://schemas.openxmlformats.org/officeDocument/2006/relationships/image" Target="../media/image-28-8.svg"/><Relationship Id="rId9" Type="http://schemas.openxmlformats.org/officeDocument/2006/relationships/image" Target="../media/image-28-9.png"/><Relationship Id="rId10" Type="http://schemas.openxmlformats.org/officeDocument/2006/relationships/image" Target="../media/image-28-10.svg"/><Relationship Id="rId11" Type="http://schemas.openxmlformats.org/officeDocument/2006/relationships/image" Target="../media/image-28-11.png"/><Relationship Id="rId12" Type="http://schemas.openxmlformats.org/officeDocument/2006/relationships/image" Target="../media/image-28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0" y="5806440"/>
            <a:ext cx="12191695" cy="1051560"/>
          </a:xfrm>
          <a:prstGeom prst="rect">
            <a:avLst/>
          </a:prstGeom>
          <a:solidFill>
            <a:srgbClr val="9E0F62">
              <a:alpha val="92000"/>
            </a:srgbClr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5559552"/>
            <a:ext cx="3749040" cy="731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External Markdown Visual Evaluation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188720"/>
            <a:ext cx="10515600" cy="4572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6382512"/>
            <a:ext cx="2011680" cy="45720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080760" y="1389888"/>
            <a:ext cx="22860" cy="4846320"/>
          </a:xfrm>
          <a:prstGeom prst="rect">
            <a:avLst/>
          </a:prstGeom>
          <a:solidFill>
            <a:srgbClr val="C6CCC9">
              <a:alpha val="9000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1389888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2103120"/>
            <a:ext cx="73152" cy="5669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2816352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3529584"/>
            <a:ext cx="73152" cy="5669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4242816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4956048"/>
            <a:ext cx="73152" cy="5669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960" y="5669280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72784" y="1389888"/>
            <a:ext cx="73152" cy="5669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72784" y="2103120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72784" y="2816352"/>
            <a:ext cx="73152" cy="5669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272784" y="3529584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72784" y="4242816"/>
            <a:ext cx="73152" cy="5669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272784" y="4956048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72784" y="5669280"/>
            <a:ext cx="73152" cy="5669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목차</a:t>
            </a:r>
            <a:endParaRPr lang="en-US" sz="3800" dirty="0"/>
          </a:p>
        </p:txBody>
      </p:sp>
      <p:sp>
        <p:nvSpPr>
          <p:cNvPr id="26" name="Text 24"/>
          <p:cNvSpPr txBox="1"/>
          <p:nvPr/>
        </p:nvSpPr>
        <p:spPr>
          <a:xfrm>
            <a:off x="1042416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Runtime Boundary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1042416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Unified Pipeline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1042416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Teaser Rubric</a:t>
            </a:r>
            <a:endParaRPr lang="en-US" sz="1800" dirty="0"/>
          </a:p>
        </p:txBody>
      </p:sp>
      <p:sp>
        <p:nvSpPr>
          <p:cNvPr id="29" name="Text 27"/>
          <p:cNvSpPr txBox="1"/>
          <p:nvPr/>
        </p:nvSpPr>
        <p:spPr>
          <a:xfrm>
            <a:off x="1042416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Iteration Plan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1042416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Feedback Applied</a:t>
            </a:r>
            <a:endParaRPr lang="en-US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1042416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Evidence Mix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1042416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01. React</a:t>
            </a:r>
            <a:endParaRPr lang="en-US" sz="1800" dirty="0"/>
          </a:p>
        </p:txBody>
      </p:sp>
      <p:sp>
        <p:nvSpPr>
          <p:cNvPr id="33" name="Text 31"/>
          <p:cNvSpPr txBox="1"/>
          <p:nvPr/>
        </p:nvSpPr>
        <p:spPr>
          <a:xfrm>
            <a:off x="6492240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02. Vite</a:t>
            </a:r>
            <a:endParaRPr lang="en-US" sz="1800" dirty="0"/>
          </a:p>
        </p:txBody>
      </p:sp>
      <p:sp>
        <p:nvSpPr>
          <p:cNvPr id="34" name="Text 32"/>
          <p:cNvSpPr txBox="1"/>
          <p:nvPr/>
        </p:nvSpPr>
        <p:spPr>
          <a:xfrm>
            <a:off x="6492240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03. vuejs/core</a:t>
            </a:r>
            <a:endParaRPr lang="en-US" sz="1800" dirty="0"/>
          </a:p>
        </p:txBody>
      </p:sp>
      <p:sp>
        <p:nvSpPr>
          <p:cNvPr id="35" name="Text 33"/>
          <p:cNvSpPr txBox="1"/>
          <p:nvPr/>
        </p:nvSpPr>
        <p:spPr>
          <a:xfrm>
            <a:off x="6492240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04. Svelte</a:t>
            </a:r>
            <a:endParaRPr lang="en-US" sz="1800" dirty="0"/>
          </a:p>
        </p:txBody>
      </p:sp>
      <p:sp>
        <p:nvSpPr>
          <p:cNvPr id="36" name="Text 34"/>
          <p:cNvSpPr txBox="1"/>
          <p:nvPr/>
        </p:nvSpPr>
        <p:spPr>
          <a:xfrm>
            <a:off x="6492240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05. TypeScript</a:t>
            </a:r>
            <a:endParaRPr lang="en-US" sz="1800" dirty="0"/>
          </a:p>
        </p:txBody>
      </p:sp>
      <p:sp>
        <p:nvSpPr>
          <p:cNvPr id="37" name="Text 35"/>
          <p:cNvSpPr txBox="1"/>
          <p:nvPr/>
        </p:nvSpPr>
        <p:spPr>
          <a:xfrm>
            <a:off x="6492240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06. Node.js</a:t>
            </a:r>
            <a:endParaRPr lang="en-US" sz="1800" dirty="0"/>
          </a:p>
        </p:txBody>
      </p:sp>
      <p:sp>
        <p:nvSpPr>
          <p:cNvPr id="38" name="Text 36"/>
          <p:cNvSpPr txBox="1"/>
          <p:nvPr/>
        </p:nvSpPr>
        <p:spPr>
          <a:xfrm>
            <a:off x="6492240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07. Express</a:t>
            </a:r>
            <a:endParaRPr lang="en-US" sz="1800" dirty="0"/>
          </a:p>
        </p:txBody>
      </p:sp>
      <p:sp>
        <p:nvSpPr>
          <p:cNvPr id="39" name="Text 37"/>
          <p:cNvSpPr txBox="1"/>
          <p:nvPr/>
        </p:nvSpPr>
        <p:spPr>
          <a:xfrm>
            <a:off x="6492240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 08. FastAPI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2578608"/>
            <a:ext cx="10515600" cy="4572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4809744"/>
            <a:ext cx="2011680" cy="45720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2779776"/>
            <a:ext cx="73152" cy="84124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3822192"/>
            <a:ext cx="73152" cy="84124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목차 (Cont. 2/2)</a:t>
            </a:r>
            <a:endParaRPr lang="en-US" sz="3800" dirty="0"/>
          </a:p>
        </p:txBody>
      </p:sp>
      <p:sp>
        <p:nvSpPr>
          <p:cNvPr id="13" name="Text 11"/>
          <p:cNvSpPr txBox="1"/>
          <p:nvPr/>
        </p:nvSpPr>
        <p:spPr>
          <a:xfrm>
            <a:off x="1042416" y="2871216"/>
            <a:ext cx="10094976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09. OpenAI Python API library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1042416" y="3913632"/>
            <a:ext cx="10094976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10. LangChain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9E0F62">
              <a:alpha val="80000"/>
            </a:srgbClr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8" name="Text 1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Runtime Boundary</a:t>
            </a:r>
            <a:endParaRPr lang="en-US" sz="3400" dirty="0"/>
          </a:p>
        </p:txBody>
      </p:sp>
      <p:sp>
        <p:nvSpPr>
          <p:cNvPr id="19" name="Shape 14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0" name="Image 3" descr="verified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Parses Markdown, keeps graphs whole, selects layouts, applies theme colors, renders PPTX, and validates overflow.</a:t>
            </a:r>
            <a:endParaRPr lang="en-US" sz="2200" dirty="0"/>
          </a:p>
        </p:txBody>
      </p:sp>
      <p:sp>
        <p:nvSpPr>
          <p:cNvPr id="22" name="Shape 16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3" name="Image 4" descr="chart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mdpr-skill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Collects evidence and may add review notes, but does not choose final coordinates, colors, typography, or object geometry.</a:t>
            </a:r>
            <a:endParaRPr lang="en-US" sz="2200" dirty="0"/>
          </a:p>
        </p:txBody>
      </p:sp>
      <p:sp>
        <p:nvSpPr>
          <p:cNvPr id="25" name="Shape 18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6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Evaluation target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Compare generated slides against research/product teaser expectations: clear focal message, hierarchy, restrained contrast, and bounded text.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Unified Pipeline</a:t>
            </a:r>
            <a:endParaRPr lang="en-US" sz="3400" dirty="0"/>
          </a:p>
        </p:txBody>
      </p:sp>
      <p:sp>
        <p:nvSpPr>
          <p:cNvPr id="9" name="Shape 7"/>
          <p:cNvSpPr/>
          <p:nvPr/>
        </p:nvSpPr>
        <p:spPr>
          <a:xfrm>
            <a:off x="4002024" y="2354580"/>
            <a:ext cx="457200" cy="0"/>
          </a:xfrm>
          <a:prstGeom prst="line">
            <a:avLst/>
          </a:prstGeom>
          <a:noFill/>
          <a:ln w="12700">
            <a:solidFill>
              <a:srgbClr val="9E4C0F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7748016" y="2354580"/>
            <a:ext cx="457200" cy="0"/>
          </a:xfrm>
          <a:prstGeom prst="line">
            <a:avLst/>
          </a:prstGeom>
          <a:noFill/>
          <a:ln w="12700">
            <a:solidFill>
              <a:srgbClr val="9E4C0F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9849612" y="2887127"/>
            <a:ext cx="0" cy="416235"/>
          </a:xfrm>
          <a:prstGeom prst="line">
            <a:avLst/>
          </a:prstGeom>
          <a:noFill/>
          <a:ln w="12700">
            <a:solidFill>
              <a:srgbClr val="9E4C0F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9849612" y="4368455"/>
            <a:ext cx="0" cy="416235"/>
          </a:xfrm>
          <a:prstGeom prst="line">
            <a:avLst/>
          </a:prstGeom>
          <a:noFill/>
          <a:ln w="12700">
            <a:solidFill>
              <a:srgbClr val="9E4C0F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7748016" y="5317236"/>
            <a:ext cx="457200" cy="0"/>
          </a:xfrm>
          <a:prstGeom prst="line">
            <a:avLst/>
          </a:prstGeom>
          <a:noFill/>
          <a:ln w="12700">
            <a:solidFill>
              <a:srgbClr val="9E4C0F"/>
            </a:solidFill>
            <a:prstDash val="solid"/>
            <a:headEnd type="triangle"/>
          </a:ln>
        </p:spPr>
      </p:sp>
      <p:sp>
        <p:nvSpPr>
          <p:cNvPr id="14" name="Shape 12"/>
          <p:cNvSpPr/>
          <p:nvPr/>
        </p:nvSpPr>
        <p:spPr>
          <a:xfrm>
            <a:off x="4002024" y="5317236"/>
            <a:ext cx="457200" cy="0"/>
          </a:xfrm>
          <a:prstGeom prst="line">
            <a:avLst/>
          </a:prstGeom>
          <a:noFill/>
          <a:ln w="12700">
            <a:solidFill>
              <a:srgbClr val="9E4C0F"/>
            </a:solidFill>
            <a:prstDash val="solid"/>
            <a:headEnd type="triangle"/>
          </a:ln>
        </p:spPr>
      </p:sp>
      <p:sp>
        <p:nvSpPr>
          <p:cNvPr id="15" name="Shape 13"/>
          <p:cNvSpPr/>
          <p:nvPr/>
        </p:nvSpPr>
        <p:spPr>
          <a:xfrm>
            <a:off x="640080" y="1769364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BF8F3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40080" y="1769364"/>
            <a:ext cx="343509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04672" y="2167311"/>
            <a:ext cx="374538" cy="37453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04672" y="2167311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4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325514" y="1897380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Downloaded Markdown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4386072" y="1769364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BF8F3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386072" y="1769364"/>
            <a:ext cx="343509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550664" y="2167311"/>
            <a:ext cx="374538" cy="37453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550664" y="2167311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4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5071506" y="1897380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Parser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8132064" y="1769364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BF8F3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132064" y="1769364"/>
            <a:ext cx="343509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296656" y="2167311"/>
            <a:ext cx="374538" cy="37453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296656" y="2167311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4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8817498" y="1897380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Slide Splitter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8132064" y="3250692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BF8F3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132064" y="3250692"/>
            <a:ext cx="343509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96656" y="3648639"/>
            <a:ext cx="374538" cy="37453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296656" y="3648639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4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8817498" y="3378708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Planner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8132064" y="4732020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BF8F3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8132064" y="4732020"/>
            <a:ext cx="343509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296656" y="5129967"/>
            <a:ext cx="374538" cy="37453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8296656" y="5129967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4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8817498" y="4860036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PPTX Renderer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4386072" y="4732020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BF8F3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4386072" y="4732020"/>
            <a:ext cx="343509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550664" y="5129967"/>
            <a:ext cx="374538" cy="37453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4550664" y="5129967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4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500" dirty="0"/>
          </a:p>
        </p:txBody>
      </p:sp>
      <p:sp>
        <p:nvSpPr>
          <p:cNvPr id="44" name="Text 42"/>
          <p:cNvSpPr txBox="1"/>
          <p:nvPr/>
        </p:nvSpPr>
        <p:spPr>
          <a:xfrm>
            <a:off x="5071506" y="4860036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PNG Visual QA</a:t>
            </a:r>
            <a:endParaRPr lang="en-US" sz="1600" dirty="0"/>
          </a:p>
        </p:txBody>
      </p:sp>
      <p:sp>
        <p:nvSpPr>
          <p:cNvPr id="45" name="Shape 43"/>
          <p:cNvSpPr/>
          <p:nvPr/>
        </p:nvSpPr>
        <p:spPr>
          <a:xfrm>
            <a:off x="640080" y="4732020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BF8F3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640080" y="4732020"/>
            <a:ext cx="343509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04672" y="5129967"/>
            <a:ext cx="374538" cy="37453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804672" y="5129967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4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</a:t>
            </a:r>
            <a:endParaRPr lang="en-US" sz="1500" dirty="0"/>
          </a:p>
        </p:txBody>
      </p:sp>
      <p:sp>
        <p:nvSpPr>
          <p:cNvPr id="49" name="Text 47"/>
          <p:cNvSpPr txBox="1"/>
          <p:nvPr/>
        </p:nvSpPr>
        <p:spPr>
          <a:xfrm>
            <a:off x="1325514" y="4860036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Improvement Notes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Teaser Rubric</a:t>
            </a:r>
            <a:endParaRPr lang="en-US" sz="3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7543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Criterion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Requirement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Failure 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Focal message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One readable headline and primary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dominant title or all-text wall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543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Hierarchy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3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title &gt;= section &gt;= body; proof objects carry emphasis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3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tiny title or random accents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3">
                        <a:alpha val="80000"/>
                      </a:srgbClr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Coherence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same-rule layouts across every source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per-source manual styling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543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Boundaries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3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 and shapes stay inside slide and parent boxes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3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overflow or clipped rows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3">
                        <a:alpha val="80000"/>
                      </a:srgbClr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Teaser quality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resembles a paper/product teaser in density and polish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blank, generic, or palette-only output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9E0F62">
              <a:alpha val="80000"/>
            </a:srgbClr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8" name="Text 1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Iteration Plan</a:t>
            </a:r>
            <a:endParaRPr lang="en-US" sz="3400" dirty="0"/>
          </a:p>
        </p:txBody>
      </p:sp>
      <p:sp>
        <p:nvSpPr>
          <p:cNvPr id="19" name="Shape 14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0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Current pass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iteration 3 of 4.</a:t>
            </a:r>
            <a:endParaRPr lang="en-US" sz="2200" dirty="0"/>
          </a:p>
        </p:txBody>
      </p:sp>
      <p:sp>
        <p:nvSpPr>
          <p:cNvPr id="22" name="Shape 16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3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699321" y="3322320"/>
            <a:ext cx="9255191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All passes use the same MDPR parser, layout planner, PPTX renderer, and visual validation path.</a:t>
            </a:r>
            <a:endParaRPr lang="en-US" sz="2200" dirty="0"/>
          </a:p>
        </p:txBody>
      </p:sp>
      <p:sp>
        <p:nvSpPr>
          <p:cNvPr id="25" name="Shape 18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6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1699321" y="4639056"/>
            <a:ext cx="9255191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 corpus is one combined deck, not a set of hand-tuned per-file decks.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9E0F62">
              <a:alpha val="80000"/>
            </a:srgbClr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8" name="Text 1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Feedback Applied</a:t>
            </a:r>
            <a:endParaRPr lang="en-US" sz="3400" dirty="0"/>
          </a:p>
        </p:txBody>
      </p:sp>
      <p:sp>
        <p:nvSpPr>
          <p:cNvPr id="19" name="Shape 14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0" name="Image 3" descr="chart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699321" y="1996440"/>
            <a:ext cx="9255191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Convert long imported paragraphs into bounded executive bullets before MDPR layout.</a:t>
            </a:r>
            <a:endParaRPr lang="en-US" sz="2200" dirty="0"/>
          </a:p>
        </p:txBody>
      </p:sp>
      <p:sp>
        <p:nvSpPr>
          <p:cNvPr id="22" name="Shape 16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3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699321" y="3322320"/>
            <a:ext cx="9255191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Keep source identity as section context, not as large decorative badges.</a:t>
            </a:r>
            <a:endParaRPr lang="en-US" sz="2200" dirty="0"/>
          </a:p>
        </p:txBody>
      </p:sp>
      <p:sp>
        <p:nvSpPr>
          <p:cNvPr id="25" name="Shape 18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6" name="Image 5" descr="cod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1699321" y="4639056"/>
            <a:ext cx="9255191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Preserve tables, code fences, and pipeline syntax so MDPR can choose the right object family.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4956048" y="1426464"/>
            <a:ext cx="6199632" cy="440740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 Mix</a:t>
            </a:r>
            <a:endParaRPr lang="en-US" sz="3400" dirty="0"/>
          </a:p>
        </p:txBody>
      </p:sp>
      <p:sp>
        <p:nvSpPr>
          <p:cNvPr id="12" name="Text 9"/>
          <p:cNvSpPr txBox="1"/>
          <p:nvPr/>
        </p:nvSpPr>
        <p:spPr>
          <a:xfrm>
            <a:off x="914400" y="2365248"/>
            <a:ext cx="3675888" cy="14325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The chart is generated from corpus-level structure rather than a custom drawing path.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914400" y="3797808"/>
            <a:ext cx="3675888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This adds a teaser-style proof object without per-source tuning.</a:t>
            </a:r>
            <a:endParaRPr lang="en-US" sz="220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20" name="Text 1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01. React</a:t>
            </a:r>
            <a:endParaRPr lang="en-US" sz="3400" dirty="0"/>
          </a:p>
        </p:txBody>
      </p:sp>
      <p:sp>
        <p:nvSpPr>
          <p:cNvPr id="21" name="Shape 15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2" name="Image 4" descr="github icon from simple-icons (CC0-1.0 with brand guidelines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react from https://raw.githubusercontent.com/facebook/react/main/README.md</a:t>
            </a:r>
            <a:endParaRPr lang="en-US" sz="2200" dirty="0"/>
          </a:p>
        </p:txBody>
      </p:sp>
      <p:sp>
        <p:nvSpPr>
          <p:cNvPr id="24" name="Shape 17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5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9 headings, 0 table-like lines, 1 fenced code blocks.</a:t>
            </a:r>
            <a:endParaRPr lang="en-US" sz="2200" dirty="0"/>
          </a:p>
        </p:txBody>
      </p:sp>
      <p:sp>
        <p:nvSpPr>
          <p:cNvPr id="27" name="Shape 19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8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9" name="Text 20"/>
          <p:cNvSpPr txBox="1"/>
          <p:nvPr/>
        </p:nvSpPr>
        <p:spPr>
          <a:xfrm>
            <a:off x="1689354" y="4328160"/>
            <a:ext cx="3961638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Use Quick Start to get a taste of React.</a:t>
            </a:r>
            <a:endParaRPr lang="en-US" sz="2200" dirty="0"/>
          </a:p>
        </p:txBody>
      </p:sp>
      <p:sp>
        <p:nvSpPr>
          <p:cNvPr id="30" name="Shape 21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31" name="Image 7" descr="artic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7175754" y="4160520"/>
            <a:ext cx="3961638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Add React to an Existing Project to use as little or as much React as you need.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9E0F62">
              <a:alpha val="80000"/>
            </a:srgbClr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8" name="Text 1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01. React (Cont. 2/2)</a:t>
            </a:r>
            <a:endParaRPr lang="en-US" sz="3400" dirty="0"/>
          </a:p>
        </p:txBody>
      </p:sp>
      <p:sp>
        <p:nvSpPr>
          <p:cNvPr id="19" name="Shape 14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0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699321" y="1996440"/>
            <a:ext cx="9255191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Create a New React App if you're looking for a powerful JavaScript toolchain.</a:t>
            </a:r>
            <a:endParaRPr lang="en-US" sz="2200" dirty="0"/>
          </a:p>
        </p:txBody>
      </p:sp>
      <p:sp>
        <p:nvSpPr>
          <p:cNvPr id="22" name="Shape 16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3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699321" y="3489960"/>
            <a:ext cx="9255191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Adding Interactivity</a:t>
            </a:r>
            <a:endParaRPr lang="en-US" sz="2200" dirty="0"/>
          </a:p>
        </p:txBody>
      </p:sp>
      <p:sp>
        <p:nvSpPr>
          <p:cNvPr id="25" name="Shape 18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6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1699321" y="4806696"/>
            <a:ext cx="9255191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Where to Get Support</a:t>
            </a:r>
            <a:endParaRPr lang="en-US" sz="2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20" name="Text 1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02. Vite</a:t>
            </a:r>
            <a:endParaRPr lang="en-US" sz="3400" dirty="0"/>
          </a:p>
        </p:txBody>
      </p:sp>
      <p:sp>
        <p:nvSpPr>
          <p:cNvPr id="21" name="Shape 15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2" name="Image 4" descr="github icon from simple-icons (CC0-1.0 with brand guidelines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vite from https://raw.githubusercontent.com/vitejs/vite/main/README.md</a:t>
            </a:r>
            <a:endParaRPr lang="en-US" sz="2200" dirty="0"/>
          </a:p>
        </p:txBody>
      </p:sp>
      <p:sp>
        <p:nvSpPr>
          <p:cNvPr id="24" name="Shape 17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5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5 headings, 5 table-like lines, 0 fenced code blocks.</a:t>
            </a:r>
            <a:endParaRPr lang="en-US" sz="2200" dirty="0"/>
          </a:p>
        </p:txBody>
      </p:sp>
      <p:sp>
        <p:nvSpPr>
          <p:cNvPr id="27" name="Shape 19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8" name="Image 6" descr="server icon from svgrepo (open-license catalog pattern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9" name="Text 20"/>
          <p:cNvSpPr txBox="1"/>
          <p:nvPr/>
        </p:nvSpPr>
        <p:spPr>
          <a:xfrm>
            <a:off x="1689354" y="4495800"/>
            <a:ext cx="3961638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Instant Server Start</a:t>
            </a:r>
            <a:endParaRPr lang="en-US" sz="2200" dirty="0"/>
          </a:p>
        </p:txBody>
      </p:sp>
      <p:sp>
        <p:nvSpPr>
          <p:cNvPr id="30" name="Shape 21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31" name="Image 7" descr="artic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7175754" y="4495800"/>
            <a:ext cx="3961638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Universal Plugin Interface</a:t>
            </a:r>
            <a:endParaRPr lang="en-US" sz="2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02. Vite (Cont. 2/2)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3032760"/>
            <a:ext cx="4791456" cy="14325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A dev server that provides rich feature enhancements over native ES modules, for example extremely fast Hot Module Replacement (HMR).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473952" y="2865120"/>
            <a:ext cx="4791456" cy="176784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A build command that bundles your code with Rolldown, pre-configured to output highly optimized static assets for production.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9E0F62">
              <a:alpha val="80000"/>
            </a:srgbClr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8" name="Text 1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03. vuejs/core</a:t>
            </a:r>
            <a:endParaRPr lang="en-US" sz="3400" dirty="0"/>
          </a:p>
        </p:txBody>
      </p:sp>
      <p:sp>
        <p:nvSpPr>
          <p:cNvPr id="19" name="Shape 14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0" name="Image 3" descr="github icon from simple-icons (CC0-1.0 with brand guidelines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vue from https://raw.githubusercontent.com/vuejs/core/main/README.md</a:t>
            </a:r>
            <a:endParaRPr lang="en-US" sz="2200" dirty="0"/>
          </a:p>
        </p:txBody>
      </p:sp>
      <p:sp>
        <p:nvSpPr>
          <p:cNvPr id="22" name="Shape 16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3" name="Image 4" descr="tab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8 headings, 0 table-like lines, 0 fenced code blocks.</a:t>
            </a:r>
            <a:endParaRPr lang="en-US" sz="2200" dirty="0"/>
          </a:p>
        </p:txBody>
      </p:sp>
      <p:sp>
        <p:nvSpPr>
          <p:cNvPr id="25" name="Shape 18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6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Vue.js is an MIT-licensed open source project with its ongoing development made possible entirely by the support of these awesome backers. If you'd like to join them, please consider sponsoring Vue's developmen</a:t>
            </a:r>
            <a:endParaRPr lang="en-US" sz="2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03. vuejs/core (Cont. 2/2)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For questions and support please use the official forum or community chat. The issue list of this repo is </a:t>
            </a:r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exclusively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for bug reports and feature requests.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473952" y="2697480"/>
            <a:ext cx="4791456" cy="21031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Please make sure to respect issue requirements and use the new issue helper when opening an issue. Issues not conforming to the guidelines may be closed immediately.</a:t>
            </a:r>
            <a:endParaRPr lang="en-US" sz="2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9E0F62">
              <a:alpha val="80000"/>
            </a:srgbClr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8" name="Text 1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04. Svelte</a:t>
            </a:r>
            <a:endParaRPr lang="en-US" sz="3400" dirty="0"/>
          </a:p>
        </p:txBody>
      </p:sp>
      <p:sp>
        <p:nvSpPr>
          <p:cNvPr id="19" name="Shape 14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0" name="Image 3" descr="github icon from simple-icons (CC0-1.0 with brand guidelines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svelte from https://raw.githubusercontent.com/sveltejs/svelte/main/README.md</a:t>
            </a:r>
            <a:endParaRPr lang="en-US" sz="2200" dirty="0"/>
          </a:p>
        </p:txBody>
      </p:sp>
      <p:sp>
        <p:nvSpPr>
          <p:cNvPr id="22" name="Shape 16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3" name="Image 4" descr="tab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6 headings, 0 table-like lines, 0 fenced code blocks.</a:t>
            </a:r>
            <a:endParaRPr lang="en-US" sz="2200" dirty="0"/>
          </a:p>
        </p:txBody>
      </p:sp>
      <p:sp>
        <p:nvSpPr>
          <p:cNvPr id="25" name="Shape 18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6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1699321" y="4806696"/>
            <a:ext cx="9255191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Becoming a backer on Open Collective.</a:t>
            </a:r>
            <a:endParaRPr lang="en-US" sz="2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20" name="Text 1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05. TypeScript</a:t>
            </a:r>
            <a:endParaRPr lang="en-US" sz="3400" dirty="0"/>
          </a:p>
        </p:txBody>
      </p:sp>
      <p:sp>
        <p:nvSpPr>
          <p:cNvPr id="21" name="Shape 15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2" name="Image 4" descr="github icon from simple-icons (CC0-1.0 with brand guidelines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typescript from https://raw.githubusercontent.com/microsoft/TypeScript/main/README.md</a:t>
            </a:r>
            <a:endParaRPr lang="en-US" sz="2200" dirty="0"/>
          </a:p>
        </p:txBody>
      </p:sp>
      <p:sp>
        <p:nvSpPr>
          <p:cNvPr id="24" name="Shape 17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5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5 headings, 0 table-like lines, 2 fenced code blocks.</a:t>
            </a:r>
            <a:endParaRPr lang="en-US" sz="2200" dirty="0"/>
          </a:p>
        </p:txBody>
      </p:sp>
      <p:sp>
        <p:nvSpPr>
          <p:cNvPr id="27" name="Shape 19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8" name="Image 6" descr="tab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9" name="Text 20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Crashes that were introduced in 5.9 or 6.0 that </a:t>
            </a:r>
            <a:pPr algn="l" indent="0" marL="0">
              <a:lnSpc>
                <a:spcPct val="120000"/>
              </a:lnSpc>
              <a:buNone/>
            </a:pPr>
            <a:r>
              <a:rPr lang="en-US" sz="2200" i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also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repro in 7.0 </a:t>
            </a:r>
            <a:pPr algn="l" indent="0" marL="0">
              <a:lnSpc>
                <a:spcPct val="120000"/>
              </a:lnSpc>
              <a:buNone/>
            </a:pPr>
            <a:r>
              <a:rPr lang="en-US" sz="2200" i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and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have a portable fix </a:t>
            </a:r>
            <a:pPr algn="l" indent="0" marL="0">
              <a:lnSpc>
                <a:spcPct val="120000"/>
              </a:lnSpc>
              <a:buNone/>
            </a:pPr>
            <a:r>
              <a:rPr lang="en-US" sz="2200" i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and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don't incur other behavioral changes</a:t>
            </a:r>
            <a:endParaRPr lang="en-US" sz="2200" dirty="0"/>
          </a:p>
        </p:txBody>
      </p:sp>
      <p:sp>
        <p:nvSpPr>
          <p:cNvPr id="30" name="Shape 21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31" name="Image 7" descr="cloud icon from svgrepo (open-license catalog pattern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7175754" y="4160520"/>
            <a:ext cx="3961638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Language service crashes that substantially impact mainline usage</a:t>
            </a:r>
            <a:endParaRPr lang="en-US" sz="2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9E0F62">
              <a:alpha val="80000"/>
            </a:srgbClr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8" name="Text 1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05. TypeScript (Cont. 2/2)</a:t>
            </a:r>
            <a:endParaRPr lang="en-US" sz="3400" dirty="0"/>
          </a:p>
        </p:txBody>
      </p:sp>
      <p:sp>
        <p:nvSpPr>
          <p:cNvPr id="19" name="Shape 14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0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Serious regressions from 5.9 (these must </a:t>
            </a:r>
            <a:pPr algn="l" indent="0" marL="0">
              <a:lnSpc>
                <a:spcPct val="120000"/>
              </a:lnSpc>
              <a:buNone/>
            </a:pPr>
            <a:r>
              <a:rPr lang="en-US" sz="2200" i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seriously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impact a </a:t>
            </a:r>
            <a:pPr algn="l" indent="0" marL="0">
              <a:lnSpc>
                <a:spcPct val="120000"/>
              </a:lnSpc>
              <a:buNone/>
            </a:pPr>
            <a:r>
              <a:rPr lang="en-US" sz="2200" i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large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proportion of users)</a:t>
            </a:r>
            <a:endParaRPr lang="en-US" sz="2200" dirty="0"/>
          </a:p>
        </p:txBody>
      </p:sp>
      <p:sp>
        <p:nvSpPr>
          <p:cNvPr id="22" name="Shape 16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3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699321" y="3489960"/>
            <a:ext cx="9255191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Submit bugs and help us verify fixes as they are checked in.</a:t>
            </a:r>
            <a:endParaRPr lang="en-US" sz="2200" dirty="0"/>
          </a:p>
        </p:txBody>
      </p:sp>
      <p:sp>
        <p:nvSpPr>
          <p:cNvPr id="25" name="Shape 18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6" name="Image 5" descr="cod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1699321" y="4806696"/>
            <a:ext cx="9255191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 the source code changes.</a:t>
            </a:r>
            <a:endParaRPr lang="en-US" sz="2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20" name="Text 1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06. Node.js</a:t>
            </a:r>
            <a:endParaRPr lang="en-US" sz="3400" dirty="0"/>
          </a:p>
        </p:txBody>
      </p:sp>
      <p:sp>
        <p:nvSpPr>
          <p:cNvPr id="21" name="Shape 15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2" name="Image 4" descr="github icon from simple-icons (CC0-1.0 with brand guidelines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node from https://raw.githubusercontent.com/nodejs/node/main/README.md</a:t>
            </a:r>
            <a:endParaRPr lang="en-US" sz="2200" dirty="0"/>
          </a:p>
        </p:txBody>
      </p:sp>
      <p:sp>
        <p:nvSpPr>
          <p:cNvPr id="24" name="Shape 17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5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17 headings, 0 table-like lines, 3 fenced code blocks.</a:t>
            </a:r>
            <a:endParaRPr lang="en-US" sz="2200" dirty="0"/>
          </a:p>
        </p:txBody>
      </p:sp>
      <p:sp>
        <p:nvSpPr>
          <p:cNvPr id="27" name="Shape 19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8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9" name="Text 20"/>
          <p:cNvSpPr txBox="1"/>
          <p:nvPr/>
        </p:nvSpPr>
        <p:spPr>
          <a:xfrm>
            <a:off x="1689354" y="4495800"/>
            <a:ext cx="3961638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Current and LTS releases</a:t>
            </a:r>
            <a:endParaRPr lang="en-US" sz="2200" dirty="0"/>
          </a:p>
        </p:txBody>
      </p:sp>
      <p:sp>
        <p:nvSpPr>
          <p:cNvPr id="30" name="Shape 21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31" name="Image 7" descr="artic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7175754" y="4495800"/>
            <a:ext cx="3961638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Contributing to Node.js</a:t>
            </a:r>
            <a:endParaRPr lang="en-US" sz="2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9E0F62">
              <a:alpha val="80000"/>
            </a:srgbClr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8" name="Text 1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06. Node.js (Cont. 2/2)</a:t>
            </a:r>
            <a:endParaRPr lang="en-US" sz="3400" dirty="0"/>
          </a:p>
        </p:txBody>
      </p:sp>
      <p:sp>
        <p:nvSpPr>
          <p:cNvPr id="19" name="Shape 14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0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699321" y="2164080"/>
            <a:ext cx="9255191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Current project team members</a:t>
            </a:r>
            <a:endParaRPr lang="en-US" sz="2200" dirty="0"/>
          </a:p>
        </p:txBody>
      </p:sp>
      <p:sp>
        <p:nvSpPr>
          <p:cNvPr id="22" name="Shape 16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3" name="Image 4" descr="github icon from simple-icons (CC0-1.0 with brand guidelines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699321" y="3489960"/>
            <a:ext cx="9255191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TSC (Technical Steering Committee)</a:t>
            </a:r>
            <a:endParaRPr lang="en-US" sz="2200" dirty="0"/>
          </a:p>
        </p:txBody>
      </p:sp>
      <p:sp>
        <p:nvSpPr>
          <p:cNvPr id="25" name="Shape 18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6" name="Image 5" descr="cod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Current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Under active development. Code for the Current release is in the</a:t>
            </a:r>
            <a:endParaRPr lang="en-US" sz="2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20" name="Text 1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07. Express</a:t>
            </a:r>
            <a:endParaRPr lang="en-US" sz="3400" dirty="0"/>
          </a:p>
        </p:txBody>
      </p:sp>
      <p:sp>
        <p:nvSpPr>
          <p:cNvPr id="21" name="Shape 15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2" name="Image 4" descr="github icon from simple-icons (CC0-1.0 with brand guidelines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express from https://raw.githubusercontent.com/expressjs/express/master/Readme.md</a:t>
            </a:r>
            <a:endParaRPr lang="en-US" sz="2200" dirty="0"/>
          </a:p>
        </p:txBody>
      </p:sp>
      <p:sp>
        <p:nvSpPr>
          <p:cNvPr id="24" name="Shape 17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5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14 headings, 0 table-like lines, 11 fenced code blocks.</a:t>
            </a:r>
            <a:endParaRPr lang="en-US" sz="2200" dirty="0"/>
          </a:p>
        </p:txBody>
      </p:sp>
      <p:sp>
        <p:nvSpPr>
          <p:cNvPr id="27" name="Shape 19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8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9" name="Text 20"/>
          <p:cNvSpPr txBox="1"/>
          <p:nvPr/>
        </p:nvSpPr>
        <p:spPr>
          <a:xfrm>
            <a:off x="1689354" y="4495800"/>
            <a:ext cx="3961638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Current project team members</a:t>
            </a:r>
            <a:endParaRPr lang="en-US" sz="2200" dirty="0"/>
          </a:p>
        </p:txBody>
      </p:sp>
      <p:sp>
        <p:nvSpPr>
          <p:cNvPr id="30" name="Shape 21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31" name="Image 7" descr="github icon from simple-icons (CC0-1.0 with brand guidelines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7175754" y="4495800"/>
            <a:ext cx="3961638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TC (Technical Committee)</a:t>
            </a:r>
            <a:endParaRPr lang="en-US" sz="2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9E0F62">
              <a:alpha val="80000"/>
            </a:srgbClr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8" name="Text 1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07. Express (Cont. 2/2)</a:t>
            </a:r>
            <a:endParaRPr lang="en-US" sz="3400" dirty="0"/>
          </a:p>
        </p:txBody>
      </p:sp>
      <p:sp>
        <p:nvSpPr>
          <p:cNvPr id="19" name="Shape 14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0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699321" y="2164080"/>
            <a:ext cx="9255191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Focus on high performance</a:t>
            </a:r>
            <a:endParaRPr lang="en-US" sz="2200" dirty="0"/>
          </a:p>
        </p:txBody>
      </p:sp>
      <p:sp>
        <p:nvSpPr>
          <p:cNvPr id="22" name="Shape 16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3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699321" y="3489960"/>
            <a:ext cx="9255191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Super-high test coverage</a:t>
            </a:r>
            <a:endParaRPr lang="en-US" sz="2200" dirty="0"/>
          </a:p>
        </p:txBody>
      </p:sp>
      <p:sp>
        <p:nvSpPr>
          <p:cNvPr id="25" name="Shape 18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6" name="Image 5" descr="server icon from svgrepo (open-license catalog pattern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1699321" y="4806696"/>
            <a:ext cx="9255191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View system supporting 14+ template engines</a:t>
            </a:r>
            <a:endParaRPr lang="en-US" sz="2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20" name="Text 1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08. FastAPI</a:t>
            </a:r>
            <a:endParaRPr lang="en-US" sz="3400" dirty="0"/>
          </a:p>
        </p:txBody>
      </p:sp>
      <p:sp>
        <p:nvSpPr>
          <p:cNvPr id="21" name="Shape 15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2" name="Image 4" descr="github icon from simple-icons (CC0-1.0 with brand guidelines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fastapi from https://raw.githubusercontent.com/fastapi/fastapi/master/README.md</a:t>
            </a:r>
            <a:endParaRPr lang="en-US" sz="2200" dirty="0"/>
          </a:p>
        </p:txBody>
      </p:sp>
      <p:sp>
        <p:nvSpPr>
          <p:cNvPr id="24" name="Shape 17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5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28 headings, 0 table-like lines, 12 fenced code blocks.</a:t>
            </a:r>
            <a:endParaRPr lang="en-US" sz="2200" dirty="0"/>
          </a:p>
        </p:txBody>
      </p:sp>
      <p:sp>
        <p:nvSpPr>
          <p:cNvPr id="27" name="Shape 19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8" name="Image 6" descr="verified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9" name="Text 20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Fast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Very high performance, on par with NodeJS and Go (thanks to Starlette and Pydantic). One of the fastest Python frameworks available.</a:t>
            </a:r>
            <a:endParaRPr lang="en-US" sz="2200" dirty="0"/>
          </a:p>
        </p:txBody>
      </p:sp>
      <p:sp>
        <p:nvSpPr>
          <p:cNvPr id="30" name="Shape 21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31" name="Image 7" descr="cod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Fast to code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Increase the speed to develop features by about 200% to 300%. *</a:t>
            </a:r>
            <a:endParaRPr lang="en-US" sz="2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9E0F62">
              <a:alpha val="80000"/>
            </a:srgbClr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8" name="Text 1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08. FastAPI (Cont. 2/2)</a:t>
            </a:r>
            <a:endParaRPr lang="en-US" sz="3400" dirty="0"/>
          </a:p>
        </p:txBody>
      </p:sp>
      <p:sp>
        <p:nvSpPr>
          <p:cNvPr id="19" name="Shape 14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0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Fewer bugs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Reduce about 40% of human (developer) induced errors. *</a:t>
            </a:r>
            <a:endParaRPr lang="en-US" sz="2200" dirty="0"/>
          </a:p>
        </p:txBody>
      </p:sp>
      <p:sp>
        <p:nvSpPr>
          <p:cNvPr id="22" name="Shape 16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3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Intuitive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Great editor support. Completion everywhere. Less time debugging.</a:t>
            </a:r>
            <a:endParaRPr lang="en-US" sz="2200" dirty="0"/>
          </a:p>
        </p:txBody>
      </p:sp>
      <p:sp>
        <p:nvSpPr>
          <p:cNvPr id="25" name="Shape 18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6" name="Image 5" descr="palett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Easy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Designed to be easy to use and learn. Less time reading docs.</a:t>
            </a:r>
            <a:endParaRPr lang="en-US" sz="2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20" name="Text 1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09. OpenAI Python API library</a:t>
            </a:r>
            <a:endParaRPr lang="en-US" sz="3400" dirty="0"/>
          </a:p>
        </p:txBody>
      </p:sp>
      <p:sp>
        <p:nvSpPr>
          <p:cNvPr id="21" name="Shape 15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2" name="Image 4" descr="github icon from simple-icons (CC0-1.0 with brand guidelines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openai-python from https://raw.githubusercontent.com/openai/openai-python/main/README.md</a:t>
            </a:r>
            <a:endParaRPr lang="en-US" sz="2200" dirty="0"/>
          </a:p>
        </p:txBody>
      </p:sp>
      <p:sp>
        <p:nvSpPr>
          <p:cNvPr id="24" name="Shape 17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5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48 headings, 10 table-like lines, 42 fenced code blocks.</a:t>
            </a:r>
            <a:endParaRPr lang="en-US" sz="2200" dirty="0"/>
          </a:p>
        </p:txBody>
      </p:sp>
      <p:sp>
        <p:nvSpPr>
          <p:cNvPr id="27" name="Shape 19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8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9" name="Text 20"/>
          <p:cNvSpPr txBox="1"/>
          <p:nvPr/>
        </p:nvSpPr>
        <p:spPr>
          <a:xfrm>
            <a:off x="1689354" y="4328160"/>
            <a:ext cx="3961638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Serializing back into JSON, model.to_json()</a:t>
            </a:r>
            <a:endParaRPr lang="en-US" sz="2200" dirty="0"/>
          </a:p>
        </p:txBody>
      </p:sp>
      <p:sp>
        <p:nvSpPr>
          <p:cNvPr id="30" name="Shape 21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31" name="Image 7" descr="artic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7175754" y="4328160"/>
            <a:ext cx="3961638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Converting to a dictionary, model.to_dict()</a:t>
            </a:r>
            <a:endParaRPr lang="en-US" sz="2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9E0F62">
              <a:alpha val="80000"/>
            </a:srgbClr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8" name="Text 1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09. OpenAI Python API library (Cont. 2/2)</a:t>
            </a:r>
            <a:endParaRPr lang="en-US" sz="3400" dirty="0"/>
          </a:p>
        </p:txBody>
      </p:sp>
      <p:sp>
        <p:nvSpPr>
          <p:cNvPr id="19" name="Shape 14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0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699321" y="2164080"/>
            <a:ext cx="9255191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Additional advanced functionality</a:t>
            </a:r>
            <a:endParaRPr lang="en-US" sz="2200" dirty="0"/>
          </a:p>
        </p:txBody>
      </p:sp>
      <p:sp>
        <p:nvSpPr>
          <p:cNvPr id="22" name="Shape 16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3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azure</a:t>
            </a:r>
            <a:pPr algn="l" indent="0" marL="0">
              <a:lnSpc>
                <a:spcPct val="120000"/>
              </a:lnSpc>
              <a:buNone/>
            </a:pPr>
            <a:r>
              <a:rPr lang="en-US" sz="2200" i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endpoint (or the AZURE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OPENAI_ENDPOINT environment variable)</a:t>
            </a:r>
            <a:endParaRPr lang="en-US" sz="2200" dirty="0"/>
          </a:p>
        </p:txBody>
      </p:sp>
      <p:sp>
        <p:nvSpPr>
          <p:cNvPr id="25" name="Shape 18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6" name="Image 5" descr="cloud icon from svgrepo (open-license catalog pattern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api</a:t>
            </a:r>
            <a:pPr algn="l" indent="0" marL="0">
              <a:lnSpc>
                <a:spcPct val="120000"/>
              </a:lnSpc>
              <a:buNone/>
            </a:pPr>
            <a:r>
              <a:rPr lang="en-US" sz="2200" i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version (or the OPENAI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API_VERSION environment variable)</a:t>
            </a:r>
            <a:endParaRPr lang="en-US" sz="2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20" name="Text 1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10. LangChain</a:t>
            </a:r>
            <a:endParaRPr lang="en-US" sz="3400" dirty="0"/>
          </a:p>
        </p:txBody>
      </p:sp>
      <p:sp>
        <p:nvSpPr>
          <p:cNvPr id="21" name="Shape 15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2" name="Image 4" descr="github icon from simple-icons (CC0-1.0 with brand guidelines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langchain from https://raw.githubusercontent.com/langchain-ai/langchain/master/README.md</a:t>
            </a:r>
            <a:endParaRPr lang="en-US" sz="2200" dirty="0"/>
          </a:p>
        </p:txBody>
      </p:sp>
      <p:sp>
        <p:nvSpPr>
          <p:cNvPr id="24" name="Shape 17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5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4 headings, 0 table-like lines, 2 fenced code blocks.</a:t>
            </a:r>
            <a:endParaRPr lang="en-US" sz="2200" dirty="0"/>
          </a:p>
        </p:txBody>
      </p:sp>
      <p:sp>
        <p:nvSpPr>
          <p:cNvPr id="27" name="Shape 19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8" name="Image 6" descr="spark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9" name="Text 20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Deep Agents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Build agents that can plan, use subagents, and leverage file systems for complex tasks</a:t>
            </a:r>
            <a:endParaRPr lang="en-US" sz="2200" dirty="0"/>
          </a:p>
        </p:txBody>
      </p:sp>
      <p:sp>
        <p:nvSpPr>
          <p:cNvPr id="30" name="Shape 21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31" name="Image 7" descr="chart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LangGraph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Build agents that can reliably handle complex tasks with our low-level agent orchestration framework</a:t>
            </a:r>
            <a:endParaRPr lang="en-US" sz="2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9E0F62">
              <a:alpha val="80000"/>
            </a:srgbClr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8" name="Text 1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10. LangChain (Cont. 2/2)</a:t>
            </a:r>
            <a:endParaRPr lang="en-US" sz="3400" dirty="0"/>
          </a:p>
        </p:txBody>
      </p:sp>
      <p:sp>
        <p:nvSpPr>
          <p:cNvPr id="19" name="Shape 14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0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Integrations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Chat &amp; embedding models, tools &amp; toolkits, and more</a:t>
            </a:r>
            <a:endParaRPr lang="en-US" sz="2200" dirty="0"/>
          </a:p>
        </p:txBody>
      </p:sp>
      <p:sp>
        <p:nvSpPr>
          <p:cNvPr id="22" name="Shape 16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3" name="Image 4" descr="spark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LangSmith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Agent evals, observability, and debugging for LLM apps</a:t>
            </a:r>
            <a:endParaRPr lang="en-US" sz="2200" dirty="0"/>
          </a:p>
        </p:txBody>
      </p:sp>
      <p:sp>
        <p:nvSpPr>
          <p:cNvPr id="25" name="Shape 18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6" name="Image 5" descr="flow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LangSmith Deployment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Deploy and scale agents with a purpose-built platform for long-running, stateful workflows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8181B"/>
      </a:dk1>
      <a:lt1>
        <a:srgbClr val="F8F4EF"/>
      </a:lt1>
      <a:dk2>
        <a:srgbClr val="57534E"/>
      </a:dk2>
      <a:lt2>
        <a:srgbClr val="FBF8F3"/>
      </a:lt2>
      <a:accent1>
        <a:srgbClr val="0F766E"/>
      </a:accent1>
      <a:accent2>
        <a:srgbClr val="9E0F62"/>
      </a:accent2>
      <a:accent3>
        <a:srgbClr val="9E4C0F"/>
      </a:accent3>
      <a:accent4>
        <a:srgbClr val="15984D"/>
      </a:accent4>
      <a:accent5>
        <a:srgbClr val="156198"/>
      </a:accent5>
      <a:accent6>
        <a:srgbClr val="096760"/>
      </a:accent6>
      <a:hlink>
        <a:srgbClr val="0F766E"/>
      </a:hlink>
      <a:folHlink>
        <a:srgbClr val="9E0F62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External Markdown Visual Evaluation</dc:title>
  <dc:subject>Generated from Markdown through Presentation IR and Layout IR</dc:subject>
  <dc:creator>mdpresent</dc:creator>
  <cp:lastModifiedBy>mdpresent</cp:lastModifiedBy>
  <cp:revision>1</cp:revision>
  <dcterms:created xsi:type="dcterms:W3CDTF">2026-06-20T15:41:17Z</dcterms:created>
  <dcterms:modified xsi:type="dcterms:W3CDTF">2026-06-20T15:41:17Z</dcterms:modified>
</cp:coreProperties>
</file>