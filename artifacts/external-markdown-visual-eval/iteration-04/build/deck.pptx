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Corpus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Sources</c:v>
                  </c:pt>
                  <c:pt idx="1">
                    <c:v>Headings</c:v>
                  </c:pt>
                  <c:pt idx="2">
                    <c:v>Tables</c:v>
                  </c:pt>
                  <c:pt idx="3">
                    <c:v>Code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24</c:v>
                </c:pt>
                <c:pt idx="1">
                  <c:v>96</c:v>
                </c:pt>
                <c:pt idx="2">
                  <c:v>18</c:v>
                </c:pt>
                <c:pt idx="3">
                  <c:v>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Useful</c:v>
                </c:pt>
              </c:strCache>
            </c:strRef>
          </c:tx>
          <c:spPr>
            <a:solidFill>
              <a:srgbClr val="9E0F6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Sources</c:v>
                  </c:pt>
                  <c:pt idx="1">
                    <c:v>Headings</c:v>
                  </c:pt>
                  <c:pt idx="2">
                    <c:v>Tables</c:v>
                  </c:pt>
                  <c:pt idx="3">
                    <c:v>Code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</c:v>
                </c:pt>
                <c:pt idx="1">
                  <c:v>72</c:v>
                </c:pt>
                <c:pt idx="2">
                  <c:v>12</c:v>
                </c:pt>
                <c:pt idx="3">
                  <c:v>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8181B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6CCC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34E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7534E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image" Target="../media/image-11-3.png"/><Relationship Id="rId4" Type="http://schemas.openxmlformats.org/officeDocument/2006/relationships/image" Target="../media/image-11-4.svg"/><Relationship Id="rId5" Type="http://schemas.openxmlformats.org/officeDocument/2006/relationships/image" Target="../media/image-11-5.png"/><Relationship Id="rId6" Type="http://schemas.openxmlformats.org/officeDocument/2006/relationships/image" Target="../media/image-11-6.svg"/><Relationship Id="rId7" Type="http://schemas.openxmlformats.org/officeDocument/2006/relationships/image" Target="../media/image-11-7.png"/><Relationship Id="rId8" Type="http://schemas.openxmlformats.org/officeDocument/2006/relationships/image" Target="../media/image-11-8.svg"/><Relationship Id="rId9" Type="http://schemas.openxmlformats.org/officeDocument/2006/relationships/image" Target="../media/image-11-9.png"/><Relationship Id="rId10" Type="http://schemas.openxmlformats.org/officeDocument/2006/relationships/image" Target="../media/image-11-10.svg"/><Relationship Id="rId11" Type="http://schemas.openxmlformats.org/officeDocument/2006/relationships/image" Target="../media/image-11-11.png"/><Relationship Id="rId12" Type="http://schemas.openxmlformats.org/officeDocument/2006/relationships/image" Target="../media/image-11-12.svg"/><Relationship Id="rId13" Type="http://schemas.openxmlformats.org/officeDocument/2006/relationships/image" Target="../media/image-11-13.png"/><Relationship Id="rId14" Type="http://schemas.openxmlformats.org/officeDocument/2006/relationships/image" Target="../media/image-11-14.svg"/><Relationship Id="rId15" Type="http://schemas.openxmlformats.org/officeDocument/2006/relationships/image" Target="../media/image-11-15.png"/><Relationship Id="rId16" Type="http://schemas.openxmlformats.org/officeDocument/2006/relationships/image" Target="../media/image-1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image" Target="../media/image-13-7.png"/><Relationship Id="rId8" Type="http://schemas.openxmlformats.org/officeDocument/2006/relationships/image" Target="../media/image-13-8.svg"/><Relationship Id="rId9" Type="http://schemas.openxmlformats.org/officeDocument/2006/relationships/image" Target="../media/image-13-9.png"/><Relationship Id="rId10" Type="http://schemas.openxmlformats.org/officeDocument/2006/relationships/image" Target="../media/image-13-10.sv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image" Target="../media/image-14-3.png"/><Relationship Id="rId4" Type="http://schemas.openxmlformats.org/officeDocument/2006/relationships/image" Target="../media/image-14-4.svg"/><Relationship Id="rId5" Type="http://schemas.openxmlformats.org/officeDocument/2006/relationships/image" Target="../media/image-14-5.png"/><Relationship Id="rId6" Type="http://schemas.openxmlformats.org/officeDocument/2006/relationships/image" Target="../media/image-14-6.svg"/><Relationship Id="rId7" Type="http://schemas.openxmlformats.org/officeDocument/2006/relationships/image" Target="../media/image-14-7.png"/><Relationship Id="rId8" Type="http://schemas.openxmlformats.org/officeDocument/2006/relationships/image" Target="../media/image-14-8.svg"/><Relationship Id="rId9" Type="http://schemas.openxmlformats.org/officeDocument/2006/relationships/image" Target="../media/image-14-9.png"/><Relationship Id="rId10" Type="http://schemas.openxmlformats.org/officeDocument/2006/relationships/image" Target="../media/image-14-10.svg"/><Relationship Id="rId11" Type="http://schemas.openxmlformats.org/officeDocument/2006/relationships/image" Target="../media/image-14-11.png"/><Relationship Id="rId12" Type="http://schemas.openxmlformats.org/officeDocument/2006/relationships/image" Target="../media/image-14-12.svg"/><Relationship Id="rId13" Type="http://schemas.openxmlformats.org/officeDocument/2006/relationships/image" Target="../media/image-14-13.png"/><Relationship Id="rId14" Type="http://schemas.openxmlformats.org/officeDocument/2006/relationships/image" Target="../media/image-14-14.svg"/><Relationship Id="rId15" Type="http://schemas.openxmlformats.org/officeDocument/2006/relationships/image" Target="../media/image-14-15.png"/><Relationship Id="rId16" Type="http://schemas.openxmlformats.org/officeDocument/2006/relationships/image" Target="../media/image-14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image" Target="../media/image-16-3.png"/><Relationship Id="rId4" Type="http://schemas.openxmlformats.org/officeDocument/2006/relationships/image" Target="../media/image-16-4.svg"/><Relationship Id="rId5" Type="http://schemas.openxmlformats.org/officeDocument/2006/relationships/image" Target="../media/image-16-5.png"/><Relationship Id="rId6" Type="http://schemas.openxmlformats.org/officeDocument/2006/relationships/image" Target="../media/image-16-6.svg"/><Relationship Id="rId7" Type="http://schemas.openxmlformats.org/officeDocument/2006/relationships/image" Target="../media/image-16-7.png"/><Relationship Id="rId8" Type="http://schemas.openxmlformats.org/officeDocument/2006/relationships/image" Target="../media/image-16-8.svg"/><Relationship Id="rId9" Type="http://schemas.openxmlformats.org/officeDocument/2006/relationships/image" Target="../media/image-16-9.png"/><Relationship Id="rId10" Type="http://schemas.openxmlformats.org/officeDocument/2006/relationships/image" Target="../media/image-16-10.svg"/><Relationship Id="rId11" Type="http://schemas.openxmlformats.org/officeDocument/2006/relationships/image" Target="../media/image-16-11.png"/><Relationship Id="rId12" Type="http://schemas.openxmlformats.org/officeDocument/2006/relationships/image" Target="../media/image-1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image" Target="../media/image-19-13.png"/><Relationship Id="rId14" Type="http://schemas.openxmlformats.org/officeDocument/2006/relationships/image" Target="../media/image-19-14.svg"/><Relationship Id="rId15" Type="http://schemas.openxmlformats.org/officeDocument/2006/relationships/image" Target="../media/image-19-15.png"/><Relationship Id="rId16" Type="http://schemas.openxmlformats.org/officeDocument/2006/relationships/image" Target="../media/image-19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image" Target="../media/image-20-3.png"/><Relationship Id="rId4" Type="http://schemas.openxmlformats.org/officeDocument/2006/relationships/image" Target="../media/image-20-4.svg"/><Relationship Id="rId5" Type="http://schemas.openxmlformats.org/officeDocument/2006/relationships/image" Target="../media/image-20-5.png"/><Relationship Id="rId6" Type="http://schemas.openxmlformats.org/officeDocument/2006/relationships/image" Target="../media/image-20-6.svg"/><Relationship Id="rId7" Type="http://schemas.openxmlformats.org/officeDocument/2006/relationships/image" Target="../media/image-20-7.png"/><Relationship Id="rId8" Type="http://schemas.openxmlformats.org/officeDocument/2006/relationships/image" Target="../media/image-20-8.svg"/><Relationship Id="rId9" Type="http://schemas.openxmlformats.org/officeDocument/2006/relationships/image" Target="../media/image-20-9.png"/><Relationship Id="rId10" Type="http://schemas.openxmlformats.org/officeDocument/2006/relationships/image" Target="../media/image-20-10.svg"/><Relationship Id="rId11" Type="http://schemas.openxmlformats.org/officeDocument/2006/relationships/image" Target="../media/image-20-11.png"/><Relationship Id="rId12" Type="http://schemas.openxmlformats.org/officeDocument/2006/relationships/image" Target="../media/image-20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image" Target="../media/image-23-5.png"/><Relationship Id="rId6" Type="http://schemas.openxmlformats.org/officeDocument/2006/relationships/image" Target="../media/image-23-6.svg"/><Relationship Id="rId7" Type="http://schemas.openxmlformats.org/officeDocument/2006/relationships/image" Target="../media/image-23-7.png"/><Relationship Id="rId8" Type="http://schemas.openxmlformats.org/officeDocument/2006/relationships/image" Target="../media/image-23-8.svg"/><Relationship Id="rId9" Type="http://schemas.openxmlformats.org/officeDocument/2006/relationships/image" Target="../media/image-23-9.png"/><Relationship Id="rId10" Type="http://schemas.openxmlformats.org/officeDocument/2006/relationships/image" Target="../media/image-23-10.svg"/><Relationship Id="rId11" Type="http://schemas.openxmlformats.org/officeDocument/2006/relationships/image" Target="../media/image-23-11.png"/><Relationship Id="rId12" Type="http://schemas.openxmlformats.org/officeDocument/2006/relationships/image" Target="../media/image-23-12.svg"/><Relationship Id="rId13" Type="http://schemas.openxmlformats.org/officeDocument/2006/relationships/image" Target="../media/image-23-13.png"/><Relationship Id="rId14" Type="http://schemas.openxmlformats.org/officeDocument/2006/relationships/image" Target="../media/image-23-14.svg"/><Relationship Id="rId15" Type="http://schemas.openxmlformats.org/officeDocument/2006/relationships/image" Target="../media/image-23-15.png"/><Relationship Id="rId16" Type="http://schemas.openxmlformats.org/officeDocument/2006/relationships/image" Target="../media/image-23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7" Type="http://schemas.openxmlformats.org/officeDocument/2006/relationships/image" Target="../media/image-24-7.png"/><Relationship Id="rId8" Type="http://schemas.openxmlformats.org/officeDocument/2006/relationships/image" Target="../media/image-24-8.svg"/><Relationship Id="rId9" Type="http://schemas.openxmlformats.org/officeDocument/2006/relationships/image" Target="../media/image-24-9.png"/><Relationship Id="rId10" Type="http://schemas.openxmlformats.org/officeDocument/2006/relationships/image" Target="../media/image-24-10.svg"/><Relationship Id="rId11" Type="http://schemas.openxmlformats.org/officeDocument/2006/relationships/image" Target="../media/image-24-11.png"/><Relationship Id="rId12" Type="http://schemas.openxmlformats.org/officeDocument/2006/relationships/image" Target="../media/image-2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image" Target="../media/image-25-13.png"/><Relationship Id="rId14" Type="http://schemas.openxmlformats.org/officeDocument/2006/relationships/image" Target="../media/image-25-14.svg"/><Relationship Id="rId15" Type="http://schemas.openxmlformats.org/officeDocument/2006/relationships/image" Target="../media/image-25-15.png"/><Relationship Id="rId16" Type="http://schemas.openxmlformats.org/officeDocument/2006/relationships/image" Target="../media/image-25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svg"/><Relationship Id="rId3" Type="http://schemas.openxmlformats.org/officeDocument/2006/relationships/image" Target="../media/image-26-3.png"/><Relationship Id="rId4" Type="http://schemas.openxmlformats.org/officeDocument/2006/relationships/image" Target="../media/image-26-4.svg"/><Relationship Id="rId5" Type="http://schemas.openxmlformats.org/officeDocument/2006/relationships/image" Target="../media/image-26-5.png"/><Relationship Id="rId6" Type="http://schemas.openxmlformats.org/officeDocument/2006/relationships/image" Target="../media/image-26-6.svg"/><Relationship Id="rId7" Type="http://schemas.openxmlformats.org/officeDocument/2006/relationships/image" Target="../media/image-26-7.png"/><Relationship Id="rId8" Type="http://schemas.openxmlformats.org/officeDocument/2006/relationships/image" Target="../media/image-26-8.svg"/><Relationship Id="rId9" Type="http://schemas.openxmlformats.org/officeDocument/2006/relationships/image" Target="../media/image-26-9.png"/><Relationship Id="rId10" Type="http://schemas.openxmlformats.org/officeDocument/2006/relationships/image" Target="../media/image-26-10.svg"/><Relationship Id="rId11" Type="http://schemas.openxmlformats.org/officeDocument/2006/relationships/image" Target="../media/image-26-11.png"/><Relationship Id="rId12" Type="http://schemas.openxmlformats.org/officeDocument/2006/relationships/image" Target="../media/image-2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3" Type="http://schemas.openxmlformats.org/officeDocument/2006/relationships/image" Target="../media/image-27-3.png"/><Relationship Id="rId4" Type="http://schemas.openxmlformats.org/officeDocument/2006/relationships/image" Target="../media/image-27-4.svg"/><Relationship Id="rId5" Type="http://schemas.openxmlformats.org/officeDocument/2006/relationships/image" Target="../media/image-27-5.png"/><Relationship Id="rId6" Type="http://schemas.openxmlformats.org/officeDocument/2006/relationships/image" Target="../media/image-27-6.svg"/><Relationship Id="rId7" Type="http://schemas.openxmlformats.org/officeDocument/2006/relationships/image" Target="../media/image-27-7.png"/><Relationship Id="rId8" Type="http://schemas.openxmlformats.org/officeDocument/2006/relationships/image" Target="../media/image-27-8.svg"/><Relationship Id="rId9" Type="http://schemas.openxmlformats.org/officeDocument/2006/relationships/image" Target="../media/image-27-9.png"/><Relationship Id="rId10" Type="http://schemas.openxmlformats.org/officeDocument/2006/relationships/image" Target="../media/image-27-10.svg"/><Relationship Id="rId11" Type="http://schemas.openxmlformats.org/officeDocument/2006/relationships/image" Target="../media/image-27-11.png"/><Relationship Id="rId12" Type="http://schemas.openxmlformats.org/officeDocument/2006/relationships/image" Target="../media/image-27-12.svg"/><Relationship Id="rId13" Type="http://schemas.openxmlformats.org/officeDocument/2006/relationships/image" Target="../media/image-27-13.png"/><Relationship Id="rId14" Type="http://schemas.openxmlformats.org/officeDocument/2006/relationships/image" Target="../media/image-27-14.svg"/><Relationship Id="rId15" Type="http://schemas.openxmlformats.org/officeDocument/2006/relationships/image" Target="../media/image-27-15.png"/><Relationship Id="rId16" Type="http://schemas.openxmlformats.org/officeDocument/2006/relationships/image" Target="../media/image-2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svg"/><Relationship Id="rId3" Type="http://schemas.openxmlformats.org/officeDocument/2006/relationships/image" Target="../media/image-28-3.png"/><Relationship Id="rId4" Type="http://schemas.openxmlformats.org/officeDocument/2006/relationships/image" Target="../media/image-28-4.svg"/><Relationship Id="rId5" Type="http://schemas.openxmlformats.org/officeDocument/2006/relationships/image" Target="../media/image-28-5.png"/><Relationship Id="rId6" Type="http://schemas.openxmlformats.org/officeDocument/2006/relationships/image" Target="../media/image-28-6.svg"/><Relationship Id="rId7" Type="http://schemas.openxmlformats.org/officeDocument/2006/relationships/image" Target="../media/image-28-7.png"/><Relationship Id="rId8" Type="http://schemas.openxmlformats.org/officeDocument/2006/relationships/image" Target="../media/image-28-8.svg"/><Relationship Id="rId9" Type="http://schemas.openxmlformats.org/officeDocument/2006/relationships/image" Target="../media/image-28-9.png"/><Relationship Id="rId10" Type="http://schemas.openxmlformats.org/officeDocument/2006/relationships/image" Target="../media/image-28-10.svg"/><Relationship Id="rId11" Type="http://schemas.openxmlformats.org/officeDocument/2006/relationships/image" Target="../media/image-28-11.png"/><Relationship Id="rId12" Type="http://schemas.openxmlformats.org/officeDocument/2006/relationships/image" Target="../media/image-28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svg"/><Relationship Id="rId3" Type="http://schemas.openxmlformats.org/officeDocument/2006/relationships/image" Target="../media/image-29-3.png"/><Relationship Id="rId4" Type="http://schemas.openxmlformats.org/officeDocument/2006/relationships/image" Target="../media/image-29-4.svg"/><Relationship Id="rId5" Type="http://schemas.openxmlformats.org/officeDocument/2006/relationships/image" Target="../media/image-29-5.png"/><Relationship Id="rId6" Type="http://schemas.openxmlformats.org/officeDocument/2006/relationships/image" Target="../media/image-29-6.svg"/><Relationship Id="rId7" Type="http://schemas.openxmlformats.org/officeDocument/2006/relationships/image" Target="../media/image-29-7.png"/><Relationship Id="rId8" Type="http://schemas.openxmlformats.org/officeDocument/2006/relationships/image" Target="../media/image-29-8.svg"/><Relationship Id="rId9" Type="http://schemas.openxmlformats.org/officeDocument/2006/relationships/image" Target="../media/image-29-9.png"/><Relationship Id="rId10" Type="http://schemas.openxmlformats.org/officeDocument/2006/relationships/image" Target="../media/image-29-10.svg"/><Relationship Id="rId11" Type="http://schemas.openxmlformats.org/officeDocument/2006/relationships/image" Target="../media/image-29-11.png"/><Relationship Id="rId12" Type="http://schemas.openxmlformats.org/officeDocument/2006/relationships/image" Target="../media/image-29-12.svg"/><Relationship Id="rId13" Type="http://schemas.openxmlformats.org/officeDocument/2006/relationships/image" Target="../media/image-29-13.png"/><Relationship Id="rId14" Type="http://schemas.openxmlformats.org/officeDocument/2006/relationships/image" Target="../media/image-29-14.svg"/><Relationship Id="rId15" Type="http://schemas.openxmlformats.org/officeDocument/2006/relationships/image" Target="../media/image-29-15.png"/><Relationship Id="rId16" Type="http://schemas.openxmlformats.org/officeDocument/2006/relationships/image" Target="../media/image-29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svg"/><Relationship Id="rId3" Type="http://schemas.openxmlformats.org/officeDocument/2006/relationships/image" Target="../media/image-30-3.png"/><Relationship Id="rId4" Type="http://schemas.openxmlformats.org/officeDocument/2006/relationships/image" Target="../media/image-30-4.svg"/><Relationship Id="rId5" Type="http://schemas.openxmlformats.org/officeDocument/2006/relationships/image" Target="../media/image-30-5.png"/><Relationship Id="rId6" Type="http://schemas.openxmlformats.org/officeDocument/2006/relationships/image" Target="../media/image-30-6.svg"/><Relationship Id="rId7" Type="http://schemas.openxmlformats.org/officeDocument/2006/relationships/image" Target="../media/image-30-7.png"/><Relationship Id="rId8" Type="http://schemas.openxmlformats.org/officeDocument/2006/relationships/image" Target="../media/image-30-8.svg"/><Relationship Id="rId9" Type="http://schemas.openxmlformats.org/officeDocument/2006/relationships/image" Target="../media/image-30-9.png"/><Relationship Id="rId10" Type="http://schemas.openxmlformats.org/officeDocument/2006/relationships/image" Target="../media/image-30-10.svg"/><Relationship Id="rId11" Type="http://schemas.openxmlformats.org/officeDocument/2006/relationships/image" Target="../media/image-30-11.png"/><Relationship Id="rId12" Type="http://schemas.openxmlformats.org/officeDocument/2006/relationships/image" Target="../media/image-30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9E0F62">
              <a:alpha val="92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5559552"/>
            <a:ext cx="3749040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External Markdown Visual Evaluation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C6CCC9">
              <a:alpha val="9000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26" name="Text 24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Runtime Boundary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Unified Pipeline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Teaser Rubric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Iteration Plan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Feedback Applied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Evidence Mix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Project Pipeline Source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Local Pipeline Notes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01. React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02. Vite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03. vuejs/core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04. Svelte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05. TypeScript</a:t>
            </a:r>
            <a:endParaRPr lang="en-US" sz="1800" dirty="0"/>
          </a:p>
        </p:txBody>
      </p:sp>
      <p:sp>
        <p:nvSpPr>
          <p:cNvPr id="39" name="Text 37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06. Node.js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36192"/>
            <a:ext cx="10515600" cy="457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5852160"/>
            <a:ext cx="2011680" cy="4572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 (Cont. 2/2)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1042416" y="1828800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07. Express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1042416" y="2871216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08. FastAPI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1042416" y="3913632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09. OpenAI Python API library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1042416" y="4956048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10. LangChain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verified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Parses Markdown, keeps graphs whole, selects layouts, applies theme colors, renders PPTX, and validates overflow.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Collects evidence and may add review notes, but does not choose final coordinates, colors, typography, or object geometry.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Evaluation target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Compare generated slides against research/product teaser expectations: clear focal message, hierarchy, restrained contrast, and bounded text.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Unified Pipeline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4002024" y="2354580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748016" y="2354580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849612" y="2887127"/>
            <a:ext cx="0" cy="416235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849612" y="4368455"/>
            <a:ext cx="0" cy="416235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48016" y="5317236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4002024" y="5317236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headEnd type="triangle"/>
          </a:ln>
        </p:spPr>
      </p:sp>
      <p:sp>
        <p:nvSpPr>
          <p:cNvPr id="15" name="Shape 13"/>
          <p:cNvSpPr/>
          <p:nvPr/>
        </p:nvSpPr>
        <p:spPr>
          <a:xfrm>
            <a:off x="640080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1769364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" y="2167311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4672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325514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Downloaded Markdown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386072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86072" y="1769364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50664" y="2167311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50664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071506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Parser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132064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32064" y="1769364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2167311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Splitter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132064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132064" y="3250692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96656" y="3648639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96656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817498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Planner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8132064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8132064" y="4732020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96656" y="5129967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296656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8817498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 Renderer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4386072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386072" y="4732020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550664" y="5129967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550664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5071506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PNG Visual QA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40080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640080" y="4732020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04672" y="5129967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04672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1325514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Improvement Notes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Rubric</a:t>
            </a:r>
            <a:endParaRPr lang="en-US" sz="3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7543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Criterion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Requirement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Failure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Focal message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One readable headline and primary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dominant title or all-text wall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Hierarchy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title &gt;= section &gt;= body; proof objects carry emphasis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tiny title or random accents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>
                        <a:alpha val="80000"/>
                      </a:srgbClr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Coherence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same-rule layouts across every source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per-source manual styling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Boundaries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and shapes stay inside slide and parent boxes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overflow or clipped rows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>
                        <a:alpha val="80000"/>
                      </a:srgbClr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Teaser quality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resembles a paper/product teaser in density and polish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blank, generic, or palette-only 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Iteration Plan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pass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iteration 4 of 4.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322320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All passes use the same MDPR parser, layout planner, PPTX renderer, and visual validation path.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39056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corpus is one combined deck, not a set of hand-tuned per-file decks.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Feedback Applied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chart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96440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Convert long imported paragraphs into bounded executive bullets before MDPR layout.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322320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Keep source identity as section context, not as large decorative badges.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cod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39056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Preserve tables, code fences, and pipeline syntax so MDPR can choose the right object family.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Mix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2365248"/>
            <a:ext cx="3675888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The chart is generated from corpus-level structure rather than a custom drawing path.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3797808"/>
            <a:ext cx="3675888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This adds a teaser-style proof object without per-source tuning.</a:t>
            </a:r>
            <a:endParaRPr lang="en-US" sz="2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Pipeline Source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headEnd type="triangle"/>
          </a:ln>
        </p:spPr>
      </p:sp>
      <p:sp>
        <p:nvSpPr>
          <p:cNvPr id="13" name="Shape 11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intake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tags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Deterministic MDPR rules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PPTX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Rendered PNG validation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Local Pipeline Notes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spark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owns the presentation runtime. The LLM is optional and only provides short semantic tags when needed; it does not reason through layout, choose coordinates, colors, variants,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palett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Optional agent tags are hints only. Deterministic rules own layout, style, z-order, theme colors, proof objects, icon slots, and renderer-specific output.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flow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generated pipeline overview uses this file as its content source. The image generator reads the pipeline-image block below, applies the project layout rules, builds a one-slide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palett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selected theme is sage-editorial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 warm editorial palette that combines flow colors, section accents, validation contrast, and quiet support surfaces. Point elements such as v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React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react from https://raw.githubusercontent.com/facebook/react/main/README.md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headings, 0 table-like lines, 1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4328160"/>
            <a:ext cx="3961638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 Quick Start to get a taste of React.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4160520"/>
            <a:ext cx="3961638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Add React to an Existing Project to use as little or as much React as you need.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React (Cont. 2/2)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96440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 a New React App if you're looking for a powerful JavaScript toolchain.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489960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Adding Interactivity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80669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Where to Get Support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Vite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vite from https://raw.githubusercontent.com/vitejs/vite/main/README.md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5 headings, 5 table-like lines, 0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server icon from svgrepo (open-license catalog pattern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Instant Server Start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Universal Plugin Interface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Vite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032760"/>
            <a:ext cx="479145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 dev server that provides rich feature enhancements over native ES modules, for example extremely fast Hot Module Replacement (HMR).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2865120"/>
            <a:ext cx="4791456" cy="176784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 build command that bundles your code with Rolldown, pre-configured to output highly optimized static assets for production.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vuejs/core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github icon from simple-icons (CC0-1.0 with brand guidelines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vue from https://raw.githubusercontent.com/vuejs/core/main/README.md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8 headings, 0 table-like lines, 0 fenced code blocks.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Vue.js is an MIT-licensed open source project with its ongoing development made possible entirely by the support of these awesome backers. If you'd like to join them, please consider sponsoring Vue's developmen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vuejs/core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For questions and support please use the official forum or community chat. The issue list of this repo is 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exclusively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for bug reports and feature requests.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2697480"/>
            <a:ext cx="4791456" cy="21031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Please make sure to respect issue requirements and use the new issue helper when opening an issue. Issues not conforming to the guidelines may be closed immediately.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Svelte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github icon from simple-icons (CC0-1.0 with brand guidelines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svelte from https://raw.githubusercontent.com/sveltejs/svelte/main/README.md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6 headings, 0 table-like lines, 0 fenced code blocks.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80669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Becoming a backer on Open Collective.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TypeScript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typescript from https://raw.githubusercontent.com/microsoft/TypeScript/main/README.md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5 headings, 0 table-like lines, 2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tab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Crashes that were introduced in 5.9 or 6.0 that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also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repro in 7.0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have a portable fix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don't incur other behavioral changes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cloud icon from svgrepo (open-license catalog pattern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4160520"/>
            <a:ext cx="3961638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Language service crashes that substantially impact mainline usage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TypeScript (Cont. 2/2)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Serious regressions from 5.9 (these must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seriously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impact a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large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proportion of users)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489960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 bugs and help us verify fixes as they are checked in.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cod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80669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 the source code changes.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Node.js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node from https://raw.githubusercontent.com/nodejs/node/main/README.md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17 headings, 0 table-like lines, 3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and LTS releases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Contributing to Node.js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Node.js (Cont. 2/2)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2164080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project team members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489960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TSC (Technical Steering Committee)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cod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Under active development. Code for the Current release is in the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Express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express from https://raw.githubusercontent.com/expressjs/express/master/Readme.md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14 headings, 0 table-like lines, 11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project team members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github icon from simple-icons (CC0-1.0 with brand guidelines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TC (Technical Committee)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Express (Cont. 2/2)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2164080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Focus on high performance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489960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Super-high test coverage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server icon from svgrepo (open-license catalog pattern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80669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View system supporting 14+ template engines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FastAPI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fastapi from https://raw.githubusercontent.com/fastapi/fastapi/master/README.md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28 headings, 0 table-like lines, 12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verified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Fast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Very high performance, on par with NodeJS and Go (thanks to Starlette and Pydantic). One of the fastest Python frameworks available.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cod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Fast to code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Increase the speed to develop features by about 200% to 300%. *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FastAPI (Cont. 2/2)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Fewer bugs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Reduce about 40% of human (developer) induced errors. *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Intuitive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Great editor support. Completion everywhere. Less time debugging.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palett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Easy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Designed to be easy to use and learn. Less time reading docs.</a:t>
            </a:r>
            <a:endParaRPr lang="en-US" sz="2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09. OpenAI Python API library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openai-python from https://raw.githubusercontent.com/openai/openai-python/main/README.md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48 headings, 10 table-like lines, 42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4328160"/>
            <a:ext cx="3961638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Serializing back into JSON, model.to_json()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4328160"/>
            <a:ext cx="3961638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Converting to a dictionary, model.to_dict()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09. OpenAI Python API library (Cont. 2/2)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2164080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Additional advanced functionality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azure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endpoint (or the AZURE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OPENAI_ENDPOINT environment variable)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cloud icon from svgrepo (open-license catalog pattern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api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version (or the OPENAI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API_VERSION environment variable)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10. LangChain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langchain from https://raw.githubusercontent.com/langchain-ai/langchain/master/README.md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4 headings, 0 table-like lines, 2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Deep Agents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Build agents that can plan, use subagents, and leverage file systems for complex tasks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LangGraph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Build agents that can reliably handle complex tasks with our low-level agent orchestration framework</a:t>
            </a:r>
            <a:endParaRPr lang="en-US" sz="2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10. LangChain (Cont. 2/2)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Integrations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Chat &amp; embedding models, tools &amp; toolkits, and more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spark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LangSmith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Agent evals, observability, and debugging for LLM apps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flow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LangSmith Deployment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Deploy and scale agents with a purpose-built platform for long-running, stateful workflows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8181B"/>
      </a:dk1>
      <a:lt1>
        <a:srgbClr val="F8F4EF"/>
      </a:lt1>
      <a:dk2>
        <a:srgbClr val="57534E"/>
      </a:dk2>
      <a:lt2>
        <a:srgbClr val="FBF8F3"/>
      </a:lt2>
      <a:accent1>
        <a:srgbClr val="0F766E"/>
      </a:accent1>
      <a:accent2>
        <a:srgbClr val="9E0F62"/>
      </a:accent2>
      <a:accent3>
        <a:srgbClr val="9E4C0F"/>
      </a:accent3>
      <a:accent4>
        <a:srgbClr val="15984D"/>
      </a:accent4>
      <a:accent5>
        <a:srgbClr val="156198"/>
      </a:accent5>
      <a:accent6>
        <a:srgbClr val="096760"/>
      </a:accent6>
      <a:hlink>
        <a:srgbClr val="0F766E"/>
      </a:hlink>
      <a:folHlink>
        <a:srgbClr val="9E0F6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External Markdown Visual Evaluation</dc:title>
  <dc:subject>Generated from Markdown through Presentation IR and Layout IR</dc:subject>
  <dc:creator>mdpresent</dc:creator>
  <cp:lastModifiedBy>mdpresent</cp:lastModifiedBy>
  <cp:revision>1</cp:revision>
  <dcterms:created xsi:type="dcterms:W3CDTF">2026-06-20T15:41:30Z</dcterms:created>
  <dcterms:modified xsi:type="dcterms:W3CDTF">2026-06-20T15:41:30Z</dcterms:modified>
</cp:coreProperties>
</file>