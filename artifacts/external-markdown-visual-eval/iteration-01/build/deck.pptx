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svg"/><Relationship Id="rId3" Type="http://schemas.openxmlformats.org/officeDocument/2006/relationships/image" Target="../media/image-48-3.png"/><Relationship Id="rId4" Type="http://schemas.openxmlformats.org/officeDocument/2006/relationships/image" Target="../media/image-4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image" Target="../media/image-54-3.png"/><Relationship Id="rId4" Type="http://schemas.openxmlformats.org/officeDocument/2006/relationships/image" Target="../media/image-5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image" Target="../media/image-57-3.png"/><Relationship Id="rId4" Type="http://schemas.openxmlformats.org/officeDocument/2006/relationships/image" Target="../media/image-5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image" Target="../media/image-61-3.png"/><Relationship Id="rId4" Type="http://schemas.openxmlformats.org/officeDocument/2006/relationships/image" Target="../media/image-61-4.svg"/><Relationship Id="rId5" Type="http://schemas.openxmlformats.org/officeDocument/2006/relationships/image" Target="../media/image-61-5.png"/><Relationship Id="rId6" Type="http://schemas.openxmlformats.org/officeDocument/2006/relationships/image" Target="../media/image-61-6.svg"/><Relationship Id="rId7" Type="http://schemas.openxmlformats.org/officeDocument/2006/relationships/image" Target="../media/image-61-7.png"/><Relationship Id="rId8" Type="http://schemas.openxmlformats.org/officeDocument/2006/relationships/image" Target="../media/image-61-8.svg"/><Relationship Id="rId9" Type="http://schemas.openxmlformats.org/officeDocument/2006/relationships/image" Target="../media/image-61-9.png"/><Relationship Id="rId10" Type="http://schemas.openxmlformats.org/officeDocument/2006/relationships/image" Target="../media/image-61-10.svg"/><Relationship Id="rId11" Type="http://schemas.openxmlformats.org/officeDocument/2006/relationships/image" Target="../media/image-61-11.png"/><Relationship Id="rId12" Type="http://schemas.openxmlformats.org/officeDocument/2006/relationships/image" Target="../media/image-6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image" Target="../media/image-64-3.png"/><Relationship Id="rId4" Type="http://schemas.openxmlformats.org/officeDocument/2006/relationships/image" Target="../media/image-6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01. React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02. Vite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03. Vue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04. Svelte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05. TypeScript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06. Node.js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07. Express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08. FastAPI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09. OpenAI Python API library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10. LangChain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0" name="mdpr:2-2-7bfb60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11. Playwright</a:t>
            </a:r>
            <a:endParaRPr lang="en-US" sz="1800" dirty="0"/>
          </a:p>
        </p:txBody>
      </p:sp>
      <p:sp>
        <p:nvSpPr>
          <p:cNvPr id="21" name="mdpr:2-2-7bfb60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12. Tailwind CSS</a:t>
            </a:r>
            <a:endParaRPr lang="en-US" sz="1800" dirty="0"/>
          </a:p>
        </p:txBody>
      </p:sp>
      <p:sp>
        <p:nvSpPr>
          <p:cNvPr id="22" name="mdpr:2-2-7bfb60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13. Kubernetes (K8s)</a:t>
            </a:r>
            <a:endParaRPr lang="en-US" sz="1800" dirty="0"/>
          </a:p>
        </p:txBody>
      </p:sp>
      <p:sp>
        <p:nvSpPr>
          <p:cNvPr id="23" name="mdpr:2-2-7bfb60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14. Rust</a:t>
            </a:r>
            <a:endParaRPr lang="en-US" sz="1800" dirty="0"/>
          </a:p>
        </p:txBody>
      </p:sp>
      <p:sp>
        <p:nvSpPr>
          <p:cNvPr id="24" name="mdpr:2-2-7bfb60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15. PyTorch</a:t>
            </a:r>
            <a:endParaRPr lang="en-US" sz="1800" dirty="0"/>
          </a:p>
        </p:txBody>
      </p:sp>
      <p:sp>
        <p:nvSpPr>
          <p:cNvPr id="25" name="mdpr:2-2-7bfb60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16. TensorFlow</a:t>
            </a:r>
            <a:endParaRPr lang="en-US" sz="1800" dirty="0"/>
          </a:p>
        </p:txBody>
      </p:sp>
      <p:sp>
        <p:nvSpPr>
          <p:cNvPr id="26" name="mdpr:2-2-7bfb60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17. pandas: A Powerful Python Data Analysis Toolkit</a:t>
            </a:r>
            <a:endParaRPr lang="en-US" sz="1800" dirty="0"/>
          </a:p>
        </p:txBody>
      </p:sp>
      <p:sp>
        <p:nvSpPr>
          <p:cNvPr id="27" name="mdpr:2-2-7bfb60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18. NumPy</a:t>
            </a:r>
            <a:endParaRPr lang="en-US" sz="1800" dirty="0"/>
          </a:p>
        </p:txBody>
      </p:sp>
      <p:sp>
        <p:nvSpPr>
          <p:cNvPr id="28" name="mdpr:2-2-7bfb60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19. Transformers</a:t>
            </a:r>
            <a:endParaRPr lang="en-US" sz="1800" dirty="0"/>
          </a:p>
        </p:txBody>
      </p:sp>
      <p:sp>
        <p:nvSpPr>
          <p:cNvPr id="29" name="mdpr:2-2-7bfb60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20. D3: Data-Driven Documents</a:t>
            </a:r>
            <a:endParaRPr lang="en-US" sz="1800" dirty="0"/>
          </a:p>
        </p:txBody>
      </p:sp>
      <p:sp>
        <p:nvSpPr>
          <p:cNvPr id="30" name="mdpr:2-2-7bfb60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21. Apache ECharts</a:t>
            </a:r>
            <a:endParaRPr lang="en-US" sz="1800" dirty="0"/>
          </a:p>
        </p:txBody>
      </p:sp>
      <p:sp>
        <p:nvSpPr>
          <p:cNvPr id="31" name="mdpr:2-2-7bfb60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22. Plotly.py</a:t>
            </a:r>
            <a:endParaRPr lang="en-US" sz="1800" dirty="0"/>
          </a:p>
        </p:txBody>
      </p:sp>
      <p:sp>
        <p:nvSpPr>
          <p:cNvPr id="32" name="mdpr:2-2-7bfb60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1 of 5.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3f7fc9:title:__title:1-3-3f7f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6" name="mdpr:1-3-3f7fc9:left:block-1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7" name="mdpr:1-3-3f7fc9:right:block-1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10bcd:title:__title:2-3-b10b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2/3)</a:t>
            </a:r>
            <a:endParaRPr lang="en-US" sz="3400" dirty="0"/>
          </a:p>
        </p:txBody>
      </p:sp>
      <p:sp>
        <p:nvSpPr>
          <p:cNvPr id="6" name="mdpr:2-3-b10bcd:left:block-12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Use Quick Start to get a taste of React.</a:t>
            </a:r>
            <a:endParaRPr lang="en-US" sz="2200" dirty="0"/>
          </a:p>
        </p:txBody>
      </p:sp>
      <p:sp>
        <p:nvSpPr>
          <p:cNvPr id="7" name="mdpr:2-3-b10bcd:right:block-1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0a31b9:title:__title:3-3-0a31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0a31b9:item-1:block-12-chunk-3"/>
          <p:cNvSpPr txBox="1"/>
          <p:nvPr/>
        </p:nvSpPr>
        <p:spPr>
          <a:xfrm>
            <a:off x="1699321" y="331317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 a New React App if you're looking for a powerful JavaScript toolchain.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f8377a:title:__title:1-3-f8377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6" name="mdpr:1-3-f8377a:left:block-1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7" name="mdpr:1-3-f8377a:right:block-1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7bc88:title:__title:2-3-a7bc8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2/3)</a:t>
            </a:r>
            <a:endParaRPr lang="en-US" sz="3400" dirty="0"/>
          </a:p>
        </p:txBody>
      </p:sp>
      <p:sp>
        <p:nvSpPr>
          <p:cNvPr id="6" name="mdpr:2-3-a7bc88:left:block-1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Instant Server Start</a:t>
            </a:r>
            <a:endParaRPr lang="en-US" sz="2200" dirty="0"/>
          </a:p>
        </p:txBody>
      </p:sp>
      <p:sp>
        <p:nvSpPr>
          <p:cNvPr id="7" name="mdpr:2-3-a7bc88:right:block-1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505d1:title:__title:3-3-f505d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server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505d1:item-1:block-14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dev server that provides rich feature enhancements over native ES modules, for example extremely fast Hot Module Replacement (HMR).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c9bc8:title:__title:1-3-cc9b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1-3-cc9bc8:left:block-1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7" name="mdpr:1-3-cc9bc8:right:block-1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6e6fdd:title:__title:2-3-6e6f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2/3)</a:t>
            </a:r>
            <a:endParaRPr lang="en-US" sz="3400" dirty="0"/>
          </a:p>
        </p:txBody>
      </p:sp>
      <p:sp>
        <p:nvSpPr>
          <p:cNvPr id="6" name="mdpr:2-3-6e6fdd:left:block-16-chunk-2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  <p:sp>
        <p:nvSpPr>
          <p:cNvPr id="7" name="mdpr:2-3-6e6fdd:right:block-1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4980e:title:__title:3-3-54980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4980e:item-1:block-16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04-svelte-c9b5bb:item-1:block-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04-svelte-c9b5bb:item-2:block-18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04-svelte-c9b5bb:item-3:block-18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97b98:title:__title:1-3-297b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6" name="mdpr:1-3-297b98:left:block-2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7" name="mdpr:1-3-297b98:right:block-2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16fcee:title:__title:2-3-16fce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2/3)</a:t>
            </a:r>
            <a:endParaRPr lang="en-US" sz="3400" dirty="0"/>
          </a:p>
        </p:txBody>
      </p:sp>
      <p:sp>
        <p:nvSpPr>
          <p:cNvPr id="6" name="mdpr:2-3-16fcee:left:block-2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7" name="mdpr:2-3-16fcee:right:block-20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629e35:title:__title:3-3-629e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629e35:item-1:block-20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2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2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22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22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2890c7:item-1:block-2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27833:title:__title:1-3-22783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6" name="mdpr:1-3-227833:left:block-2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7" name="mdpr:1-3-227833:right:block-2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0d8c3f:title:__title:2-3-0d8c3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2/3)</a:t>
            </a:r>
            <a:endParaRPr lang="en-US" sz="3400" dirty="0"/>
          </a:p>
        </p:txBody>
      </p:sp>
      <p:sp>
        <p:nvSpPr>
          <p:cNvPr id="6" name="mdpr:2-3-0d8c3f:left:block-2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2-3-0d8c3f:right:block-2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3f9d7:title:__title:3-3-f3f9d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3f9d7:item-1:block-24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 on high performance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fad9c:title:__title:1-3-6fad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6" name="mdpr:1-3-6fad9c:left:block-2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7" name="mdpr:1-3-6fad9c:right:block-2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8c7ef:title:__title:2-3-a8c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2/3)</a:t>
            </a:r>
            <a:endParaRPr lang="en-US" sz="3400" dirty="0"/>
          </a:p>
        </p:txBody>
      </p:sp>
      <p:sp>
        <p:nvSpPr>
          <p:cNvPr id="6" name="mdpr:2-3-a8c7ef:left:block-2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7" name="mdpr:2-3-a8c7ef:right:block-2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923ae1:title:__title:3-3-923ae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923ae1:item-1:block-26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6b656:title:__title:1-3-86b6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1-3-86b656:left:block-2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7" name="mdpr:1-3-86b656:right:block-2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50 headings, 10 table-like lines, 45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482ae7:title:__title:2-3-482a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2/3)</a:t>
            </a:r>
            <a:endParaRPr lang="en-US" sz="3400" dirty="0"/>
          </a:p>
        </p:txBody>
      </p:sp>
      <p:sp>
        <p:nvSpPr>
          <p:cNvPr id="6" name="mdpr:2-3-482ae7:left:block-28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Serializing back into JSON, model.to_json()</a:t>
            </a:r>
            <a:endParaRPr lang="en-US" sz="2200" dirty="0"/>
          </a:p>
        </p:txBody>
      </p:sp>
      <p:sp>
        <p:nvSpPr>
          <p:cNvPr id="7" name="mdpr:2-3-482ae7:right:block-28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5b1a5:title:__title:3-3-55b1a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5b1a5:item-1:block-28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Additional advanced functionality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00edb:title:__title:1-3-600ed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6" name="mdpr:1-3-600edb:left:block-3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7" name="mdpr:1-3-600edb:right:block-3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f775b:title:__title:2-3-8f77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2/3)</a:t>
            </a:r>
            <a:endParaRPr lang="en-US" sz="3400" dirty="0"/>
          </a:p>
        </p:txBody>
      </p:sp>
      <p:sp>
        <p:nvSpPr>
          <p:cNvPr id="6" name="mdpr:2-3-8f775b:left:block-3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7" name="mdpr:2-3-8f775b:right:block-3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217b14:title:__title:3-3-217b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217b14:item-1:block-30-chunk-3"/>
          <p:cNvSpPr txBox="1"/>
          <p:nvPr/>
        </p:nvSpPr>
        <p:spPr>
          <a:xfrm>
            <a:off x="1699321" y="3471672"/>
            <a:ext cx="9255191" cy="44500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550c59:title:__title:1-3-550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6" name="mdpr:1-3-550c59:left:block-3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7" name="mdpr:1-3-550c59:right:block-3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f36df:title:__title:2-3-9f36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2/3)</a:t>
            </a:r>
            <a:endParaRPr lang="en-US" sz="3400" dirty="0"/>
          </a:p>
        </p:txBody>
      </p:sp>
      <p:sp>
        <p:nvSpPr>
          <p:cNvPr id="6" name="mdpr:2-3-9f36df:left:block-32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 "todos" [level=1]</a:t>
            </a:r>
            <a:endParaRPr lang="en-US" sz="2200" dirty="0"/>
          </a:p>
        </p:txBody>
      </p:sp>
      <p:sp>
        <p:nvSpPr>
          <p:cNvPr id="7" name="mdpr:2-3-9f36df:right:block-32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textbox "What needs to be done?" [ref=e5]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a4e198:title:__title:3-3-a4e1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a4e198:item-1:block-3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checkbox "Toggle Todo" [ref=e10]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3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3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34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34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8576f:title:__title:1-3-48576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6" name="mdpr:1-3-48576f:left:block-3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7" name="mdpr:1-3-48576f:right:block-3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ab500:title:__title:2-3-2ab5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2/3)</a:t>
            </a:r>
            <a:endParaRPr lang="en-US" sz="3400" dirty="0"/>
          </a:p>
        </p:txBody>
      </p:sp>
      <p:sp>
        <p:nvSpPr>
          <p:cNvPr id="6" name="mdpr:2-3-2ab500:left:block-36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  <p:sp>
        <p:nvSpPr>
          <p:cNvPr id="7" name="mdpr:2-3-2ab500:right:block-36-chunk-2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3a8232:title:__title:3-3-3a823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cloud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3a8232:item-1:block-36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3b0843:title:__title:1-2-3b0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6" name="mdpr:1-2-3b0843:left:block-3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7" name="mdpr:1-2-3b0843:right:block-3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95ac5f:title:__title:2-2-95a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6" name="mdpr:2-2-95ac5f:left:block-3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7" name="mdpr:2-2-95ac5f:right:block-3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6b2be:title:__title:1-3-46b2b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-3-46b2be:left:block-4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7" name="mdpr:1-3-46b2be:right:block-4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2ea30:title:__title:2-3-92ea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2/3)</a:t>
            </a:r>
            <a:endParaRPr lang="en-US" sz="3400" dirty="0"/>
          </a:p>
        </p:txBody>
      </p:sp>
      <p:sp>
        <p:nvSpPr>
          <p:cNvPr id="6" name="mdpr:2-3-92ea30:left:block-40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Tensor computation (like NumPy) with strong GPU acceleration</a:t>
            </a:r>
            <a:endParaRPr lang="en-US" sz="2200" dirty="0"/>
          </a:p>
        </p:txBody>
      </p:sp>
      <p:sp>
        <p:nvSpPr>
          <p:cNvPr id="7" name="mdpr:2-3-92ea30:right:block-40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fea2e:title:__title:3-3-5fea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fea2e:item-1:block-40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GPU-Ready Tensor Library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5bb95:title:__title:1-3-05bb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6" name="mdpr:1-3-05bb95:left:block-4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7" name="mdpr:1-3-05bb95:right:block-4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7ecb29:title:__title:2-3-7ecb2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2/3)</a:t>
            </a:r>
            <a:endParaRPr lang="en-US" sz="3400" dirty="0"/>
          </a:p>
        </p:txBody>
      </p:sp>
      <p:sp>
        <p:nvSpPr>
          <p:cNvPr id="6" name="mdpr:2-3-7ecb29:left:block-42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Clone the TensorFlow repository and switch to the appropriate branch for</a:t>
            </a:r>
            <a:endParaRPr lang="en-US" sz="2200" dirty="0"/>
          </a:p>
        </p:txBody>
      </p:sp>
      <p:sp>
        <p:nvSpPr>
          <p:cNvPr id="7" name="mdpr:2-3-7ecb29:right:block-42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e9ba4:title:__title:3-3-4e9b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flow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e9ba4:item-1:block-42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 TensorFlow tests and ensure they pass.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f7489:title:__title:1-3-7f748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6" name="mdpr:1-3-7f7489:left:block-4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7" name="mdpr:1-3-7f7489:right:block-4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39aa1d:title:__title:2-3-39aa1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2/3)</a:t>
            </a:r>
            <a:endParaRPr lang="en-US" sz="3400" dirty="0"/>
          </a:p>
        </p:txBody>
      </p:sp>
      <p:sp>
        <p:nvSpPr>
          <p:cNvPr id="6" name="mdpr:2-3-39aa1d:left:block-4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Installation from sources</a:t>
            </a:r>
            <a:endParaRPr lang="en-US" sz="2200" dirty="0"/>
          </a:p>
        </p:txBody>
      </p:sp>
      <p:sp>
        <p:nvSpPr>
          <p:cNvPr id="7" name="mdpr:2-3-39aa1d:right:block-4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a3aac5:title:__title:3-3-a3aa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a3aac5:item-1:block-44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pandas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4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4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4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</a:t>
            </a:r>
            <a:endParaRPr lang="en-US" sz="2200" dirty="0"/>
          </a:p>
        </p:txBody>
      </p:sp>
      <p:sp>
        <p:nvSpPr>
          <p:cNvPr id="7" name="mdpr:2-3-b4e971:right:block-4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24046:item-1:block-46-chunk-3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41336:title:__title:1-3-84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6" name="mdpr:1-3-841336:left:block-4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7" name="mdpr:1-3-841336:right:block-4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c849d3:title:__title:2-3-c849d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2/3)</a:t>
            </a:r>
            <a:endParaRPr lang="en-US" sz="3400" dirty="0"/>
          </a:p>
        </p:txBody>
      </p:sp>
      <p:sp>
        <p:nvSpPr>
          <p:cNvPr id="6" name="mdpr:2-3-c849d3:left:block-48-chunk-2"/>
          <p:cNvSpPr txBox="1"/>
          <p:nvPr/>
        </p:nvSpPr>
        <p:spPr>
          <a:xfrm>
            <a:off x="89611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7" name="mdpr:2-3-c849d3:right:block-48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0040cd:title:__title:3-3-0040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0040cd:item-1:block-48-chunk-3"/>
          <p:cNvSpPr txBox="1"/>
          <p:nvPr/>
        </p:nvSpPr>
        <p:spPr>
          <a:xfrm>
            <a:off x="1699321" y="348081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 user-facing abstractions with just three classes to learn.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0-d3-data-driven-documents-2860cc:item-1:block-5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0-d3-data-driven-documents-2860cc:item-2:block-5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0-d3-data-driven-documents-2860cc:item-3:block-50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dd8642:title:__title:1-3-dd864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1-3-dd8642:left:block-5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7" name="mdpr:1-3-dd8642:right:block-5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e0e10:title:__title:2-3-2e0e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2/3)</a:t>
            </a:r>
            <a:endParaRPr lang="en-US" sz="3400" dirty="0"/>
          </a:p>
        </p:txBody>
      </p:sp>
      <p:sp>
        <p:nvSpPr>
          <p:cNvPr id="6" name="mdpr:2-3-2e0e10:left:block-52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  <p:sp>
        <p:nvSpPr>
          <p:cNvPr id="7" name="mdpr:2-3-2e0e10:right:block-52-chunk-2"/>
          <p:cNvSpPr txBox="1"/>
          <p:nvPr/>
        </p:nvSpPr>
        <p:spPr>
          <a:xfrm>
            <a:off x="6675120" y="3200400"/>
            <a:ext cx="45902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Download from the official website + npm install echarts --save + CDN: jsDelivr CDN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974aa:title:__title:3-3-4974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github icon from simple-icons (CC0-1.0 with brand guidelines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974aa:item-1:block-52-chunk-3"/>
          <p:cNvSpPr txBox="1"/>
          <p:nvPr/>
        </p:nvSpPr>
        <p:spPr>
          <a:xfrm>
            <a:off x="1900489" y="3274284"/>
            <a:ext cx="9054023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ed487f:title:__title:1-2-ed487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6" name="mdpr:1-2-ed487f:left:block-5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7" name="mdpr:1-2-ed487f:right:block-5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e87349:title:__title:2-2-e873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 (Cont. 2/2)</a:t>
            </a:r>
            <a:endParaRPr lang="en-US" sz="3400" dirty="0"/>
          </a:p>
        </p:txBody>
      </p:sp>
      <p:sp>
        <p:nvSpPr>
          <p:cNvPr id="6" name="mdpr:2-2-e87349:left:block-54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Online Documentation</a:t>
            </a:r>
            <a:endParaRPr lang="en-US" sz="2200" dirty="0"/>
          </a:p>
        </p:txBody>
      </p:sp>
      <p:sp>
        <p:nvSpPr>
          <p:cNvPr id="7" name="mdpr:2-2-e87349:right:block-54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1eec9:title:__title:1-3-01ee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6" name="mdpr:1-3-01eec9:left:block-5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7" name="mdpr:1-3-01eec9:right:block-5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02828:title:__title:2-3-8028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2/3)</a:t>
            </a:r>
            <a:endParaRPr lang="en-US" sz="3400" dirty="0"/>
          </a:p>
        </p:txBody>
      </p:sp>
      <p:sp>
        <p:nvSpPr>
          <p:cNvPr id="6" name="mdpr:2-3-802828:left:block-56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How to approach a system design interview question</a:t>
            </a:r>
            <a:endParaRPr lang="en-US" sz="2200" dirty="0"/>
          </a:p>
        </p:txBody>
      </p:sp>
      <p:sp>
        <p:nvSpPr>
          <p:cNvPr id="7" name="mdpr:2-3-802828:right:block-5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fbb4c5:title:__title:3-3-fbb4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palett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fbb4c5:item-1:block-56-chunk-3"/>
          <p:cNvSpPr txBox="1"/>
          <p:nvPr/>
        </p:nvSpPr>
        <p:spPr>
          <a:xfrm>
            <a:off x="1699321" y="3471672"/>
            <a:ext cx="9255191" cy="44500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2026-06-30T13:15:28Z</dcterms:created>
  <dcterms:modified xsi:type="dcterms:W3CDTF">2026-06-30T13:15:28Z</dcterms:modified>
</cp:coreProperties>
</file>