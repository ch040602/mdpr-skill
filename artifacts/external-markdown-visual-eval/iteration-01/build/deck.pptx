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image" Target="../media/image-23-9.png"/><Relationship Id="rId10" Type="http://schemas.openxmlformats.org/officeDocument/2006/relationships/image" Target="../media/image-23-10.sv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image" Target="../media/image-29-13.png"/><Relationship Id="rId14" Type="http://schemas.openxmlformats.org/officeDocument/2006/relationships/image" Target="../media/image-29-14.svg"/><Relationship Id="rId15" Type="http://schemas.openxmlformats.org/officeDocument/2006/relationships/image" Target="../media/image-29-15.png"/><Relationship Id="rId16" Type="http://schemas.openxmlformats.org/officeDocument/2006/relationships/image" Target="../media/image-2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image" Target="../media/image-32-7.png"/><Relationship Id="rId8" Type="http://schemas.openxmlformats.org/officeDocument/2006/relationships/image" Target="../media/image-32-8.svg"/><Relationship Id="rId9" Type="http://schemas.openxmlformats.org/officeDocument/2006/relationships/image" Target="../media/image-32-9.png"/><Relationship Id="rId10" Type="http://schemas.openxmlformats.org/officeDocument/2006/relationships/image" Target="../media/image-32-10.svg"/><Relationship Id="rId11" Type="http://schemas.openxmlformats.org/officeDocument/2006/relationships/image" Target="../media/image-32-11.png"/><Relationship Id="rId12" Type="http://schemas.openxmlformats.org/officeDocument/2006/relationships/image" Target="../media/image-32-12.svg"/><Relationship Id="rId13" Type="http://schemas.openxmlformats.org/officeDocument/2006/relationships/image" Target="../media/image-32-13.png"/><Relationship Id="rId14" Type="http://schemas.openxmlformats.org/officeDocument/2006/relationships/image" Target="../media/image-32-14.svg"/><Relationship Id="rId15" Type="http://schemas.openxmlformats.org/officeDocument/2006/relationships/image" Target="../media/image-32-15.png"/><Relationship Id="rId16" Type="http://schemas.openxmlformats.org/officeDocument/2006/relationships/image" Target="../media/image-3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image" Target="../media/image-33-7.png"/><Relationship Id="rId8" Type="http://schemas.openxmlformats.org/officeDocument/2006/relationships/image" Target="../media/image-33-8.svg"/><Relationship Id="rId9" Type="http://schemas.openxmlformats.org/officeDocument/2006/relationships/image" Target="../media/image-33-9.png"/><Relationship Id="rId10" Type="http://schemas.openxmlformats.org/officeDocument/2006/relationships/image" Target="../media/image-33-10.sv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image" Target="../media/image-35-5.png"/><Relationship Id="rId6" Type="http://schemas.openxmlformats.org/officeDocument/2006/relationships/image" Target="../media/image-35-6.svg"/><Relationship Id="rId7" Type="http://schemas.openxmlformats.org/officeDocument/2006/relationships/image" Target="../media/image-35-7.png"/><Relationship Id="rId8" Type="http://schemas.openxmlformats.org/officeDocument/2006/relationships/image" Target="../media/image-35-8.svg"/><Relationship Id="rId9" Type="http://schemas.openxmlformats.org/officeDocument/2006/relationships/image" Target="../media/image-35-9.png"/><Relationship Id="rId10" Type="http://schemas.openxmlformats.org/officeDocument/2006/relationships/image" Target="../media/image-35-10.sv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image" Target="../media/image-39-9.png"/><Relationship Id="rId10" Type="http://schemas.openxmlformats.org/officeDocument/2006/relationships/image" Target="../media/image-39-10.sv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image" Target="../media/image-41-9.png"/><Relationship Id="rId10" Type="http://schemas.openxmlformats.org/officeDocument/2006/relationships/image" Target="../media/image-41-10.sv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image" Target="../media/image-43-5.png"/><Relationship Id="rId6" Type="http://schemas.openxmlformats.org/officeDocument/2006/relationships/image" Target="../media/image-43-6.svg"/><Relationship Id="rId7" Type="http://schemas.openxmlformats.org/officeDocument/2006/relationships/image" Target="../media/image-43-7.png"/><Relationship Id="rId8" Type="http://schemas.openxmlformats.org/officeDocument/2006/relationships/image" Target="../media/image-43-8.svg"/><Relationship Id="rId9" Type="http://schemas.openxmlformats.org/officeDocument/2006/relationships/image" Target="../media/image-43-9.png"/><Relationship Id="rId10" Type="http://schemas.openxmlformats.org/officeDocument/2006/relationships/image" Target="../media/image-43-10.svg"/><Relationship Id="rId11" Type="http://schemas.openxmlformats.org/officeDocument/2006/relationships/image" Target="../media/image-43-11.png"/><Relationship Id="rId12" Type="http://schemas.openxmlformats.org/officeDocument/2006/relationships/image" Target="../media/image-4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image" Target="../media/image-44-3.png"/><Relationship Id="rId4" Type="http://schemas.openxmlformats.org/officeDocument/2006/relationships/image" Target="../media/image-44-4.svg"/><Relationship Id="rId5" Type="http://schemas.openxmlformats.org/officeDocument/2006/relationships/image" Target="../media/image-44-5.png"/><Relationship Id="rId6" Type="http://schemas.openxmlformats.org/officeDocument/2006/relationships/image" Target="../media/image-44-6.svg"/><Relationship Id="rId7" Type="http://schemas.openxmlformats.org/officeDocument/2006/relationships/image" Target="../media/image-44-7.png"/><Relationship Id="rId8" Type="http://schemas.openxmlformats.org/officeDocument/2006/relationships/image" Target="../media/image-44-8.svg"/><Relationship Id="rId9" Type="http://schemas.openxmlformats.org/officeDocument/2006/relationships/image" Target="../media/image-44-9.png"/><Relationship Id="rId10" Type="http://schemas.openxmlformats.org/officeDocument/2006/relationships/image" Target="../media/image-44-10.svg"/><Relationship Id="rId11" Type="http://schemas.openxmlformats.org/officeDocument/2006/relationships/image" Target="../media/image-44-11.png"/><Relationship Id="rId12" Type="http://schemas.openxmlformats.org/officeDocument/2006/relationships/image" Target="../media/image-4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image" Target="../media/image-46-3.png"/><Relationship Id="rId4" Type="http://schemas.openxmlformats.org/officeDocument/2006/relationships/image" Target="../media/image-46-4.svg"/><Relationship Id="rId5" Type="http://schemas.openxmlformats.org/officeDocument/2006/relationships/image" Target="../media/image-46-5.png"/><Relationship Id="rId6" Type="http://schemas.openxmlformats.org/officeDocument/2006/relationships/image" Target="../media/image-46-6.svg"/><Relationship Id="rId7" Type="http://schemas.openxmlformats.org/officeDocument/2006/relationships/image" Target="../media/image-46-7.png"/><Relationship Id="rId8" Type="http://schemas.openxmlformats.org/officeDocument/2006/relationships/image" Target="../media/image-46-8.svg"/><Relationship Id="rId9" Type="http://schemas.openxmlformats.org/officeDocument/2006/relationships/image" Target="../media/image-46-9.png"/><Relationship Id="rId10" Type="http://schemas.openxmlformats.org/officeDocument/2006/relationships/image" Target="../media/image-46-10.sv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svg"/><Relationship Id="rId13" Type="http://schemas.openxmlformats.org/officeDocument/2006/relationships/image" Target="../media/image-46-13.png"/><Relationship Id="rId14" Type="http://schemas.openxmlformats.org/officeDocument/2006/relationships/image" Target="../media/image-46-14.svg"/><Relationship Id="rId15" Type="http://schemas.openxmlformats.org/officeDocument/2006/relationships/image" Target="../media/image-46-15.png"/><Relationship Id="rId16" Type="http://schemas.openxmlformats.org/officeDocument/2006/relationships/image" Target="../media/image-4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svg"/><Relationship Id="rId3" Type="http://schemas.openxmlformats.org/officeDocument/2006/relationships/image" Target="../media/image-47-3.png"/><Relationship Id="rId4" Type="http://schemas.openxmlformats.org/officeDocument/2006/relationships/image" Target="../media/image-47-4.svg"/><Relationship Id="rId5" Type="http://schemas.openxmlformats.org/officeDocument/2006/relationships/image" Target="../media/image-47-5.png"/><Relationship Id="rId6" Type="http://schemas.openxmlformats.org/officeDocument/2006/relationships/image" Target="../media/image-47-6.svg"/><Relationship Id="rId7" Type="http://schemas.openxmlformats.org/officeDocument/2006/relationships/image" Target="../media/image-47-7.png"/><Relationship Id="rId8" Type="http://schemas.openxmlformats.org/officeDocument/2006/relationships/image" Target="../media/image-47-8.svg"/><Relationship Id="rId9" Type="http://schemas.openxmlformats.org/officeDocument/2006/relationships/image" Target="../media/image-47-9.png"/><Relationship Id="rId10" Type="http://schemas.openxmlformats.org/officeDocument/2006/relationships/image" Target="../media/image-47-10.svg"/><Relationship Id="rId11" Type="http://schemas.openxmlformats.org/officeDocument/2006/relationships/image" Target="../media/image-47-11.png"/><Relationship Id="rId12" Type="http://schemas.openxmlformats.org/officeDocument/2006/relationships/image" Target="../media/image-4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9E0F62">
              <a:alpha val="92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01. React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02. Vite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03. Vue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04. Svelte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05. TypeScript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06. Node.js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07. Express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08. FastAPI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09. OpenAI Python API library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10. LangChain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(Cont. 2/2)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11. Playwright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12. Tailwind CSS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13. Kubernetes (K8s)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14. Rust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15. PyTorch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16. TensorFlow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17. pandas: A Powerful Python Data Analysis Toolkit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18. NumPy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19. Transformers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20. D3: Data-Driven Documents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21. Apache ECharts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22. Plotly.py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1 of 4.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Quick Start to get a taste of React.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 React to an Existing Project to use as little or as much React as you need.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Create a New React App if you're looking for a powerful JavaScript toolchain.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server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Instant Server Start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Universal Plugin Interface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Language service crashes that substantially impact mainline usage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and LTS releases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Node.js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TC (Technical Committee)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Focus on high performance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48 headings, 10 table-like lines, 42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Serializing back into JSON, model.to_json()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Converting to a dictionary, model.to_dict()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advanced functionality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playwright from https://raw.githubusercontent.com/microsoft/playwright/main/README.md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22 headings, 12 table-like lines, 22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"todos" [level=1]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textbox "What needs to be done?" [ref=e5]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checkbox "Toggle Todo" [ref=e10]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cloud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utility-first CSS framework for rapidly building custom user interfaces.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loud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cloud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Performance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 and memory-efficient, suitable for critical services, embedded devices, and easily integrated with other languages.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Tensor computation (like NumPy) with strong GPU acceleration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neural networks built on a tape-based autograd system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GPU-Ready Tensor Library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github icon from simple-icons (CC0-1.0 with brand guidelines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Clone the TensorFlow repository and switch to the appropriate branch for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Apply the desired changes (i.e., cherry-pick them) and resolve any code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 TensorFlow tests and ensure they pass.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Installation from sources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and Development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pandas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Website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https://numpy.org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Documentation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https://numpy.org/doc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Mailing 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https://mail.python.org/mailman/listinfo/numpy-discussion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High performance on natural language understanding &amp; generation, computer vision, audio, video, and multimodal tasks.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Low barrier to entry for researchers, engineers, and developers.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 user-facing abstractions with just three classes to learn.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+ Download from the official website + npm install echarts --save + CDN: jsDelivr CDN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+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Online Documentation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palett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to approach a system design interview question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BF8F3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2026-06-20T16:13:52Z</dcterms:created>
  <dcterms:modified xsi:type="dcterms:W3CDTF">2026-06-20T16:13:52Z</dcterms:modified>
</cp:coreProperties>
</file>