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sv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sv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image" Target="../media/image-30-9.png"/><Relationship Id="rId10" Type="http://schemas.openxmlformats.org/officeDocument/2006/relationships/image" Target="../media/image-30-10.sv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image" Target="../media/image-32-7.png"/><Relationship Id="rId8" Type="http://schemas.openxmlformats.org/officeDocument/2006/relationships/image" Target="../media/image-32-8.svg"/><Relationship Id="rId9" Type="http://schemas.openxmlformats.org/officeDocument/2006/relationships/image" Target="../media/image-32-9.png"/><Relationship Id="rId10" Type="http://schemas.openxmlformats.org/officeDocument/2006/relationships/image" Target="../media/image-32-10.sv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sv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svg"/><Relationship Id="rId15" Type="http://schemas.openxmlformats.org/officeDocument/2006/relationships/image" Target="../media/image-32-15.png"/><Relationship Id="rId16" Type="http://schemas.openxmlformats.org/officeDocument/2006/relationships/image" Target="../media/image-3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image" Target="../media/image-33-7.png"/><Relationship Id="rId8" Type="http://schemas.openxmlformats.org/officeDocument/2006/relationships/image" Target="../media/image-33-8.svg"/><Relationship Id="rId9" Type="http://schemas.openxmlformats.org/officeDocument/2006/relationships/image" Target="../media/image-33-9.png"/><Relationship Id="rId10" Type="http://schemas.openxmlformats.org/officeDocument/2006/relationships/image" Target="../media/image-33-10.sv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image" Target="../media/image-35-6.svg"/><Relationship Id="rId7" Type="http://schemas.openxmlformats.org/officeDocument/2006/relationships/image" Target="../media/image-35-7.png"/><Relationship Id="rId8" Type="http://schemas.openxmlformats.org/officeDocument/2006/relationships/image" Target="../media/image-35-8.svg"/><Relationship Id="rId9" Type="http://schemas.openxmlformats.org/officeDocument/2006/relationships/image" Target="../media/image-35-9.png"/><Relationship Id="rId10" Type="http://schemas.openxmlformats.org/officeDocument/2006/relationships/image" Target="../media/image-35-10.sv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image" Target="../media/image-37-9.png"/><Relationship Id="rId10" Type="http://schemas.openxmlformats.org/officeDocument/2006/relationships/image" Target="../media/image-37-10.sv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image" Target="../media/image-39-9.png"/><Relationship Id="rId10" Type="http://schemas.openxmlformats.org/officeDocument/2006/relationships/image" Target="../media/image-39-10.sv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image" Target="../media/image-41-5.png"/><Relationship Id="rId6" Type="http://schemas.openxmlformats.org/officeDocument/2006/relationships/image" Target="../media/image-41-6.svg"/><Relationship Id="rId7" Type="http://schemas.openxmlformats.org/officeDocument/2006/relationships/image" Target="../media/image-41-7.png"/><Relationship Id="rId8" Type="http://schemas.openxmlformats.org/officeDocument/2006/relationships/image" Target="../media/image-41-8.svg"/><Relationship Id="rId9" Type="http://schemas.openxmlformats.org/officeDocument/2006/relationships/image" Target="../media/image-41-9.png"/><Relationship Id="rId10" Type="http://schemas.openxmlformats.org/officeDocument/2006/relationships/image" Target="../media/image-41-10.svg"/><Relationship Id="rId11" Type="http://schemas.openxmlformats.org/officeDocument/2006/relationships/image" Target="../media/image-41-11.png"/><Relationship Id="rId12" Type="http://schemas.openxmlformats.org/officeDocument/2006/relationships/image" Target="../media/image-4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svg"/><Relationship Id="rId7" Type="http://schemas.openxmlformats.org/officeDocument/2006/relationships/image" Target="../media/image-43-7.png"/><Relationship Id="rId8" Type="http://schemas.openxmlformats.org/officeDocument/2006/relationships/image" Target="../media/image-43-8.svg"/><Relationship Id="rId9" Type="http://schemas.openxmlformats.org/officeDocument/2006/relationships/image" Target="../media/image-43-9.png"/><Relationship Id="rId10" Type="http://schemas.openxmlformats.org/officeDocument/2006/relationships/image" Target="../media/image-43-10.svg"/><Relationship Id="rId11" Type="http://schemas.openxmlformats.org/officeDocument/2006/relationships/image" Target="../media/image-43-11.png"/><Relationship Id="rId12" Type="http://schemas.openxmlformats.org/officeDocument/2006/relationships/image" Target="../media/image-4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image" Target="../media/image-44-5.png"/><Relationship Id="rId6" Type="http://schemas.openxmlformats.org/officeDocument/2006/relationships/image" Target="../media/image-44-6.svg"/><Relationship Id="rId7" Type="http://schemas.openxmlformats.org/officeDocument/2006/relationships/image" Target="../media/image-44-7.png"/><Relationship Id="rId8" Type="http://schemas.openxmlformats.org/officeDocument/2006/relationships/image" Target="../media/image-44-8.svg"/><Relationship Id="rId9" Type="http://schemas.openxmlformats.org/officeDocument/2006/relationships/image" Target="../media/image-44-9.png"/><Relationship Id="rId10" Type="http://schemas.openxmlformats.org/officeDocument/2006/relationships/image" Target="../media/image-44-10.svg"/><Relationship Id="rId11" Type="http://schemas.openxmlformats.org/officeDocument/2006/relationships/image" Target="../media/image-44-11.png"/><Relationship Id="rId12" Type="http://schemas.openxmlformats.org/officeDocument/2006/relationships/image" Target="../media/image-4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image" Target="../media/image-46-5.png"/><Relationship Id="rId6" Type="http://schemas.openxmlformats.org/officeDocument/2006/relationships/image" Target="../media/image-46-6.svg"/><Relationship Id="rId7" Type="http://schemas.openxmlformats.org/officeDocument/2006/relationships/image" Target="../media/image-46-7.png"/><Relationship Id="rId8" Type="http://schemas.openxmlformats.org/officeDocument/2006/relationships/image" Target="../media/image-46-8.svg"/><Relationship Id="rId9" Type="http://schemas.openxmlformats.org/officeDocument/2006/relationships/image" Target="../media/image-46-9.png"/><Relationship Id="rId10" Type="http://schemas.openxmlformats.org/officeDocument/2006/relationships/image" Target="../media/image-46-10.svg"/><Relationship Id="rId11" Type="http://schemas.openxmlformats.org/officeDocument/2006/relationships/image" Target="../media/image-46-11.png"/><Relationship Id="rId12" Type="http://schemas.openxmlformats.org/officeDocument/2006/relationships/image" Target="../media/image-46-12.svg"/><Relationship Id="rId13" Type="http://schemas.openxmlformats.org/officeDocument/2006/relationships/image" Target="../media/image-46-13.png"/><Relationship Id="rId14" Type="http://schemas.openxmlformats.org/officeDocument/2006/relationships/image" Target="../media/image-46-14.svg"/><Relationship Id="rId15" Type="http://schemas.openxmlformats.org/officeDocument/2006/relationships/image" Target="../media/image-46-15.png"/><Relationship Id="rId16" Type="http://schemas.openxmlformats.org/officeDocument/2006/relationships/image" Target="../media/image-4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image" Target="../media/image-47-5.png"/><Relationship Id="rId6" Type="http://schemas.openxmlformats.org/officeDocument/2006/relationships/image" Target="../media/image-47-6.svg"/><Relationship Id="rId7" Type="http://schemas.openxmlformats.org/officeDocument/2006/relationships/image" Target="../media/image-47-7.png"/><Relationship Id="rId8" Type="http://schemas.openxmlformats.org/officeDocument/2006/relationships/image" Target="../media/image-47-8.svg"/><Relationship Id="rId9" Type="http://schemas.openxmlformats.org/officeDocument/2006/relationships/image" Target="../media/image-47-9.png"/><Relationship Id="rId10" Type="http://schemas.openxmlformats.org/officeDocument/2006/relationships/image" Target="../media/image-47-10.svg"/><Relationship Id="rId11" Type="http://schemas.openxmlformats.org/officeDocument/2006/relationships/image" Target="../media/image-47-11.png"/><Relationship Id="rId12" Type="http://schemas.openxmlformats.org/officeDocument/2006/relationships/image" Target="../media/image-4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9E0F62">
              <a:alpha val="92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Markdown Visual Evaluation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6CCC9">
              <a:alpha val="9000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Runtime Boundary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Unified Pipeline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Teaser Rubric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Iteration Plan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01. React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02. Vite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03. vuejs/core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04. Svelte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05. TypeScript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06. Node.js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07. Express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08. FastAPI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09. OpenAI Python API library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10. LangChain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6CCC9">
              <a:alpha val="9000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 (Cont. 2/2)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11. Playwright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12. Tailwind CSS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13. Kubernetes (K8s)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14. Rust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15. if you are updating an existing checkout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16. TensorFlow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17. pandas: A Powerful Python Data Analysis Toolkit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18. NumPy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19. venv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20. D3: Data-Driven Documents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21. Apache ECharts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22. plotly.py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23. The System Design Primer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Parses Markdown, keeps graphs whole, selects layouts, applies theme colors, renders PPTX, and validates overflow.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Collects evidence and may add review notes, but does not choose final coordinates, colors, typography, or object geometry.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target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generated slides against research/product teaser expectations: clear focal message, hierarchy, restrained contrast, and bounded text.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Unified Pipeline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002024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48016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49612" y="2887127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849612" y="4368455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48016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4002024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514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Downloaded Markdown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6072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6072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0664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50664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71506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Parser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2064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2064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656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6656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17498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Splitter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2064" y="3250692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2064" y="3250692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6656" y="3648639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6656" y="3648639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817498" y="3378708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Planner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064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32064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6656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96656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817498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Renderer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86072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86072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0664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50664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071506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PNG Visual QA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4672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1325514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Improvement Notes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Rubric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Criterion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Failure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Focal message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 readable headline and primary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dominant title or all-text wall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Hierarchy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title &gt;= section &gt;= body; proof objects carry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tiny title or random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same-rule layouts across every source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per-source manual styling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Boundaries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and shapes stay inside slide and parent boxes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overflow or clipped rows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Teaser quality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resembles a paper/product teaser in density and polish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blank, generic, or palette-only 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Iteration Plan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iteration 1 of 4.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passes use the same MDPR parser, layout planner, PPTX renderer, and visual validation path.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corpus is one combined deck, not a set of hand-tuned per-file decks.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react from https://raw.githubusercontent.com/facebook/react/main/README.md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headings, 0 table-like lines, 1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 Quick Start to get a taste of React.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 React to an Existing Project to use as little or as much React as you need.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Create a New React App if you're looking for a powerful JavaScript toolchain.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vite from https://raw.githubusercontent.com/vitejs/vite/main/README.md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 headings, 5 table-like lines, 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server icon from svgrepo (open-license catalog pattern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Instant Server Start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Universal Plugin Interface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032760"/>
            <a:ext cx="4791456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dev server that provides rich feature enhancements over native ES modules, for example extremely fast Hot Module Replacement (HMR).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vuejs/core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vue from https://raw.githubusercontent.com/vuejs/core/main/README.md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Vue.js is an MIT-licensed open source project with its ongoing development made possible entirely by the support of these awesome backers. If you'd like to join them, please consider sponsoring Vue's developmen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vuejs/core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For questions and support please use the official forum or community chat. The issue list of this repo is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exclusively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for bug reports and feature requests.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697480"/>
            <a:ext cx="4791456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Please make sure to respect issue requirements and use the new issue helper when opening an issue. Issues not conforming to the guidelines may be closed immediately.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Svelte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svelte from https://raw.githubusercontent.com/sveltejs/svelte/main/README.md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6 headings, 0 table-like lines, 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Becoming a backer on Open Collective.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typescript from https://raw.githubusercontent.com/microsoft/TypeScript/main/README.md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 headings, 0 table-like lines, 2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Crashes that were introduced in 5.9 or 6.0 that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also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repro in 7.0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have a portable fix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don't incur other behavioral changes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Language service crashes that substantially impact mainline usage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Serious regressions from 5.9 (these must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seriously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impact a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large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proportion of users)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node from https://raw.githubusercontent.com/nodejs/node/main/README.md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17 headings, 0 table-like lines, 3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and LTS releases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Contributing to Node.js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project team members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express from https://raw.githubusercontent.com/expressjs/express/master/Readme.md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14 headings, 0 table-like lines, 11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project team members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TC (Technical Committee)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Focus on high performance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fastapi from https://raw.githubusercontent.com/fastapi/fastapi/master/README.md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28 headings, 0 table-like lines, 12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Very high performance, on par with NodeJS and Go (thanks to Starlette and Pydantic). One of the fastest Python frameworks available.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Fast to code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Increase the speed to develop features by about 200% to 300%. *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Fewer bugs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Reduce about 40% of human (developer) induced errors. *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openai-python from https://raw.githubusercontent.com/openai/openai-python/main/README.md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48 headings, 10 table-like lines, 42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Serializing back into JSON, model.to_json()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Converting to a dictionary, model.to_dict()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Additional advanced functionality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langchain from https://raw.githubusercontent.com/langchain-ai/langchain/master/README.md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4 headings, 0 table-like lines, 2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Agents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Build agents that can plan, use subagents, and leverage file systems for complex tasks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LangGraph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Build agents that can reliably handle complex tasks with our low-level agent orchestration framework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Integrations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Chat &amp; embedding models, tools &amp; toolkits, and more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Playwright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playwright from https://raw.githubusercontent.com/microsoft/playwright/main/README.md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22 headings, 12 table-like lines, 22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 "todos" [level=1]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Playwright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textbox "What needs to be done?" [ref=e5]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checkbox "Toggle Todo" [ref=e10]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Tailwind CSS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tailwindcss from https://raw.githubusercontent.com/tailwindlabs/tailwindcss/main/README.md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 headings, 0 table-like lines, 0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cloud icon from svgrepo (open-license catalog pattern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92880"/>
            <a:ext cx="396163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utility-first CSS framework for rapidly building custom user interfaces.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github icon from simple-icons (CC0-1.0 with brand guidelines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you're interested in contributing to Tailwind CSS, please read our contributing docs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submitting a pull request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Kubernetes (K8s)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kubernetes from https://raw.githubusercontent.com/kubernetes/kubernetes/master/README.md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2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cloud icon from svgrepo (open-license catalog pattern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Kubernetes, also known as K8s, is an open source system for managing [containerized applications] across multiple hosts. It provides basic mechanisms for the deployment, maintenance, and scaling of applications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Kubernetes (K8s)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529840"/>
            <a:ext cx="4791456" cy="2438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Kubernetes builds upon a decade and a half of experience at Google running production workloads at scale using a system called [Borg], combined with best-of-breed ideas and practices from the community.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529840"/>
            <a:ext cx="4791456" cy="2438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Kubernetes is hosted by the Cloud Native Computing Foundation ([CNCF]). If your company wants to help shape the evolution of technologies that are container-packaged, dynamically scheduled, and microservices-or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Rust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rust from https://raw.githubusercontent.com/rust-lang/rust/master/README.md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7 headings, 0 table-like lines, 0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cloud icon from svgrepo (open-license catalog pattern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Fast and memory-efficient, suitable for critical services, embedded devices, and easily integrated with other languages.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Our rich type system and ownership model ensure memory and thread safety, reducing bugs at compile-time.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if you are updating an existing checkout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pytorch from https://raw.githubusercontent.com/pytorch/pytorch/main/README.md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33 headings, 8 table-like lines, 22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Tensor computation (like NumPy) with strong GPU acceleration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if you are updating an existing checkout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Deep neural networks built on a tape-based autograd system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GPU-Ready Tensor Library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TensorFlow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tensorflow from https://raw.githubusercontent.com/tensorflow/tensorflow/master/README.md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4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github icon from simple-icons (CC0-1.0 with brand guidelines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Clone the TensorFlow repository and switch to the appropriate branch for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TensorFlow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Apply the desired changes (i.e., cherry-pick them) and resolve any code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Run TensorFlow tests and ensure they pass.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pandas: A Powerful Python Data Analysis Toolkit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pandas from https://raw.githubusercontent.com/pandas-dev/pandas/main/README.md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15 headings, 5 table-like lines, 5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Installation from sources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pandas: A Powerful Python Data Analysis Toolkit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Discussion and Development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Contributing to pandas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numpy from https://raw.githubusercontent.com/numpy/numpy/main/README.md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0 headings, 0 table-like lines, 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Website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https://numpy.org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Documentation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https://numpy.org/doc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Mailing list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https://mail.python.org/mailman/listinfo/numpy-discussion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venv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huggingface-transformers from https://raw.githubusercontent.com/huggingface/transformers/main/README.md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13 headings, 0 table-like lines, 10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 performance on natural language understanding &amp; generation, computer vision, audio, video, and multimodal tasks.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venv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Low barrier to entry for researchers, engineers, and developers.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Few user-facing abstractions with just three classes to learn.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 D3: Data-Driven Documents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d3 from https://raw.githubusercontent.com/d3/d3/main/README.md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 headings, 0 table-like lines, 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chart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D3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(or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D3.js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is a free, open-source JavaScript library for visualizing data. Its low-level approach built on web standards offers unparalleled flexibility in authoring dynamic, data-driven graphics. Fo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 Apache ECharts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echarts from https://raw.githubusercontent.com/apache/echarts/master/README.md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19 headings, 0 table-like lines, 1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chart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Apache ECharts is a free, powerful charting and visualization library offering easy ways to add intuitive, interactive, and highly customizable charts to your commercial products. It is written in pure JavaScri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 Apache ECharts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+ Download from the official website + npm install echarts --save + CDN: jsDelivr CDN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697480"/>
            <a:ext cx="4791456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+ GitHub Issues for bug report and feature requests + Email dev@echarts.apache.org for general questions + Subscribe to the mailing list to get updated with the project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22. plotly.py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plotly from https://raw.githubusercontent.com/plotly/plotly.py/master/README.md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9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Online Documentation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Contributing to plotly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 The System Design Primer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system-design-primer from https://raw.githubusercontent.com/donnemartin/system-design-primer/master/README.md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112 headings, 132 table-like lines, 9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palett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 approach a system design interview question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 The System Design Primer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System design interview questions,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solutions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Object-oriented design interview questions,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solutions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8181B"/>
      </a:dk1>
      <a:lt1>
        <a:srgbClr val="F8F4EF"/>
      </a:lt1>
      <a:dk2>
        <a:srgbClr val="57534E"/>
      </a:dk2>
      <a:lt2>
        <a:srgbClr val="FBF8F3"/>
      </a:lt2>
      <a:accent1>
        <a:srgbClr val="0F766E"/>
      </a:accent1>
      <a:accent2>
        <a:srgbClr val="9E0F62"/>
      </a:accent2>
      <a:accent3>
        <a:srgbClr val="9E4C0F"/>
      </a:accent3>
      <a:accent4>
        <a:srgbClr val="15984D"/>
      </a:accent4>
      <a:accent5>
        <a:srgbClr val="156198"/>
      </a:accent5>
      <a:accent6>
        <a:srgbClr val="096760"/>
      </a:accent6>
      <a:hlink>
        <a:srgbClr val="0F766E"/>
      </a:hlink>
      <a:folHlink>
        <a:srgbClr val="9E0F6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Markdown Visual Evaluation</dc:title>
  <dc:subject>Generated from Markdown through Presentation IR and Layout IR</dc:subject>
  <dc:creator>mdpresent</dc:creator>
  <cp:lastModifiedBy>mdpresent</cp:lastModifiedBy>
  <cp:revision>1</cp:revision>
  <dcterms:created xsi:type="dcterms:W3CDTF">2026-06-20T15:40:47Z</dcterms:created>
  <dcterms:modified xsi:type="dcterms:W3CDTF">2026-06-20T15:40:47Z</dcterms:modified>
</cp:coreProperties>
</file>