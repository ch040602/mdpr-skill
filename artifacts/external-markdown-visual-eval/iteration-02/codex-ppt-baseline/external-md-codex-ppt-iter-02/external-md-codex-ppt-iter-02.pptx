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the same visual page image used for the codex-ppt assembly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