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sv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sv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sv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image" Target="../media/image-23-9.png"/><Relationship Id="rId10" Type="http://schemas.openxmlformats.org/officeDocument/2006/relationships/image" Target="../media/image-23-10.sv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image" Target="../media/image-24-13.png"/><Relationship Id="rId14" Type="http://schemas.openxmlformats.org/officeDocument/2006/relationships/image" Target="../media/image-24-14.svg"/><Relationship Id="rId15" Type="http://schemas.openxmlformats.org/officeDocument/2006/relationships/image" Target="../media/image-24-15.png"/><Relationship Id="rId16" Type="http://schemas.openxmlformats.org/officeDocument/2006/relationships/image" Target="../media/image-2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image" Target="../media/image-26-13.png"/><Relationship Id="rId14" Type="http://schemas.openxmlformats.org/officeDocument/2006/relationships/image" Target="../media/image-26-14.svg"/><Relationship Id="rId15" Type="http://schemas.openxmlformats.org/officeDocument/2006/relationships/image" Target="../media/image-26-15.png"/><Relationship Id="rId16" Type="http://schemas.openxmlformats.org/officeDocument/2006/relationships/image" Target="../media/image-2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svg"/><Relationship Id="rId13" Type="http://schemas.openxmlformats.org/officeDocument/2006/relationships/image" Target="../media/image-28-13.png"/><Relationship Id="rId14" Type="http://schemas.openxmlformats.org/officeDocument/2006/relationships/image" Target="../media/image-28-14.svg"/><Relationship Id="rId15" Type="http://schemas.openxmlformats.org/officeDocument/2006/relationships/image" Target="../media/image-28-15.png"/><Relationship Id="rId16" Type="http://schemas.openxmlformats.org/officeDocument/2006/relationships/image" Target="../media/image-2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image" Target="../media/image-30-13.png"/><Relationship Id="rId14" Type="http://schemas.openxmlformats.org/officeDocument/2006/relationships/image" Target="../media/image-30-14.svg"/><Relationship Id="rId15" Type="http://schemas.openxmlformats.org/officeDocument/2006/relationships/image" Target="../media/image-30-15.png"/><Relationship Id="rId16" Type="http://schemas.openxmlformats.org/officeDocument/2006/relationships/image" Target="../media/image-3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image" Target="../media/image-31-9.png"/><Relationship Id="rId10" Type="http://schemas.openxmlformats.org/officeDocument/2006/relationships/image" Target="../media/image-31-10.svg"/><Relationship Id="rId11" Type="http://schemas.openxmlformats.org/officeDocument/2006/relationships/image" Target="../media/image-31-11.png"/><Relationship Id="rId12" Type="http://schemas.openxmlformats.org/officeDocument/2006/relationships/image" Target="../media/image-3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image" Target="../media/image-33-7.png"/><Relationship Id="rId8" Type="http://schemas.openxmlformats.org/officeDocument/2006/relationships/image" Target="../media/image-33-8.svg"/><Relationship Id="rId9" Type="http://schemas.openxmlformats.org/officeDocument/2006/relationships/image" Target="../media/image-33-9.png"/><Relationship Id="rId10" Type="http://schemas.openxmlformats.org/officeDocument/2006/relationships/image" Target="../media/image-33-10.sv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svg"/><Relationship Id="rId13" Type="http://schemas.openxmlformats.org/officeDocument/2006/relationships/image" Target="../media/image-33-13.png"/><Relationship Id="rId14" Type="http://schemas.openxmlformats.org/officeDocument/2006/relationships/image" Target="../media/image-33-14.svg"/><Relationship Id="rId15" Type="http://schemas.openxmlformats.org/officeDocument/2006/relationships/image" Target="../media/image-33-15.png"/><Relationship Id="rId16" Type="http://schemas.openxmlformats.org/officeDocument/2006/relationships/image" Target="../media/image-3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image" Target="../media/image-35-5.png"/><Relationship Id="rId6" Type="http://schemas.openxmlformats.org/officeDocument/2006/relationships/image" Target="../media/image-35-6.svg"/><Relationship Id="rId7" Type="http://schemas.openxmlformats.org/officeDocument/2006/relationships/image" Target="../media/image-35-7.png"/><Relationship Id="rId8" Type="http://schemas.openxmlformats.org/officeDocument/2006/relationships/image" Target="../media/image-35-8.svg"/><Relationship Id="rId9" Type="http://schemas.openxmlformats.org/officeDocument/2006/relationships/image" Target="../media/image-35-9.png"/><Relationship Id="rId10" Type="http://schemas.openxmlformats.org/officeDocument/2006/relationships/image" Target="../media/image-35-10.sv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sv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svg"/><Relationship Id="rId15" Type="http://schemas.openxmlformats.org/officeDocument/2006/relationships/image" Target="../media/image-35-15.png"/><Relationship Id="rId16" Type="http://schemas.openxmlformats.org/officeDocument/2006/relationships/image" Target="../media/image-3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svg"/><Relationship Id="rId3" Type="http://schemas.openxmlformats.org/officeDocument/2006/relationships/image" Target="../media/image-36-3.png"/><Relationship Id="rId4" Type="http://schemas.openxmlformats.org/officeDocument/2006/relationships/image" Target="../media/image-36-4.svg"/><Relationship Id="rId5" Type="http://schemas.openxmlformats.org/officeDocument/2006/relationships/image" Target="../media/image-36-5.png"/><Relationship Id="rId6" Type="http://schemas.openxmlformats.org/officeDocument/2006/relationships/image" Target="../media/image-36-6.svg"/><Relationship Id="rId7" Type="http://schemas.openxmlformats.org/officeDocument/2006/relationships/image" Target="../media/image-36-7.png"/><Relationship Id="rId8" Type="http://schemas.openxmlformats.org/officeDocument/2006/relationships/image" Target="../media/image-36-8.svg"/><Relationship Id="rId9" Type="http://schemas.openxmlformats.org/officeDocument/2006/relationships/image" Target="../media/image-36-9.png"/><Relationship Id="rId10" Type="http://schemas.openxmlformats.org/officeDocument/2006/relationships/image" Target="../media/image-36-10.sv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image" Target="../media/image-37-15.png"/><Relationship Id="rId16" Type="http://schemas.openxmlformats.org/officeDocument/2006/relationships/image" Target="../media/image-3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image" Target="../media/image-38-3.png"/><Relationship Id="rId4" Type="http://schemas.openxmlformats.org/officeDocument/2006/relationships/image" Target="../media/image-38-4.svg"/><Relationship Id="rId5" Type="http://schemas.openxmlformats.org/officeDocument/2006/relationships/image" Target="../media/image-38-5.png"/><Relationship Id="rId6" Type="http://schemas.openxmlformats.org/officeDocument/2006/relationships/image" Target="../media/image-38-6.svg"/><Relationship Id="rId7" Type="http://schemas.openxmlformats.org/officeDocument/2006/relationships/image" Target="../media/image-38-7.png"/><Relationship Id="rId8" Type="http://schemas.openxmlformats.org/officeDocument/2006/relationships/image" Target="../media/image-38-8.svg"/><Relationship Id="rId9" Type="http://schemas.openxmlformats.org/officeDocument/2006/relationships/image" Target="../media/image-38-9.png"/><Relationship Id="rId10" Type="http://schemas.openxmlformats.org/officeDocument/2006/relationships/image" Target="../media/image-38-10.svg"/><Relationship Id="rId11" Type="http://schemas.openxmlformats.org/officeDocument/2006/relationships/image" Target="../media/image-38-11.png"/><Relationship Id="rId12" Type="http://schemas.openxmlformats.org/officeDocument/2006/relationships/image" Target="../media/image-3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image" Target="../media/image-39-9.png"/><Relationship Id="rId10" Type="http://schemas.openxmlformats.org/officeDocument/2006/relationships/image" Target="../media/image-39-10.sv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svg"/><Relationship Id="rId13" Type="http://schemas.openxmlformats.org/officeDocument/2006/relationships/image" Target="../media/image-39-13.png"/><Relationship Id="rId14" Type="http://schemas.openxmlformats.org/officeDocument/2006/relationships/image" Target="../media/image-39-14.svg"/><Relationship Id="rId15" Type="http://schemas.openxmlformats.org/officeDocument/2006/relationships/image" Target="../media/image-39-15.png"/><Relationship Id="rId16" Type="http://schemas.openxmlformats.org/officeDocument/2006/relationships/image" Target="../media/image-3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image" Target="../media/image-40-5.png"/><Relationship Id="rId6" Type="http://schemas.openxmlformats.org/officeDocument/2006/relationships/image" Target="../media/image-40-6.svg"/><Relationship Id="rId7" Type="http://schemas.openxmlformats.org/officeDocument/2006/relationships/image" Target="../media/image-40-7.png"/><Relationship Id="rId8" Type="http://schemas.openxmlformats.org/officeDocument/2006/relationships/image" Target="../media/image-40-8.svg"/><Relationship Id="rId9" Type="http://schemas.openxmlformats.org/officeDocument/2006/relationships/image" Target="../media/image-40-9.png"/><Relationship Id="rId10" Type="http://schemas.openxmlformats.org/officeDocument/2006/relationships/image" Target="../media/image-40-10.svg"/><Relationship Id="rId11" Type="http://schemas.openxmlformats.org/officeDocument/2006/relationships/image" Target="../media/image-40-11.png"/><Relationship Id="rId12" Type="http://schemas.openxmlformats.org/officeDocument/2006/relationships/image" Target="../media/image-4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image" Target="../media/image-41-9.png"/><Relationship Id="rId10" Type="http://schemas.openxmlformats.org/officeDocument/2006/relationships/image" Target="../media/image-41-10.sv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svg"/><Relationship Id="rId13" Type="http://schemas.openxmlformats.org/officeDocument/2006/relationships/image" Target="../media/image-41-13.png"/><Relationship Id="rId14" Type="http://schemas.openxmlformats.org/officeDocument/2006/relationships/image" Target="../media/image-41-14.svg"/><Relationship Id="rId15" Type="http://schemas.openxmlformats.org/officeDocument/2006/relationships/image" Target="../media/image-41-15.png"/><Relationship Id="rId16" Type="http://schemas.openxmlformats.org/officeDocument/2006/relationships/image" Target="../media/image-4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image" Target="../media/image-42-5.png"/><Relationship Id="rId6" Type="http://schemas.openxmlformats.org/officeDocument/2006/relationships/image" Target="../media/image-42-6.svg"/><Relationship Id="rId7" Type="http://schemas.openxmlformats.org/officeDocument/2006/relationships/image" Target="../media/image-42-7.png"/><Relationship Id="rId8" Type="http://schemas.openxmlformats.org/officeDocument/2006/relationships/image" Target="../media/image-42-8.svg"/><Relationship Id="rId9" Type="http://schemas.openxmlformats.org/officeDocument/2006/relationships/image" Target="../media/image-42-9.png"/><Relationship Id="rId10" Type="http://schemas.openxmlformats.org/officeDocument/2006/relationships/image" Target="../media/image-42-10.svg"/><Relationship Id="rId11" Type="http://schemas.openxmlformats.org/officeDocument/2006/relationships/image" Target="../media/image-42-11.png"/><Relationship Id="rId12" Type="http://schemas.openxmlformats.org/officeDocument/2006/relationships/image" Target="../media/image-42-12.svg"/><Relationship Id="rId13" Type="http://schemas.openxmlformats.org/officeDocument/2006/relationships/image" Target="../media/image-42-13.png"/><Relationship Id="rId14" Type="http://schemas.openxmlformats.org/officeDocument/2006/relationships/image" Target="../media/image-42-14.svg"/><Relationship Id="rId15" Type="http://schemas.openxmlformats.org/officeDocument/2006/relationships/image" Target="../media/image-42-15.png"/><Relationship Id="rId16" Type="http://schemas.openxmlformats.org/officeDocument/2006/relationships/image" Target="../media/image-4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image" Target="../media/image-43-5.png"/><Relationship Id="rId6" Type="http://schemas.openxmlformats.org/officeDocument/2006/relationships/image" Target="../media/image-43-6.svg"/><Relationship Id="rId7" Type="http://schemas.openxmlformats.org/officeDocument/2006/relationships/image" Target="../media/image-43-7.png"/><Relationship Id="rId8" Type="http://schemas.openxmlformats.org/officeDocument/2006/relationships/image" Target="../media/image-43-8.svg"/><Relationship Id="rId9" Type="http://schemas.openxmlformats.org/officeDocument/2006/relationships/image" Target="../media/image-43-9.png"/><Relationship Id="rId10" Type="http://schemas.openxmlformats.org/officeDocument/2006/relationships/image" Target="../media/image-43-10.svg"/><Relationship Id="rId11" Type="http://schemas.openxmlformats.org/officeDocument/2006/relationships/image" Target="../media/image-43-11.png"/><Relationship Id="rId12" Type="http://schemas.openxmlformats.org/officeDocument/2006/relationships/image" Target="../media/image-43-12.svg"/><Relationship Id="rId13" Type="http://schemas.openxmlformats.org/officeDocument/2006/relationships/image" Target="../media/image-43-13.png"/><Relationship Id="rId14" Type="http://schemas.openxmlformats.org/officeDocument/2006/relationships/image" Target="../media/image-43-14.svg"/><Relationship Id="rId15" Type="http://schemas.openxmlformats.org/officeDocument/2006/relationships/image" Target="../media/image-43-15.png"/><Relationship Id="rId16" Type="http://schemas.openxmlformats.org/officeDocument/2006/relationships/image" Target="../media/image-4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image" Target="../media/image-44-3.png"/><Relationship Id="rId4" Type="http://schemas.openxmlformats.org/officeDocument/2006/relationships/image" Target="../media/image-44-4.svg"/><Relationship Id="rId5" Type="http://schemas.openxmlformats.org/officeDocument/2006/relationships/image" Target="../media/image-44-5.png"/><Relationship Id="rId6" Type="http://schemas.openxmlformats.org/officeDocument/2006/relationships/image" Target="../media/image-44-6.svg"/><Relationship Id="rId7" Type="http://schemas.openxmlformats.org/officeDocument/2006/relationships/image" Target="../media/image-44-7.png"/><Relationship Id="rId8" Type="http://schemas.openxmlformats.org/officeDocument/2006/relationships/image" Target="../media/image-44-8.svg"/><Relationship Id="rId9" Type="http://schemas.openxmlformats.org/officeDocument/2006/relationships/image" Target="../media/image-44-9.png"/><Relationship Id="rId10" Type="http://schemas.openxmlformats.org/officeDocument/2006/relationships/image" Target="../media/image-44-10.svg"/><Relationship Id="rId11" Type="http://schemas.openxmlformats.org/officeDocument/2006/relationships/image" Target="../media/image-44-11.png"/><Relationship Id="rId12" Type="http://schemas.openxmlformats.org/officeDocument/2006/relationships/image" Target="../media/image-44-12.svg"/><Relationship Id="rId13" Type="http://schemas.openxmlformats.org/officeDocument/2006/relationships/image" Target="../media/image-44-13.png"/><Relationship Id="rId14" Type="http://schemas.openxmlformats.org/officeDocument/2006/relationships/image" Target="../media/image-44-14.svg"/><Relationship Id="rId15" Type="http://schemas.openxmlformats.org/officeDocument/2006/relationships/image" Target="../media/image-44-15.png"/><Relationship Id="rId16" Type="http://schemas.openxmlformats.org/officeDocument/2006/relationships/image" Target="../media/image-4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image" Target="../media/image-45-3.png"/><Relationship Id="rId4" Type="http://schemas.openxmlformats.org/officeDocument/2006/relationships/image" Target="../media/image-45-4.svg"/><Relationship Id="rId5" Type="http://schemas.openxmlformats.org/officeDocument/2006/relationships/image" Target="../media/image-45-5.png"/><Relationship Id="rId6" Type="http://schemas.openxmlformats.org/officeDocument/2006/relationships/image" Target="../media/image-45-6.svg"/><Relationship Id="rId7" Type="http://schemas.openxmlformats.org/officeDocument/2006/relationships/image" Target="../media/image-45-7.png"/><Relationship Id="rId8" Type="http://schemas.openxmlformats.org/officeDocument/2006/relationships/image" Target="../media/image-45-8.svg"/><Relationship Id="rId9" Type="http://schemas.openxmlformats.org/officeDocument/2006/relationships/image" Target="../media/image-45-9.png"/><Relationship Id="rId10" Type="http://schemas.openxmlformats.org/officeDocument/2006/relationships/image" Target="../media/image-45-10.svg"/><Relationship Id="rId11" Type="http://schemas.openxmlformats.org/officeDocument/2006/relationships/image" Target="../media/image-45-11.png"/><Relationship Id="rId12" Type="http://schemas.openxmlformats.org/officeDocument/2006/relationships/image" Target="../media/image-4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image" Target="../media/image-46-3.png"/><Relationship Id="rId4" Type="http://schemas.openxmlformats.org/officeDocument/2006/relationships/image" Target="../media/image-46-4.svg"/><Relationship Id="rId5" Type="http://schemas.openxmlformats.org/officeDocument/2006/relationships/image" Target="../media/image-46-5.png"/><Relationship Id="rId6" Type="http://schemas.openxmlformats.org/officeDocument/2006/relationships/image" Target="../media/image-46-6.svg"/><Relationship Id="rId7" Type="http://schemas.openxmlformats.org/officeDocument/2006/relationships/image" Target="../media/image-46-7.png"/><Relationship Id="rId8" Type="http://schemas.openxmlformats.org/officeDocument/2006/relationships/image" Target="../media/image-46-8.svg"/><Relationship Id="rId9" Type="http://schemas.openxmlformats.org/officeDocument/2006/relationships/image" Target="../media/image-46-9.png"/><Relationship Id="rId10" Type="http://schemas.openxmlformats.org/officeDocument/2006/relationships/image" Target="../media/image-46-10.sv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svg"/><Relationship Id="rId3" Type="http://schemas.openxmlformats.org/officeDocument/2006/relationships/image" Target="../media/image-47-3.png"/><Relationship Id="rId4" Type="http://schemas.openxmlformats.org/officeDocument/2006/relationships/image" Target="../media/image-47-4.svg"/><Relationship Id="rId5" Type="http://schemas.openxmlformats.org/officeDocument/2006/relationships/image" Target="../media/image-47-5.png"/><Relationship Id="rId6" Type="http://schemas.openxmlformats.org/officeDocument/2006/relationships/image" Target="../media/image-47-6.svg"/><Relationship Id="rId7" Type="http://schemas.openxmlformats.org/officeDocument/2006/relationships/image" Target="../media/image-47-7.png"/><Relationship Id="rId8" Type="http://schemas.openxmlformats.org/officeDocument/2006/relationships/image" Target="../media/image-47-8.svg"/><Relationship Id="rId9" Type="http://schemas.openxmlformats.org/officeDocument/2006/relationships/image" Target="../media/image-47-9.png"/><Relationship Id="rId10" Type="http://schemas.openxmlformats.org/officeDocument/2006/relationships/image" Target="../media/image-47-10.svg"/><Relationship Id="rId11" Type="http://schemas.openxmlformats.org/officeDocument/2006/relationships/image" Target="../media/image-47-11.png"/><Relationship Id="rId12" Type="http://schemas.openxmlformats.org/officeDocument/2006/relationships/image" Target="../media/image-4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svg"/><Relationship Id="rId3" Type="http://schemas.openxmlformats.org/officeDocument/2006/relationships/image" Target="../media/image-49-3.png"/><Relationship Id="rId4" Type="http://schemas.openxmlformats.org/officeDocument/2006/relationships/image" Target="../media/image-49-4.svg"/><Relationship Id="rId5" Type="http://schemas.openxmlformats.org/officeDocument/2006/relationships/image" Target="../media/image-49-5.png"/><Relationship Id="rId6" Type="http://schemas.openxmlformats.org/officeDocument/2006/relationships/image" Target="../media/image-49-6.svg"/><Relationship Id="rId7" Type="http://schemas.openxmlformats.org/officeDocument/2006/relationships/image" Target="../media/image-49-7.png"/><Relationship Id="rId8" Type="http://schemas.openxmlformats.org/officeDocument/2006/relationships/image" Target="../media/image-49-8.svg"/><Relationship Id="rId9" Type="http://schemas.openxmlformats.org/officeDocument/2006/relationships/image" Target="../media/image-49-9.png"/><Relationship Id="rId10" Type="http://schemas.openxmlformats.org/officeDocument/2006/relationships/image" Target="../media/image-49-10.svg"/><Relationship Id="rId11" Type="http://schemas.openxmlformats.org/officeDocument/2006/relationships/image" Target="../media/image-49-11.png"/><Relationship Id="rId12" Type="http://schemas.openxmlformats.org/officeDocument/2006/relationships/image" Target="../media/image-49-12.svg"/><Relationship Id="rId13" Type="http://schemas.openxmlformats.org/officeDocument/2006/relationships/image" Target="../media/image-49-13.png"/><Relationship Id="rId14" Type="http://schemas.openxmlformats.org/officeDocument/2006/relationships/image" Target="../media/image-49-14.svg"/><Relationship Id="rId15" Type="http://schemas.openxmlformats.org/officeDocument/2006/relationships/image" Target="../media/image-49-15.png"/><Relationship Id="rId16" Type="http://schemas.openxmlformats.org/officeDocument/2006/relationships/image" Target="../media/image-4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svg"/><Relationship Id="rId3" Type="http://schemas.openxmlformats.org/officeDocument/2006/relationships/image" Target="../media/image-50-3.png"/><Relationship Id="rId4" Type="http://schemas.openxmlformats.org/officeDocument/2006/relationships/image" Target="../media/image-50-4.svg"/><Relationship Id="rId5" Type="http://schemas.openxmlformats.org/officeDocument/2006/relationships/image" Target="../media/image-50-5.png"/><Relationship Id="rId6" Type="http://schemas.openxmlformats.org/officeDocument/2006/relationships/image" Target="../media/image-50-6.svg"/><Relationship Id="rId7" Type="http://schemas.openxmlformats.org/officeDocument/2006/relationships/image" Target="../media/image-50-7.png"/><Relationship Id="rId8" Type="http://schemas.openxmlformats.org/officeDocument/2006/relationships/image" Target="../media/image-50-8.svg"/><Relationship Id="rId9" Type="http://schemas.openxmlformats.org/officeDocument/2006/relationships/image" Target="../media/image-50-9.png"/><Relationship Id="rId10" Type="http://schemas.openxmlformats.org/officeDocument/2006/relationships/image" Target="../media/image-50-10.svg"/><Relationship Id="rId11" Type="http://schemas.openxmlformats.org/officeDocument/2006/relationships/image" Target="../media/image-50-11.png"/><Relationship Id="rId12" Type="http://schemas.openxmlformats.org/officeDocument/2006/relationships/image" Target="../media/image-50-12.svg"/><Relationship Id="rId13" Type="http://schemas.openxmlformats.org/officeDocument/2006/relationships/image" Target="../media/image-50-13.png"/><Relationship Id="rId14" Type="http://schemas.openxmlformats.org/officeDocument/2006/relationships/image" Target="../media/image-50-14.svg"/><Relationship Id="rId15" Type="http://schemas.openxmlformats.org/officeDocument/2006/relationships/image" Target="../media/image-50-15.png"/><Relationship Id="rId16" Type="http://schemas.openxmlformats.org/officeDocument/2006/relationships/image" Target="../media/image-5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svg"/><Relationship Id="rId3" Type="http://schemas.openxmlformats.org/officeDocument/2006/relationships/image" Target="../media/image-51-3.png"/><Relationship Id="rId4" Type="http://schemas.openxmlformats.org/officeDocument/2006/relationships/image" Target="../media/image-51-4.svg"/><Relationship Id="rId5" Type="http://schemas.openxmlformats.org/officeDocument/2006/relationships/image" Target="../media/image-51-5.png"/><Relationship Id="rId6" Type="http://schemas.openxmlformats.org/officeDocument/2006/relationships/image" Target="../media/image-51-6.svg"/><Relationship Id="rId7" Type="http://schemas.openxmlformats.org/officeDocument/2006/relationships/image" Target="../media/image-51-7.png"/><Relationship Id="rId8" Type="http://schemas.openxmlformats.org/officeDocument/2006/relationships/image" Target="../media/image-51-8.svg"/><Relationship Id="rId9" Type="http://schemas.openxmlformats.org/officeDocument/2006/relationships/image" Target="../media/image-51-9.png"/><Relationship Id="rId10" Type="http://schemas.openxmlformats.org/officeDocument/2006/relationships/image" Target="../media/image-51-10.svg"/><Relationship Id="rId11" Type="http://schemas.openxmlformats.org/officeDocument/2006/relationships/image" Target="../media/image-51-11.png"/><Relationship Id="rId12" Type="http://schemas.openxmlformats.org/officeDocument/2006/relationships/image" Target="../media/image-5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9E0F62">
              <a:alpha val="92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01. React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02. Vite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03. vuejs/core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04. Svelte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05. TypeScript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06. Node.js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07. Express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08. FastAPI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09. OpenAI Python API library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(Cont. 2/2)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10. LangChain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11. Playwright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12. Tailwind CSS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13. Kubernetes (K8s)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14. Rust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15. if you are updating an existing checkout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16. TensorFlow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17. pandas: A Powerful Python Data Analysis Toolkit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18. NumPy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19. venv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20. D3: Data-Driven Documents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21. Apache ECharts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22. plotly.py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2 of 4.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Quick Start to get a taste of React.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 a New React App if you're looking for a powerful JavaScript toolchain.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Adding Interactivity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Where to Get Support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erver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Instant Server Start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build command that bundles your code with Rolldown, pre-configured to output highly optimized static assets for production.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vuejs/core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vuejs/core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tab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loud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 bugs and help us verify fixes as they are checked in.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the source code changes.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and LTS releases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TSC (Technical Steering Committee)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Under active development. Code for the Current release is in the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Focus on high performance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Super-high test coverage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server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system supporting 14+ template engines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verified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Intuitive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Great editor support. Completion everywhere. Less time debugging.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palett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Easy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Designed to be easy to use and learn. Less time reading docs.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48 headings, 10 table-like lines, 42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Serializing back into JSON, model.to_json()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Additional advanced functionality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azure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endpoint (or the AZURE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OPENAI_ENDPOINT environment variable)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loud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version (or the OPENAI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API_VERSION environment variable)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spark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Agent evals, observability, and debugging for LLM apps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 Deployment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Deploy and scale agents with a purpose-built platform for long-running, stateful workflows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playwright from https://raw.githubusercontent.com/microsoft/playwright/main/README.md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22 headings, 12 table-like lines, 22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"todos" [level=1]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textbox "What needs to be done?" [ref=e5]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checkbox "Toggle Todo" [ref=e10]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"Buy groceries"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 for coding agents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cloud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utility-first CSS framework for rapidly building custom user interfaces.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loud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**Performance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loud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3913632"/>
            <a:ext cx="3760470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Fast and memory-efficient, suitable for critical services, embedded devices, and easily integrated with other languages.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**Reliability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032760"/>
            <a:ext cx="45902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*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if you are updating an existing checkout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Tensor computation (like NumPy) with strong GPU acceleration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neural networks built on a tape-based autograd system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if you are updating an existing checkout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GPU-Ready Tensor Library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Dynamic Neural Networks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Tape-Based Autograd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Imperative Experiences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github icon from simple-icons (CC0-1.0 with brand guidelines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Clone the TensorFlow repository and switch to the appropriate branch for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Apply the desired changes (i.e., cherry-pick them) and resolve any code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 TensorFlow tests and ensure they pass.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the TensorFlow pip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TensorFlow Tutorials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Installation from sources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Discussion and Development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pandas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Easy handling of [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][missing-data] (represented as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Size mutability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columns can be [**inserted and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**Website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4495800"/>
            <a:ext cx="3760470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https://numpy.org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**Documentation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76922" y="2209800"/>
            <a:ext cx="3760470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https://numpy.org/doc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**Mailing list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3992880"/>
            <a:ext cx="3760470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https://mail.python.org/mailman/listinfo/numpy-discussion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cod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**Source code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github icon from simple-icons (CC0-1.0 with brand guidelines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76922" y="1874520"/>
            <a:ext cx="3760470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https://github.com/numpy/numpy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**Contributing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4160520"/>
            <a:ext cx="3760470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https://numpy.org/devdocs/dev/index.html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venv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High performance on natural language understanding &amp; generation, computer vision, audio, video, and multimodal tasks.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server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Low barrier to entry for researchers, engineers, and developers.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venv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 user-facing abstractions with just three classes to learn.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loud icon from svgrepo (open-license catalog pattern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unified API for using all our pretrained models.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 trained models instead of training from scratch.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+ Download from the official website + npm install echarts --save + CDN: jsDelivr CDN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+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Online Documentation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to approach a system design interview question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palett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palett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palett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Additional system design interview questions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palett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 design exercises deck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BF8F3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2026-06-20T15:41:02Z</dcterms:created>
  <dcterms:modified xsi:type="dcterms:W3CDTF">2026-06-20T15:41:02Z</dcterms:modified>
</cp:coreProperties>
</file>