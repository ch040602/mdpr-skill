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sv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image" Target="../media/image-16-9.png"/><Relationship Id="rId10" Type="http://schemas.openxmlformats.org/officeDocument/2006/relationships/image" Target="../media/image-16-10.sv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sv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sv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image" Target="../media/image-24-13.png"/><Relationship Id="rId14" Type="http://schemas.openxmlformats.org/officeDocument/2006/relationships/image" Target="../media/image-24-14.svg"/><Relationship Id="rId15" Type="http://schemas.openxmlformats.org/officeDocument/2006/relationships/image" Target="../media/image-24-15.png"/><Relationship Id="rId16" Type="http://schemas.openxmlformats.org/officeDocument/2006/relationships/image" Target="../media/image-24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image" Target="../media/image-26-13.png"/><Relationship Id="rId14" Type="http://schemas.openxmlformats.org/officeDocument/2006/relationships/image" Target="../media/image-26-14.svg"/><Relationship Id="rId15" Type="http://schemas.openxmlformats.org/officeDocument/2006/relationships/image" Target="../media/image-26-15.png"/><Relationship Id="rId16" Type="http://schemas.openxmlformats.org/officeDocument/2006/relationships/image" Target="../media/image-2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image" Target="../media/image-28-9.png"/><Relationship Id="rId10" Type="http://schemas.openxmlformats.org/officeDocument/2006/relationships/image" Target="../media/image-28-10.sv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svg"/><Relationship Id="rId13" Type="http://schemas.openxmlformats.org/officeDocument/2006/relationships/image" Target="../media/image-28-13.png"/><Relationship Id="rId14" Type="http://schemas.openxmlformats.org/officeDocument/2006/relationships/image" Target="../media/image-28-14.svg"/><Relationship Id="rId15" Type="http://schemas.openxmlformats.org/officeDocument/2006/relationships/image" Target="../media/image-28-15.png"/><Relationship Id="rId16" Type="http://schemas.openxmlformats.org/officeDocument/2006/relationships/image" Target="../media/image-2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image" Target="../media/image-30-13.png"/><Relationship Id="rId14" Type="http://schemas.openxmlformats.org/officeDocument/2006/relationships/image" Target="../media/image-30-14.svg"/><Relationship Id="rId15" Type="http://schemas.openxmlformats.org/officeDocument/2006/relationships/image" Target="../media/image-30-15.png"/><Relationship Id="rId16" Type="http://schemas.openxmlformats.org/officeDocument/2006/relationships/image" Target="../media/image-3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image" Target="../media/image-31-9.png"/><Relationship Id="rId10" Type="http://schemas.openxmlformats.org/officeDocument/2006/relationships/image" Target="../media/image-31-10.svg"/><Relationship Id="rId11" Type="http://schemas.openxmlformats.org/officeDocument/2006/relationships/image" Target="../media/image-31-11.png"/><Relationship Id="rId12" Type="http://schemas.openxmlformats.org/officeDocument/2006/relationships/image" Target="../media/image-3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image" Target="../media/image-33-7.png"/><Relationship Id="rId8" Type="http://schemas.openxmlformats.org/officeDocument/2006/relationships/image" Target="../media/image-33-8.svg"/><Relationship Id="rId9" Type="http://schemas.openxmlformats.org/officeDocument/2006/relationships/image" Target="../media/image-33-9.png"/><Relationship Id="rId10" Type="http://schemas.openxmlformats.org/officeDocument/2006/relationships/image" Target="../media/image-33-10.sv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svg"/><Relationship Id="rId13" Type="http://schemas.openxmlformats.org/officeDocument/2006/relationships/image" Target="../media/image-33-13.png"/><Relationship Id="rId14" Type="http://schemas.openxmlformats.org/officeDocument/2006/relationships/image" Target="../media/image-33-14.svg"/><Relationship Id="rId15" Type="http://schemas.openxmlformats.org/officeDocument/2006/relationships/image" Target="../media/image-33-15.png"/><Relationship Id="rId16" Type="http://schemas.openxmlformats.org/officeDocument/2006/relationships/image" Target="../media/image-3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image" Target="../media/image-35-5.png"/><Relationship Id="rId6" Type="http://schemas.openxmlformats.org/officeDocument/2006/relationships/image" Target="../media/image-35-6.svg"/><Relationship Id="rId7" Type="http://schemas.openxmlformats.org/officeDocument/2006/relationships/image" Target="../media/image-35-7.png"/><Relationship Id="rId8" Type="http://schemas.openxmlformats.org/officeDocument/2006/relationships/image" Target="../media/image-35-8.svg"/><Relationship Id="rId9" Type="http://schemas.openxmlformats.org/officeDocument/2006/relationships/image" Target="../media/image-35-9.png"/><Relationship Id="rId10" Type="http://schemas.openxmlformats.org/officeDocument/2006/relationships/image" Target="../media/image-35-10.sv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sv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svg"/><Relationship Id="rId15" Type="http://schemas.openxmlformats.org/officeDocument/2006/relationships/image" Target="../media/image-35-15.png"/><Relationship Id="rId16" Type="http://schemas.openxmlformats.org/officeDocument/2006/relationships/image" Target="../media/image-3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svg"/><Relationship Id="rId15" Type="http://schemas.openxmlformats.org/officeDocument/2006/relationships/image" Target="../media/image-37-15.png"/><Relationship Id="rId16" Type="http://schemas.openxmlformats.org/officeDocument/2006/relationships/image" Target="../media/image-3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image" Target="../media/image-39-7.png"/><Relationship Id="rId8" Type="http://schemas.openxmlformats.org/officeDocument/2006/relationships/image" Target="../media/image-39-8.svg"/><Relationship Id="rId9" Type="http://schemas.openxmlformats.org/officeDocument/2006/relationships/image" Target="../media/image-39-9.png"/><Relationship Id="rId10" Type="http://schemas.openxmlformats.org/officeDocument/2006/relationships/image" Target="../media/image-39-10.svg"/><Relationship Id="rId11" Type="http://schemas.openxmlformats.org/officeDocument/2006/relationships/image" Target="../media/image-39-11.png"/><Relationship Id="rId12" Type="http://schemas.openxmlformats.org/officeDocument/2006/relationships/image" Target="../media/image-39-12.svg"/><Relationship Id="rId13" Type="http://schemas.openxmlformats.org/officeDocument/2006/relationships/image" Target="../media/image-39-13.png"/><Relationship Id="rId14" Type="http://schemas.openxmlformats.org/officeDocument/2006/relationships/image" Target="../media/image-39-14.svg"/><Relationship Id="rId15" Type="http://schemas.openxmlformats.org/officeDocument/2006/relationships/image" Target="../media/image-39-15.png"/><Relationship Id="rId16" Type="http://schemas.openxmlformats.org/officeDocument/2006/relationships/image" Target="../media/image-3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image" Target="../media/image-41-3.png"/><Relationship Id="rId4" Type="http://schemas.openxmlformats.org/officeDocument/2006/relationships/image" Target="../media/image-41-4.svg"/><Relationship Id="rId5" Type="http://schemas.openxmlformats.org/officeDocument/2006/relationships/image" Target="../media/image-41-5.png"/><Relationship Id="rId6" Type="http://schemas.openxmlformats.org/officeDocument/2006/relationships/image" Target="../media/image-41-6.svg"/><Relationship Id="rId7" Type="http://schemas.openxmlformats.org/officeDocument/2006/relationships/image" Target="../media/image-41-7.png"/><Relationship Id="rId8" Type="http://schemas.openxmlformats.org/officeDocument/2006/relationships/image" Target="../media/image-41-8.svg"/><Relationship Id="rId9" Type="http://schemas.openxmlformats.org/officeDocument/2006/relationships/image" Target="../media/image-41-9.png"/><Relationship Id="rId10" Type="http://schemas.openxmlformats.org/officeDocument/2006/relationships/image" Target="../media/image-41-10.sv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svg"/><Relationship Id="rId13" Type="http://schemas.openxmlformats.org/officeDocument/2006/relationships/image" Target="../media/image-41-13.png"/><Relationship Id="rId14" Type="http://schemas.openxmlformats.org/officeDocument/2006/relationships/image" Target="../media/image-41-14.svg"/><Relationship Id="rId15" Type="http://schemas.openxmlformats.org/officeDocument/2006/relationships/image" Target="../media/image-41-15.png"/><Relationship Id="rId16" Type="http://schemas.openxmlformats.org/officeDocument/2006/relationships/image" Target="../media/image-4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image" Target="../media/image-42-3.png"/><Relationship Id="rId4" Type="http://schemas.openxmlformats.org/officeDocument/2006/relationships/image" Target="../media/image-42-4.svg"/><Relationship Id="rId5" Type="http://schemas.openxmlformats.org/officeDocument/2006/relationships/image" Target="../media/image-42-5.png"/><Relationship Id="rId6" Type="http://schemas.openxmlformats.org/officeDocument/2006/relationships/image" Target="../media/image-42-6.svg"/><Relationship Id="rId7" Type="http://schemas.openxmlformats.org/officeDocument/2006/relationships/image" Target="../media/image-42-7.png"/><Relationship Id="rId8" Type="http://schemas.openxmlformats.org/officeDocument/2006/relationships/image" Target="../media/image-42-8.svg"/><Relationship Id="rId9" Type="http://schemas.openxmlformats.org/officeDocument/2006/relationships/image" Target="../media/image-42-9.png"/><Relationship Id="rId10" Type="http://schemas.openxmlformats.org/officeDocument/2006/relationships/image" Target="../media/image-42-10.svg"/><Relationship Id="rId11" Type="http://schemas.openxmlformats.org/officeDocument/2006/relationships/image" Target="../media/image-42-11.png"/><Relationship Id="rId12" Type="http://schemas.openxmlformats.org/officeDocument/2006/relationships/image" Target="../media/image-42-12.svg"/><Relationship Id="rId13" Type="http://schemas.openxmlformats.org/officeDocument/2006/relationships/image" Target="../media/image-42-13.png"/><Relationship Id="rId14" Type="http://schemas.openxmlformats.org/officeDocument/2006/relationships/image" Target="../media/image-42-14.svg"/><Relationship Id="rId15" Type="http://schemas.openxmlformats.org/officeDocument/2006/relationships/image" Target="../media/image-42-15.png"/><Relationship Id="rId16" Type="http://schemas.openxmlformats.org/officeDocument/2006/relationships/image" Target="../media/image-4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svg"/><Relationship Id="rId3" Type="http://schemas.openxmlformats.org/officeDocument/2006/relationships/image" Target="../media/image-44-3.png"/><Relationship Id="rId4" Type="http://schemas.openxmlformats.org/officeDocument/2006/relationships/image" Target="../media/image-44-4.svg"/><Relationship Id="rId5" Type="http://schemas.openxmlformats.org/officeDocument/2006/relationships/image" Target="../media/image-44-5.png"/><Relationship Id="rId6" Type="http://schemas.openxmlformats.org/officeDocument/2006/relationships/image" Target="../media/image-44-6.svg"/><Relationship Id="rId7" Type="http://schemas.openxmlformats.org/officeDocument/2006/relationships/image" Target="../media/image-44-7.png"/><Relationship Id="rId8" Type="http://schemas.openxmlformats.org/officeDocument/2006/relationships/image" Target="../media/image-44-8.svg"/><Relationship Id="rId9" Type="http://schemas.openxmlformats.org/officeDocument/2006/relationships/image" Target="../media/image-44-9.png"/><Relationship Id="rId10" Type="http://schemas.openxmlformats.org/officeDocument/2006/relationships/image" Target="../media/image-44-10.svg"/><Relationship Id="rId11" Type="http://schemas.openxmlformats.org/officeDocument/2006/relationships/image" Target="../media/image-44-11.png"/><Relationship Id="rId12" Type="http://schemas.openxmlformats.org/officeDocument/2006/relationships/image" Target="../media/image-44-12.svg"/><Relationship Id="rId13" Type="http://schemas.openxmlformats.org/officeDocument/2006/relationships/image" Target="../media/image-44-13.png"/><Relationship Id="rId14" Type="http://schemas.openxmlformats.org/officeDocument/2006/relationships/image" Target="../media/image-44-14.svg"/><Relationship Id="rId15" Type="http://schemas.openxmlformats.org/officeDocument/2006/relationships/image" Target="../media/image-44-15.png"/><Relationship Id="rId16" Type="http://schemas.openxmlformats.org/officeDocument/2006/relationships/image" Target="../media/image-44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image" Target="../media/image-46-3.png"/><Relationship Id="rId4" Type="http://schemas.openxmlformats.org/officeDocument/2006/relationships/image" Target="../media/image-46-4.svg"/><Relationship Id="rId5" Type="http://schemas.openxmlformats.org/officeDocument/2006/relationships/image" Target="../media/image-46-5.png"/><Relationship Id="rId6" Type="http://schemas.openxmlformats.org/officeDocument/2006/relationships/image" Target="../media/image-46-6.svg"/><Relationship Id="rId7" Type="http://schemas.openxmlformats.org/officeDocument/2006/relationships/image" Target="../media/image-46-7.png"/><Relationship Id="rId8" Type="http://schemas.openxmlformats.org/officeDocument/2006/relationships/image" Target="../media/image-46-8.svg"/><Relationship Id="rId9" Type="http://schemas.openxmlformats.org/officeDocument/2006/relationships/image" Target="../media/image-46-9.png"/><Relationship Id="rId10" Type="http://schemas.openxmlformats.org/officeDocument/2006/relationships/image" Target="../media/image-46-10.svg"/><Relationship Id="rId11" Type="http://schemas.openxmlformats.org/officeDocument/2006/relationships/image" Target="../media/image-46-11.png"/><Relationship Id="rId12" Type="http://schemas.openxmlformats.org/officeDocument/2006/relationships/image" Target="../media/image-4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svg"/><Relationship Id="rId3" Type="http://schemas.openxmlformats.org/officeDocument/2006/relationships/image" Target="../media/image-47-3.png"/><Relationship Id="rId4" Type="http://schemas.openxmlformats.org/officeDocument/2006/relationships/image" Target="../media/image-47-4.svg"/><Relationship Id="rId5" Type="http://schemas.openxmlformats.org/officeDocument/2006/relationships/image" Target="../media/image-47-5.png"/><Relationship Id="rId6" Type="http://schemas.openxmlformats.org/officeDocument/2006/relationships/image" Target="../media/image-47-6.svg"/><Relationship Id="rId7" Type="http://schemas.openxmlformats.org/officeDocument/2006/relationships/image" Target="../media/image-47-7.png"/><Relationship Id="rId8" Type="http://schemas.openxmlformats.org/officeDocument/2006/relationships/image" Target="../media/image-47-8.svg"/><Relationship Id="rId9" Type="http://schemas.openxmlformats.org/officeDocument/2006/relationships/image" Target="../media/image-47-9.png"/><Relationship Id="rId10" Type="http://schemas.openxmlformats.org/officeDocument/2006/relationships/image" Target="../media/image-47-10.svg"/><Relationship Id="rId11" Type="http://schemas.openxmlformats.org/officeDocument/2006/relationships/image" Target="../media/image-47-11.png"/><Relationship Id="rId12" Type="http://schemas.openxmlformats.org/officeDocument/2006/relationships/image" Target="../media/image-4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svg"/><Relationship Id="rId3" Type="http://schemas.openxmlformats.org/officeDocument/2006/relationships/image" Target="../media/image-49-3.png"/><Relationship Id="rId4" Type="http://schemas.openxmlformats.org/officeDocument/2006/relationships/image" Target="../media/image-49-4.svg"/><Relationship Id="rId5" Type="http://schemas.openxmlformats.org/officeDocument/2006/relationships/image" Target="../media/image-49-5.png"/><Relationship Id="rId6" Type="http://schemas.openxmlformats.org/officeDocument/2006/relationships/image" Target="../media/image-49-6.svg"/><Relationship Id="rId7" Type="http://schemas.openxmlformats.org/officeDocument/2006/relationships/image" Target="../media/image-49-7.png"/><Relationship Id="rId8" Type="http://schemas.openxmlformats.org/officeDocument/2006/relationships/image" Target="../media/image-49-8.svg"/><Relationship Id="rId9" Type="http://schemas.openxmlformats.org/officeDocument/2006/relationships/image" Target="../media/image-49-9.png"/><Relationship Id="rId10" Type="http://schemas.openxmlformats.org/officeDocument/2006/relationships/image" Target="../media/image-49-10.svg"/><Relationship Id="rId11" Type="http://schemas.openxmlformats.org/officeDocument/2006/relationships/image" Target="../media/image-49-11.png"/><Relationship Id="rId12" Type="http://schemas.openxmlformats.org/officeDocument/2006/relationships/image" Target="../media/image-49-12.svg"/><Relationship Id="rId13" Type="http://schemas.openxmlformats.org/officeDocument/2006/relationships/image" Target="../media/image-49-13.png"/><Relationship Id="rId14" Type="http://schemas.openxmlformats.org/officeDocument/2006/relationships/image" Target="../media/image-49-14.svg"/><Relationship Id="rId15" Type="http://schemas.openxmlformats.org/officeDocument/2006/relationships/image" Target="../media/image-49-15.png"/><Relationship Id="rId16" Type="http://schemas.openxmlformats.org/officeDocument/2006/relationships/image" Target="../media/image-4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svg"/><Relationship Id="rId3" Type="http://schemas.openxmlformats.org/officeDocument/2006/relationships/image" Target="../media/image-50-3.png"/><Relationship Id="rId4" Type="http://schemas.openxmlformats.org/officeDocument/2006/relationships/image" Target="../media/image-50-4.svg"/><Relationship Id="rId5" Type="http://schemas.openxmlformats.org/officeDocument/2006/relationships/image" Target="../media/image-50-5.png"/><Relationship Id="rId6" Type="http://schemas.openxmlformats.org/officeDocument/2006/relationships/image" Target="../media/image-50-6.svg"/><Relationship Id="rId7" Type="http://schemas.openxmlformats.org/officeDocument/2006/relationships/image" Target="../media/image-50-7.png"/><Relationship Id="rId8" Type="http://schemas.openxmlformats.org/officeDocument/2006/relationships/image" Target="../media/image-50-8.svg"/><Relationship Id="rId9" Type="http://schemas.openxmlformats.org/officeDocument/2006/relationships/image" Target="../media/image-50-9.png"/><Relationship Id="rId10" Type="http://schemas.openxmlformats.org/officeDocument/2006/relationships/image" Target="../media/image-50-10.svg"/><Relationship Id="rId11" Type="http://schemas.openxmlformats.org/officeDocument/2006/relationships/image" Target="../media/image-50-11.png"/><Relationship Id="rId12" Type="http://schemas.openxmlformats.org/officeDocument/2006/relationships/image" Target="../media/image-50-12.svg"/><Relationship Id="rId13" Type="http://schemas.openxmlformats.org/officeDocument/2006/relationships/image" Target="../media/image-50-13.png"/><Relationship Id="rId14" Type="http://schemas.openxmlformats.org/officeDocument/2006/relationships/image" Target="../media/image-50-14.svg"/><Relationship Id="rId15" Type="http://schemas.openxmlformats.org/officeDocument/2006/relationships/image" Target="../media/image-50-15.png"/><Relationship Id="rId16" Type="http://schemas.openxmlformats.org/officeDocument/2006/relationships/image" Target="../media/image-5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9E0F62">
              <a:alpha val="92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01. React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02. Vite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03. Vue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04. Svelte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05. TypeScript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06. Node.js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07. Express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08. FastAPI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09. OpenAI Python API library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6CCC9">
              <a:alpha val="9000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(Cont. 2/2)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10. LangChain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11. Playwright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12. Tailwind CSS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13. Kubernetes (K8s)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14. Rust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15. PyTorch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16. TensorFlow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17. pandas: A Powerful Python Data Analysis Toolkit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18. NumPy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19. Transformers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20. D3: Data-Driven Documents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21. Apache ECharts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22. Plotly.py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23. The System Design Primer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8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2 of 4.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Quick Start to get a taste of React.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Create a New React App if you're looking for a powerful JavaScript toolchain.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Adding Interactivity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server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Instant Server Start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32760"/>
            <a:ext cx="479145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dev server that provides rich feature enhancements over native ES modules, for example extremely fast Hot Module Replacement (HMR).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build command that bundles your code with Rolldown, pre-configured to output highly optimized static assets for production.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tab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loud icon from svgrepo (open-license catalog pattern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Submit bugs and help us verify fixes as they are checked in.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and LTS releases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TSC (Technical Steering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project team members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Focus on high performance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Super-high test coverage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verified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od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Intuitive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Great editor support. Completion everywhere. Less time debugging.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48 headings, 10 table-like lines, 42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Serializing back into JSON, model.to_json()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advanced functionality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azure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endpoint (or the AZURE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OPENAI_ENDPOINT environment variable)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LangSmith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Agent evals, observability, and debugging for LLM apps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playwright from https://raw.githubusercontent.com/microsoft/playwright/main/README.md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22 headings, 12 table-like lines, 22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"todos" [level=1]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textbox "What needs to be done?" [ref=e5]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Playwright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checkbox "Toggle Todo" [ref=e10]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text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"Buy groceries"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cloud icon from svgrepo (open-license catalog pattern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utility-first CSS framework for rapidly building custom user interfaces.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kubernetes from https://raw.githubusercontent.com/kubernetes/kubernetes/master/README.md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loud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Kubernetes, also known as K8s, is an open source system for managing [containerized applications] across multiple hosts. It provides basic mechanisms for the deployment, maintenance, and scaling of applications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builds upon a decade and a half of experience at Google running production workloads at scale using a system called [Borg], combined with best-of-breed ideas and practices from the community.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is hosted by the Cloud Native Computing Foundation ([CNCF]). If your company wants to help shape the evolution of technologies that are container-packaged, dynamically scheduled, and microservices-or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 from https://raw.githubusercontent.com/rust-lang/rust/master/README.md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7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**Performance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loud icon from svgrepo (open-license catalog pattern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3913632"/>
            <a:ext cx="3760470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Fast and memory-efficient, suitable for critical services, embedded devices, and easily integrated with other languages.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**Reliability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032760"/>
            <a:ext cx="459028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* Our rich type system and ownership model ensure memory and thread safety, reducing bugs at compile-time.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pytorch from https://raw.githubusercontent.com/pytorch/pytorch/main/README.md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33 headings, 8 table-like lines, 22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Tensor computation (like NumPy) with strong GPU acceleration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neural networks built on a tape-based autograd system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GPU-Ready Tensor Library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Dynamic Neural Networks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Tape-Based Autograd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tensorflow from https://raw.githubusercontent.com/tensorflow/tensorflow/master/README.md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4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github icon from simple-icons (CC0-1.0 with brand guidelines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Clone the TensorFlow repository and switch to the appropriate branch for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od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Apply the desired changes (i.e., cherry-pick them) and resolve any code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 TensorFlow tests and ensure they pass.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TensorFlow pip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pandas from https://raw.githubusercontent.com/pandas-dev/pandas/main/README.md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headings, 5 table-like lines, 5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Installation from sources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Discussion and Development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pandas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Easy handling of [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][missing-data] (represented as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**Website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4495800"/>
            <a:ext cx="3760470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https://numpy.org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**Documentation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76922" y="2209800"/>
            <a:ext cx="3760470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https://numpy.org/doc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**Mailing list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6922" y="3992880"/>
            <a:ext cx="3760470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 https://mail.python.org/mailman/listinfo/numpy-discussion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**Source code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368040"/>
            <a:ext cx="459028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* https://github.com/numpy/numpy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huggingface-transformers from https://raw.githubusercontent.com/huggingface/transformers/main/README.md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High performance on natural language understanding &amp; generation, computer vision, audio, video, and multimodal tasks.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server icon from svgrepo (open-license catalog pattern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Low barrier to entry for researchers, engineers, and developers.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 user-facing abstractions with just three classes to learn.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unified API for using all our pretrained models.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 from https://raw.githubusercontent.com/d3/d3/main/README.md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 headings, 0 table-like lines, 0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(or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D3.js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is a free, open-source JavaScript library for visualizing data. Its low-level approach built on web standards offers unparalleled flexibility in authoring dynamic, data-driven graphics. Fo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0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echarts from https://raw.githubusercontent.com/apache/echarts/master/README.md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19 headings, 0 table-like lines, 1 fenced code blocks.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6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Apache ECharts is a free, powerful charting and visualization library offering easy ways to add intuitive, interactive, and highly customizable charts to your commercial products. It is written in pure JavaScri</a:t>
            </a:r>
            <a:endParaRPr lang="en-US" sz="2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+ Download from the official website + npm install echarts --save + CDN: jsDelivr CDN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697480"/>
            <a:ext cx="4791456" cy="21031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+ GitHub Issues for bug report and feature requests + Email dev@echarts.apache.org for general questions + Subscribe to the mailing list to get updated with the project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plotly from https://raw.githubusercontent.com/plotly/plotly.py/master/README.md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9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Online Documentation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Contributing to plotly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BF8F3">
              <a:alpha val="0"/>
            </a:srgbClr>
          </a:solidFill>
          <a:ln w="12700">
            <a:solidFill>
              <a:srgbClr val="C6CC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2" name="Image 4" descr="github icon from simple-icons (CC0-1.0 with brand guidelines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system-design-primer from https://raw.githubusercontent.com/donnemartin/system-design-primer/master/README.md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112 headings, 132 table-like lines, 9 fenced code blocks.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28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to approach a system design interview question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C6CCC9"/>
            </a:solidFill>
            <a:prstDash val="solid"/>
          </a:ln>
        </p:spPr>
      </p:sp>
      <p:pic>
        <p:nvPicPr>
          <p:cNvPr id="31" name="Image 7" descr="palett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766E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0F766E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0F766E">
              <a:alpha val="90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Object-oriented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system design interview questions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BF8F3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2026-06-20T16:14:06Z</dcterms:created>
  <dcterms:modified xsi:type="dcterms:W3CDTF">2026-06-20T16:14:06Z</dcterms:modified>
</cp:coreProperties>
</file>