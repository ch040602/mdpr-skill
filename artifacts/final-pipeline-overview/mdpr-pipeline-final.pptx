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A10472-9A70-9D04-97B6-7D3D15D1D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B682E91-BE49-E541-75E3-A00B15FF66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742797-7793-2356-879F-CCB8E47AF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DB82E-6582-4BBE-BEBA-7C4FEA228F3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4A9FAC-6E1C-A171-88C6-6415CC7AB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6CB6A28-C796-9CB0-6A15-57350EABD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37AEE-7CAF-4C20-B1E8-E65D179D62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16073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F6CB20-0F5E-DC1E-6E72-FFF5BBDDC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9EF5F2-FE4A-8FFF-EFCC-99881667A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FCCED19-93BE-67B7-E260-1A5CFA1C6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DB82E-6582-4BBE-BEBA-7C4FEA228F3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04850D-02EB-A67C-C5E6-13B4A2BE3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4EFCC8-5206-7B1B-7A59-B4530CE32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37AEE-7CAF-4C20-B1E8-E65D179D62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4675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1DDEAE-C2BC-4817-CE9D-22EA3FFF2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FD6BC6-FF61-ABC6-59D5-0CF619909C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017222B-06B5-EE41-E089-6D535DB2B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DB82E-6582-4BBE-BEBA-7C4FEA228F3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0153E6-D798-55EA-FE00-CA428CCB4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BD5717-AD5F-59AE-F031-D8B38AB23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37AEE-7CAF-4C20-B1E8-E65D179D62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3611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4B8BDE-CA36-5DD2-B9D5-A3D5B455B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8CDC27-FD93-8C1A-D9EF-BD50E3715C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3D14B5E-18CB-D8CF-C34D-3DDB82F0E9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41D6C9-ED87-6CEB-6D12-B9D8EF639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DB82E-6582-4BBE-BEBA-7C4FEA228F3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16B1D37-ADA4-1E1E-E13C-765B406AE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C86AEE3-6845-7912-BEA3-2D51AFB9D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37AEE-7CAF-4C20-B1E8-E65D179D62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3864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8EB8AD-885D-E377-690A-0FC903012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0616F82-713D-87A8-7F40-D2A52B4CE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8F06482-33A3-9027-54D5-B7BB7805AB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BBED3B4-2C30-D93E-1CC5-E24666C44A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EA72DD4-E24F-2676-3923-C3025A8DDE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8D06687-419D-FC44-0A1E-A40E827A1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DB82E-6582-4BBE-BEBA-7C4FEA228F3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7CD0844-98D8-F4BF-5BBF-957C4FFD9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0E30E16-1730-C6E4-79B5-E95CA5EB2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37AEE-7CAF-4C20-B1E8-E65D179D62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25722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645483-D25B-5821-E321-DADBA51EB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431E6C2-4A3B-1850-1EE3-3617A8175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DB82E-6582-4BBE-BEBA-7C4FEA228F3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A07E8DB-6B3B-6754-5F82-779AA77E7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D0AAC83-BAC6-EA82-126C-B45BE3CEF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37AEE-7CAF-4C20-B1E8-E65D179D62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9616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3CBD75D-9AB9-F0EC-2DEA-9F8AAAE0C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DB82E-6582-4BBE-BEBA-7C4FEA228F3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12F54C2-B2F1-AFB0-C3BA-ED32FF782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3AE213-A856-F1CC-5C1B-BC8036E9D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37AEE-7CAF-4C20-B1E8-E65D179D62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4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FC878D-3C89-64E8-A4EA-423A2BCC5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FE011B-1468-ABC1-940C-A3ACC73AE8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1B9244-C933-A370-966A-38AE4EECAB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06FC317-A84B-85D5-FFFF-782A02C48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DB82E-6582-4BBE-BEBA-7C4FEA228F3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318DD0B-3B17-EEF4-E831-DFFCC6D21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F91A6C5-75ED-ED18-A2F7-018AC14DF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37AEE-7CAF-4C20-B1E8-E65D179D62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2111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FE717A-F712-2BFD-58F7-44D760FA7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E05E67F-0C98-8818-DE02-D50D0A3BAA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F253DD7-3FF0-4307-779B-CE2207BFD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3490D1-FD5D-57B1-6B89-CC195985D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DB82E-6582-4BBE-BEBA-7C4FEA228F3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F40F325-BE1D-D291-9C3F-2DF932A56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9DFB25-3AAF-537F-CBDF-BB6ED610C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37AEE-7CAF-4C20-B1E8-E65D179D62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996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9DA0-44E0-460D-5FEB-EDCB8A4A5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0A23FC0-3566-546B-B5CB-CC0F6A5680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A9AA1B-A710-E633-E08C-0098843841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DB82E-6582-4BBE-BEBA-7C4FEA228F3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B0E489-7725-2D3F-D660-D9A1EA629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608A6C5-E1AD-B12A-08CF-3F2249C2D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37AEE-7CAF-4C20-B1E8-E65D179D62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2484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FD9701F-AE8B-EF35-8B6F-1975C635CD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966D0C-D324-08CE-1603-268C0B2BE7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101D64-56ED-EA61-5E1E-640845BA7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DB82E-6582-4BBE-BEBA-7C4FEA228F3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491593D-EDE5-84B2-028B-9DF575A43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B3FDE7-2C03-E112-4861-6EAAE99B1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37AEE-7CAF-4C20-B1E8-E65D179D62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14446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4370006-13B4-B142-9EC3-B6B9CBB1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3A0854-8D7E-30D6-D4C5-B155100FC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87ED58-00F5-05F5-35E3-38FDC2E302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7DB82E-6582-4BBE-BEBA-7C4FEA228F3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481BA4-C468-D6EC-AC61-4E514096B0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673D86-9BD3-A502-2CAA-D3D451703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A37AEE-7CAF-4C20-B1E8-E65D179D62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0021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z00_grid_top">
            <a:extLst>
              <a:ext uri="{FF2B5EF4-FFF2-40B4-BE49-F238E27FC236}">
                <a16:creationId xmlns:a16="http://schemas.microsoft.com/office/drawing/2014/main" id="{127AC118-96F3-A883-5CEE-A8637E074F63}"/>
              </a:ext>
            </a:extLst>
          </p:cNvPr>
          <p:cNvCxnSpPr/>
          <p:nvPr/>
        </p:nvCxnSpPr>
        <p:spPr>
          <a:xfrm>
            <a:off x="627001" y="1099085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z00_grid_bottom">
            <a:extLst>
              <a:ext uri="{FF2B5EF4-FFF2-40B4-BE49-F238E27FC236}">
                <a16:creationId xmlns:a16="http://schemas.microsoft.com/office/drawing/2014/main" id="{C1242729-47F3-E5E0-9E83-D2514F47A91D}"/>
              </a:ext>
            </a:extLst>
          </p:cNvPr>
          <p:cNvCxnSpPr/>
          <p:nvPr/>
        </p:nvCxnSpPr>
        <p:spPr>
          <a:xfrm>
            <a:off x="627001" y="5198845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z00_grid_v_0">
            <a:extLst>
              <a:ext uri="{FF2B5EF4-FFF2-40B4-BE49-F238E27FC236}">
                <a16:creationId xmlns:a16="http://schemas.microsoft.com/office/drawing/2014/main" id="{CD98AB76-C48C-E237-3546-D8DEEE647282}"/>
              </a:ext>
            </a:extLst>
          </p:cNvPr>
          <p:cNvCxnSpPr/>
          <p:nvPr/>
        </p:nvCxnSpPr>
        <p:spPr>
          <a:xfrm>
            <a:off x="3330945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z00_grid_v_1">
            <a:extLst>
              <a:ext uri="{FF2B5EF4-FFF2-40B4-BE49-F238E27FC236}">
                <a16:creationId xmlns:a16="http://schemas.microsoft.com/office/drawing/2014/main" id="{D735429C-939B-E682-A123-D0A9CA009911}"/>
              </a:ext>
            </a:extLst>
          </p:cNvPr>
          <p:cNvCxnSpPr/>
          <p:nvPr/>
        </p:nvCxnSpPr>
        <p:spPr>
          <a:xfrm>
            <a:off x="5838951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z00_grid_v_2">
            <a:extLst>
              <a:ext uri="{FF2B5EF4-FFF2-40B4-BE49-F238E27FC236}">
                <a16:creationId xmlns:a16="http://schemas.microsoft.com/office/drawing/2014/main" id="{2A9A221E-68F4-33C3-BE7F-F4A4075D64E2}"/>
              </a:ext>
            </a:extLst>
          </p:cNvPr>
          <p:cNvCxnSpPr/>
          <p:nvPr/>
        </p:nvCxnSpPr>
        <p:spPr>
          <a:xfrm>
            <a:off x="9857856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header_title">
            <a:extLst>
              <a:ext uri="{FF2B5EF4-FFF2-40B4-BE49-F238E27FC236}">
                <a16:creationId xmlns:a16="http://schemas.microsoft.com/office/drawing/2014/main" id="{4C51FE86-874D-F892-E57D-7B36C10A2728}"/>
              </a:ext>
            </a:extLst>
          </p:cNvPr>
          <p:cNvSpPr txBox="1"/>
          <p:nvPr/>
        </p:nvSpPr>
        <p:spPr>
          <a:xfrm>
            <a:off x="592168" y="401253"/>
            <a:ext cx="714085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2774" b="1">
                <a:solidFill>
                  <a:srgbClr val="111827"/>
                </a:solidFill>
                <a:latin typeface="Aptos" panose="020B0004020202020204" pitchFamily="34" charset="0"/>
              </a:rPr>
              <a:t>MDPR Deterministic Presentation Pipeline</a:t>
            </a:r>
            <a:endParaRPr lang="ko-KR" altLang="en-US" sz="2774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" name="header_subtitle">
            <a:extLst>
              <a:ext uri="{FF2B5EF4-FFF2-40B4-BE49-F238E27FC236}">
                <a16:creationId xmlns:a16="http://schemas.microsoft.com/office/drawing/2014/main" id="{9E25A9BF-367E-3B87-056D-B3206391EBB2}"/>
              </a:ext>
            </a:extLst>
          </p:cNvPr>
          <p:cNvSpPr txBox="1"/>
          <p:nvPr/>
        </p:nvSpPr>
        <p:spPr>
          <a:xfrm>
            <a:off x="592168" y="785061"/>
            <a:ext cx="1018877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>
                <a:solidFill>
                  <a:srgbClr val="64748B"/>
                </a:solidFill>
                <a:latin typeface="Aptos" panose="020B0004020202020204" pitchFamily="34" charset="0"/>
              </a:rPr>
              <a:t>Markdown becomes coherent PPTX/HTML/PDF through MDPR rules; mdpr-skill can add compact reasoning hints but never owns final design.</a:t>
            </a:r>
            <a:endParaRPr lang="ko-KR" altLang="en-US" sz="124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9" name="zone_content_panel">
            <a:extLst>
              <a:ext uri="{FF2B5EF4-FFF2-40B4-BE49-F238E27FC236}">
                <a16:creationId xmlns:a16="http://schemas.microsoft.com/office/drawing/2014/main" id="{75EEA66F-E4A7-5491-4469-1CB5FBEF3FD6}"/>
              </a:ext>
            </a:extLst>
          </p:cNvPr>
          <p:cNvSpPr/>
          <p:nvPr/>
        </p:nvSpPr>
        <p:spPr>
          <a:xfrm>
            <a:off x="783752" y="1308434"/>
            <a:ext cx="2438339" cy="3750845"/>
          </a:xfrm>
          <a:prstGeom prst="roundRect">
            <a:avLst>
              <a:gd name="adj" fmla="val 5714"/>
            </a:avLst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zone_content_title">
            <a:extLst>
              <a:ext uri="{FF2B5EF4-FFF2-40B4-BE49-F238E27FC236}">
                <a16:creationId xmlns:a16="http://schemas.microsoft.com/office/drawing/2014/main" id="{640544BA-6E3B-8271-B442-75F93DF83507}"/>
              </a:ext>
            </a:extLst>
          </p:cNvPr>
          <p:cNvSpPr txBox="1"/>
          <p:nvPr/>
        </p:nvSpPr>
        <p:spPr>
          <a:xfrm>
            <a:off x="992752" y="1517784"/>
            <a:ext cx="2020338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334155"/>
                </a:solidFill>
                <a:latin typeface="Aptos" panose="020B0004020202020204" pitchFamily="34" charset="0"/>
              </a:rPr>
              <a:t>1. Content Contract</a:t>
            </a:r>
            <a:endParaRPr lang="ko-KR" altLang="en-US" sz="146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1" name="zone_content_subtitle">
            <a:extLst>
              <a:ext uri="{FF2B5EF4-FFF2-40B4-BE49-F238E27FC236}">
                <a16:creationId xmlns:a16="http://schemas.microsoft.com/office/drawing/2014/main" id="{73FF655D-C4A6-920A-D913-642793AA6FA7}"/>
              </a:ext>
            </a:extLst>
          </p:cNvPr>
          <p:cNvSpPr txBox="1"/>
          <p:nvPr/>
        </p:nvSpPr>
        <p:spPr>
          <a:xfrm>
            <a:off x="992752" y="1814362"/>
            <a:ext cx="2020338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semantic structure only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2" name="zone_reasoning_panel">
            <a:extLst>
              <a:ext uri="{FF2B5EF4-FFF2-40B4-BE49-F238E27FC236}">
                <a16:creationId xmlns:a16="http://schemas.microsoft.com/office/drawing/2014/main" id="{5D37F165-68D0-FBC7-645E-AD4C86297C4B}"/>
              </a:ext>
            </a:extLst>
          </p:cNvPr>
          <p:cNvSpPr/>
          <p:nvPr/>
        </p:nvSpPr>
        <p:spPr>
          <a:xfrm>
            <a:off x="3439800" y="1308434"/>
            <a:ext cx="2351255" cy="3750845"/>
          </a:xfrm>
          <a:prstGeom prst="roundRect">
            <a:avLst>
              <a:gd name="adj" fmla="val 5926"/>
            </a:avLst>
          </a:prstGeom>
          <a:solidFill>
            <a:srgbClr val="FFF3DE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zone_reasoning_title">
            <a:extLst>
              <a:ext uri="{FF2B5EF4-FFF2-40B4-BE49-F238E27FC236}">
                <a16:creationId xmlns:a16="http://schemas.microsoft.com/office/drawing/2014/main" id="{2E8AFBF9-D906-E35C-D302-3364A6F73A87}"/>
              </a:ext>
            </a:extLst>
          </p:cNvPr>
          <p:cNvSpPr txBox="1"/>
          <p:nvPr/>
        </p:nvSpPr>
        <p:spPr>
          <a:xfrm>
            <a:off x="3648800" y="1517784"/>
            <a:ext cx="193325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8B4E16"/>
                </a:solidFill>
                <a:latin typeface="Aptos" panose="020B0004020202020204" pitchFamily="34" charset="0"/>
              </a:rPr>
              <a:t>2. Agent Hints</a:t>
            </a:r>
            <a:endParaRPr lang="ko-KR" altLang="en-US" sz="1460" b="1">
              <a:solidFill>
                <a:srgbClr val="8B4E16"/>
              </a:solidFill>
              <a:latin typeface="Aptos" panose="020B0004020202020204" pitchFamily="34" charset="0"/>
            </a:endParaRPr>
          </a:p>
        </p:txBody>
      </p:sp>
      <p:sp>
        <p:nvSpPr>
          <p:cNvPr id="14" name="zone_reasoning_subtitle">
            <a:extLst>
              <a:ext uri="{FF2B5EF4-FFF2-40B4-BE49-F238E27FC236}">
                <a16:creationId xmlns:a16="http://schemas.microsoft.com/office/drawing/2014/main" id="{390FF551-A831-969F-3478-10EB587D16FD}"/>
              </a:ext>
            </a:extLst>
          </p:cNvPr>
          <p:cNvSpPr txBox="1"/>
          <p:nvPr/>
        </p:nvSpPr>
        <p:spPr>
          <a:xfrm>
            <a:off x="3648800" y="1814362"/>
            <a:ext cx="193325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small optional tags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5" name="zone_rules_panel">
            <a:extLst>
              <a:ext uri="{FF2B5EF4-FFF2-40B4-BE49-F238E27FC236}">
                <a16:creationId xmlns:a16="http://schemas.microsoft.com/office/drawing/2014/main" id="{5DC147B4-44CF-275F-33D4-53DFC7E52571}"/>
              </a:ext>
            </a:extLst>
          </p:cNvPr>
          <p:cNvSpPr/>
          <p:nvPr/>
        </p:nvSpPr>
        <p:spPr>
          <a:xfrm>
            <a:off x="5886847" y="1308434"/>
            <a:ext cx="3901343" cy="3750845"/>
          </a:xfrm>
          <a:prstGeom prst="roundRect">
            <a:avLst>
              <a:gd name="adj" fmla="val 3715"/>
            </a:avLst>
          </a:prstGeom>
          <a:solidFill>
            <a:srgbClr val="EAF7F3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zone_rules_title">
            <a:extLst>
              <a:ext uri="{FF2B5EF4-FFF2-40B4-BE49-F238E27FC236}">
                <a16:creationId xmlns:a16="http://schemas.microsoft.com/office/drawing/2014/main" id="{2C69B890-D636-362A-A71C-6B09CE8A021E}"/>
              </a:ext>
            </a:extLst>
          </p:cNvPr>
          <p:cNvSpPr txBox="1"/>
          <p:nvPr/>
        </p:nvSpPr>
        <p:spPr>
          <a:xfrm>
            <a:off x="6095848" y="1517784"/>
            <a:ext cx="3483342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115E59"/>
                </a:solidFill>
                <a:latin typeface="Aptos" panose="020B0004020202020204" pitchFamily="34" charset="0"/>
              </a:rPr>
              <a:t>3. MDPR Design Rules</a:t>
            </a:r>
            <a:endParaRPr lang="ko-KR" altLang="en-US" sz="1460" b="1">
              <a:solidFill>
                <a:srgbClr val="115E59"/>
              </a:solidFill>
              <a:latin typeface="Aptos" panose="020B0004020202020204" pitchFamily="34" charset="0"/>
            </a:endParaRPr>
          </a:p>
        </p:txBody>
      </p:sp>
      <p:sp>
        <p:nvSpPr>
          <p:cNvPr id="17" name="zone_rules_subtitle">
            <a:extLst>
              <a:ext uri="{FF2B5EF4-FFF2-40B4-BE49-F238E27FC236}">
                <a16:creationId xmlns:a16="http://schemas.microsoft.com/office/drawing/2014/main" id="{CA96A8E5-402D-9D32-B3F0-9AEDF4406A42}"/>
              </a:ext>
            </a:extLst>
          </p:cNvPr>
          <p:cNvSpPr txBox="1"/>
          <p:nvPr/>
        </p:nvSpPr>
        <p:spPr>
          <a:xfrm>
            <a:off x="6095848" y="1814362"/>
            <a:ext cx="3483342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final visual choices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8" name="zone_outputs_panel">
            <a:extLst>
              <a:ext uri="{FF2B5EF4-FFF2-40B4-BE49-F238E27FC236}">
                <a16:creationId xmlns:a16="http://schemas.microsoft.com/office/drawing/2014/main" id="{8A9D16F1-C697-BB34-68EB-844CEFEDB228}"/>
              </a:ext>
            </a:extLst>
          </p:cNvPr>
          <p:cNvSpPr/>
          <p:nvPr/>
        </p:nvSpPr>
        <p:spPr>
          <a:xfrm>
            <a:off x="9927523" y="1308434"/>
            <a:ext cx="2002922" cy="3750845"/>
          </a:xfrm>
          <a:prstGeom prst="roundRect">
            <a:avLst>
              <a:gd name="adj" fmla="val 6957"/>
            </a:avLst>
          </a:prstGeom>
          <a:solidFill>
            <a:srgbClr val="F1F0FA"/>
          </a:solidFill>
          <a:ln w="12627">
            <a:solidFill>
              <a:srgbClr val="B8B5E6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zone_outputs_title">
            <a:extLst>
              <a:ext uri="{FF2B5EF4-FFF2-40B4-BE49-F238E27FC236}">
                <a16:creationId xmlns:a16="http://schemas.microsoft.com/office/drawing/2014/main" id="{95A3574E-0AC8-8874-A8CC-E1EC874D40E4}"/>
              </a:ext>
            </a:extLst>
          </p:cNvPr>
          <p:cNvSpPr txBox="1"/>
          <p:nvPr/>
        </p:nvSpPr>
        <p:spPr>
          <a:xfrm>
            <a:off x="10136524" y="1517784"/>
            <a:ext cx="1584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4338CA"/>
                </a:solidFill>
                <a:latin typeface="Aptos" panose="020B0004020202020204" pitchFamily="34" charset="0"/>
              </a:rPr>
              <a:t>4. Outputs</a:t>
            </a:r>
            <a:endParaRPr lang="ko-KR" altLang="en-US" sz="1460" b="1">
              <a:solidFill>
                <a:srgbClr val="4338CA"/>
              </a:solidFill>
              <a:latin typeface="Aptos" panose="020B0004020202020204" pitchFamily="34" charset="0"/>
            </a:endParaRPr>
          </a:p>
        </p:txBody>
      </p:sp>
      <p:sp>
        <p:nvSpPr>
          <p:cNvPr id="20" name="zone_outputs_subtitle">
            <a:extLst>
              <a:ext uri="{FF2B5EF4-FFF2-40B4-BE49-F238E27FC236}">
                <a16:creationId xmlns:a16="http://schemas.microsoft.com/office/drawing/2014/main" id="{602DB773-F867-3E8C-3DC2-48B0C3578659}"/>
              </a:ext>
            </a:extLst>
          </p:cNvPr>
          <p:cNvSpPr txBox="1"/>
          <p:nvPr/>
        </p:nvSpPr>
        <p:spPr>
          <a:xfrm>
            <a:off x="10136524" y="1814362"/>
            <a:ext cx="1584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PPTX, HTML, PDF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cxnSp>
        <p:nvCxnSpPr>
          <p:cNvPr id="21" name="main_start_markdown">
            <a:extLst>
              <a:ext uri="{FF2B5EF4-FFF2-40B4-BE49-F238E27FC236}">
                <a16:creationId xmlns:a16="http://schemas.microsoft.com/office/drawing/2014/main" id="{BE098F49-6C65-1B39-FC1D-23F74E08BE85}"/>
              </a:ext>
            </a:extLst>
          </p:cNvPr>
          <p:cNvCxnSpPr/>
          <p:nvPr/>
        </p:nvCxnSpPr>
        <p:spPr>
          <a:xfrm>
            <a:off x="2002921" y="2477302"/>
            <a:ext cx="0" cy="20935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main_markdown_splitter">
            <a:extLst>
              <a:ext uri="{FF2B5EF4-FFF2-40B4-BE49-F238E27FC236}">
                <a16:creationId xmlns:a16="http://schemas.microsoft.com/office/drawing/2014/main" id="{8F2D7F3E-DB2C-E21C-2F44-E549D11A13C1}"/>
              </a:ext>
            </a:extLst>
          </p:cNvPr>
          <p:cNvCxnSpPr/>
          <p:nvPr/>
        </p:nvCxnSpPr>
        <p:spPr>
          <a:xfrm>
            <a:off x="2002921" y="3628724"/>
            <a:ext cx="0" cy="279133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main_splitter_ir_seg_1">
            <a:extLst>
              <a:ext uri="{FF2B5EF4-FFF2-40B4-BE49-F238E27FC236}">
                <a16:creationId xmlns:a16="http://schemas.microsoft.com/office/drawing/2014/main" id="{518563CB-B296-4D23-D9E1-D44B5BCF2B31}"/>
              </a:ext>
            </a:extLst>
          </p:cNvPr>
          <p:cNvCxnSpPr/>
          <p:nvPr/>
        </p:nvCxnSpPr>
        <p:spPr>
          <a:xfrm>
            <a:off x="2995674" y="4396339"/>
            <a:ext cx="330917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main_splitter_ir_seg_2">
            <a:extLst>
              <a:ext uri="{FF2B5EF4-FFF2-40B4-BE49-F238E27FC236}">
                <a16:creationId xmlns:a16="http://schemas.microsoft.com/office/drawing/2014/main" id="{F19E6A70-7BA0-EFF4-F21F-E3EF54128623}"/>
              </a:ext>
            </a:extLst>
          </p:cNvPr>
          <p:cNvCxnSpPr/>
          <p:nvPr/>
        </p:nvCxnSpPr>
        <p:spPr>
          <a:xfrm flipV="1">
            <a:off x="3326591" y="2534001"/>
            <a:ext cx="0" cy="1862338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main_splitter_ir_seg_3">
            <a:extLst>
              <a:ext uri="{FF2B5EF4-FFF2-40B4-BE49-F238E27FC236}">
                <a16:creationId xmlns:a16="http://schemas.microsoft.com/office/drawing/2014/main" id="{0C193FA0-5D31-C9BE-1DC7-B6610CA155EA}"/>
              </a:ext>
            </a:extLst>
          </p:cNvPr>
          <p:cNvCxnSpPr/>
          <p:nvPr/>
        </p:nvCxnSpPr>
        <p:spPr>
          <a:xfrm>
            <a:off x="3326591" y="2534001"/>
            <a:ext cx="330918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hint_ir_reasoning">
            <a:extLst>
              <a:ext uri="{FF2B5EF4-FFF2-40B4-BE49-F238E27FC236}">
                <a16:creationId xmlns:a16="http://schemas.microsoft.com/office/drawing/2014/main" id="{31165C7E-7DE6-2A55-6D97-F6CA1F6BBF4C}"/>
              </a:ext>
            </a:extLst>
          </p:cNvPr>
          <p:cNvCxnSpPr/>
          <p:nvPr/>
        </p:nvCxnSpPr>
        <p:spPr>
          <a:xfrm>
            <a:off x="4615428" y="2991953"/>
            <a:ext cx="0" cy="497205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main_ir_rules">
            <a:extLst>
              <a:ext uri="{FF2B5EF4-FFF2-40B4-BE49-F238E27FC236}">
                <a16:creationId xmlns:a16="http://schemas.microsoft.com/office/drawing/2014/main" id="{08A2700A-7A1E-BA07-98AC-FFA36777F390}"/>
              </a:ext>
            </a:extLst>
          </p:cNvPr>
          <p:cNvCxnSpPr/>
          <p:nvPr/>
        </p:nvCxnSpPr>
        <p:spPr>
          <a:xfrm>
            <a:off x="5573346" y="2534001"/>
            <a:ext cx="653127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hint_reasoning_rules_seg_1">
            <a:extLst>
              <a:ext uri="{FF2B5EF4-FFF2-40B4-BE49-F238E27FC236}">
                <a16:creationId xmlns:a16="http://schemas.microsoft.com/office/drawing/2014/main" id="{D870A03F-0DC9-DBFB-C34F-39E57DE6686A}"/>
              </a:ext>
            </a:extLst>
          </p:cNvPr>
          <p:cNvCxnSpPr/>
          <p:nvPr/>
        </p:nvCxnSpPr>
        <p:spPr>
          <a:xfrm>
            <a:off x="5573346" y="4186989"/>
            <a:ext cx="330918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hint_reasoning_rules_seg_2">
            <a:extLst>
              <a:ext uri="{FF2B5EF4-FFF2-40B4-BE49-F238E27FC236}">
                <a16:creationId xmlns:a16="http://schemas.microsoft.com/office/drawing/2014/main" id="{6CE08CD6-1C73-2448-5A5E-62DB6BE6F54A}"/>
              </a:ext>
            </a:extLst>
          </p:cNvPr>
          <p:cNvCxnSpPr/>
          <p:nvPr/>
        </p:nvCxnSpPr>
        <p:spPr>
          <a:xfrm flipV="1">
            <a:off x="5904264" y="3453394"/>
            <a:ext cx="0" cy="733595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hint_reasoning_rules_seg_3">
            <a:extLst>
              <a:ext uri="{FF2B5EF4-FFF2-40B4-BE49-F238E27FC236}">
                <a16:creationId xmlns:a16="http://schemas.microsoft.com/office/drawing/2014/main" id="{E16F1DAA-DB21-DA9F-CF74-97280EA92CDC}"/>
              </a:ext>
            </a:extLst>
          </p:cNvPr>
          <p:cNvCxnSpPr/>
          <p:nvPr/>
        </p:nvCxnSpPr>
        <p:spPr>
          <a:xfrm>
            <a:off x="5904264" y="3453394"/>
            <a:ext cx="156750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ule_features_recipes">
            <a:extLst>
              <a:ext uri="{FF2B5EF4-FFF2-40B4-BE49-F238E27FC236}">
                <a16:creationId xmlns:a16="http://schemas.microsoft.com/office/drawing/2014/main" id="{405DA145-DA31-D5E3-5621-8F4CF285FD27}"/>
              </a:ext>
            </a:extLst>
          </p:cNvPr>
          <p:cNvCxnSpPr/>
          <p:nvPr/>
        </p:nvCxnSpPr>
        <p:spPr>
          <a:xfrm>
            <a:off x="7140850" y="3497881"/>
            <a:ext cx="156750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ule_recipes_theme">
            <a:extLst>
              <a:ext uri="{FF2B5EF4-FFF2-40B4-BE49-F238E27FC236}">
                <a16:creationId xmlns:a16="http://schemas.microsoft.com/office/drawing/2014/main" id="{9012AB0E-311C-48E0-5F15-DCC1540050F9}"/>
              </a:ext>
            </a:extLst>
          </p:cNvPr>
          <p:cNvCxnSpPr/>
          <p:nvPr/>
        </p:nvCxnSpPr>
        <p:spPr>
          <a:xfrm>
            <a:off x="8377436" y="3497881"/>
            <a:ext cx="156751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ule_features_compose">
            <a:extLst>
              <a:ext uri="{FF2B5EF4-FFF2-40B4-BE49-F238E27FC236}">
                <a16:creationId xmlns:a16="http://schemas.microsoft.com/office/drawing/2014/main" id="{E780197E-0C5F-ED5B-6034-5EE9ABE23CA1}"/>
              </a:ext>
            </a:extLst>
          </p:cNvPr>
          <p:cNvCxnSpPr/>
          <p:nvPr/>
        </p:nvCxnSpPr>
        <p:spPr>
          <a:xfrm>
            <a:off x="6600932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ule_recipes_objects">
            <a:extLst>
              <a:ext uri="{FF2B5EF4-FFF2-40B4-BE49-F238E27FC236}">
                <a16:creationId xmlns:a16="http://schemas.microsoft.com/office/drawing/2014/main" id="{3F5F4C82-4452-CA24-5660-CC659046207F}"/>
              </a:ext>
            </a:extLst>
          </p:cNvPr>
          <p:cNvCxnSpPr/>
          <p:nvPr/>
        </p:nvCxnSpPr>
        <p:spPr>
          <a:xfrm>
            <a:off x="7837519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ule_theme_decorate">
            <a:extLst>
              <a:ext uri="{FF2B5EF4-FFF2-40B4-BE49-F238E27FC236}">
                <a16:creationId xmlns:a16="http://schemas.microsoft.com/office/drawing/2014/main" id="{25D9A7F8-B790-C633-326D-FE0106E57E9F}"/>
              </a:ext>
            </a:extLst>
          </p:cNvPr>
          <p:cNvCxnSpPr/>
          <p:nvPr/>
        </p:nvCxnSpPr>
        <p:spPr>
          <a:xfrm>
            <a:off x="9074104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ule_compose_objects">
            <a:extLst>
              <a:ext uri="{FF2B5EF4-FFF2-40B4-BE49-F238E27FC236}">
                <a16:creationId xmlns:a16="http://schemas.microsoft.com/office/drawing/2014/main" id="{3B9D0AAA-ADED-605B-969D-65FB50CDDAF6}"/>
              </a:ext>
            </a:extLst>
          </p:cNvPr>
          <p:cNvCxnSpPr/>
          <p:nvPr/>
        </p:nvCxnSpPr>
        <p:spPr>
          <a:xfrm>
            <a:off x="7140850" y="4492291"/>
            <a:ext cx="156750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ule_objects_decorate">
            <a:extLst>
              <a:ext uri="{FF2B5EF4-FFF2-40B4-BE49-F238E27FC236}">
                <a16:creationId xmlns:a16="http://schemas.microsoft.com/office/drawing/2014/main" id="{041CB320-92D6-E0DE-5D04-6A2C89286D70}"/>
              </a:ext>
            </a:extLst>
          </p:cNvPr>
          <p:cNvCxnSpPr/>
          <p:nvPr/>
        </p:nvCxnSpPr>
        <p:spPr>
          <a:xfrm>
            <a:off x="8377436" y="4492291"/>
            <a:ext cx="156751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main_rules_styled_ir">
            <a:extLst>
              <a:ext uri="{FF2B5EF4-FFF2-40B4-BE49-F238E27FC236}">
                <a16:creationId xmlns:a16="http://schemas.microsoft.com/office/drawing/2014/main" id="{5066A30E-0AFC-A47B-A343-E10C37FB095B}"/>
              </a:ext>
            </a:extLst>
          </p:cNvPr>
          <p:cNvCxnSpPr/>
          <p:nvPr/>
        </p:nvCxnSpPr>
        <p:spPr>
          <a:xfrm>
            <a:off x="9448564" y="2534001"/>
            <a:ext cx="627002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main_styled_renderers">
            <a:extLst>
              <a:ext uri="{FF2B5EF4-FFF2-40B4-BE49-F238E27FC236}">
                <a16:creationId xmlns:a16="http://schemas.microsoft.com/office/drawing/2014/main" id="{4FE5F9B3-97B0-D5DE-5DA9-B64DD22B0F63}"/>
              </a:ext>
            </a:extLst>
          </p:cNvPr>
          <p:cNvCxnSpPr/>
          <p:nvPr/>
        </p:nvCxnSpPr>
        <p:spPr>
          <a:xfrm>
            <a:off x="10928984" y="2991953"/>
            <a:ext cx="0" cy="409976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validation_loop">
            <a:extLst>
              <a:ext uri="{FF2B5EF4-FFF2-40B4-BE49-F238E27FC236}">
                <a16:creationId xmlns:a16="http://schemas.microsoft.com/office/drawing/2014/main" id="{7FCD7A21-57EA-4BBC-70B6-29A60D041E45}"/>
              </a:ext>
            </a:extLst>
          </p:cNvPr>
          <p:cNvCxnSpPr/>
          <p:nvPr/>
        </p:nvCxnSpPr>
        <p:spPr>
          <a:xfrm>
            <a:off x="10928984" y="4317833"/>
            <a:ext cx="0" cy="95952"/>
          </a:xfrm>
          <a:prstGeom prst="line">
            <a:avLst/>
          </a:prstGeom>
          <a:ln w="23749">
            <a:solidFill>
              <a:srgbClr val="BE123C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source_chip">
            <a:extLst>
              <a:ext uri="{FF2B5EF4-FFF2-40B4-BE49-F238E27FC236}">
                <a16:creationId xmlns:a16="http://schemas.microsoft.com/office/drawing/2014/main" id="{314D7DCB-BF33-D4C1-BB8F-F682DB4F5B9F}"/>
              </a:ext>
            </a:extLst>
          </p:cNvPr>
          <p:cNvSpPr/>
          <p:nvPr/>
        </p:nvSpPr>
        <p:spPr>
          <a:xfrm>
            <a:off x="1654587" y="2163278"/>
            <a:ext cx="696669" cy="314024"/>
          </a:xfrm>
          <a:prstGeom prst="roundRect">
            <a:avLst>
              <a:gd name="adj" fmla="val 44370"/>
            </a:avLst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334155"/>
                </a:solidFill>
                <a:latin typeface="Aptos" panose="020B0004020202020204" pitchFamily="34" charset="0"/>
              </a:rPr>
              <a:t>source</a:t>
            </a:r>
            <a:endParaRPr lang="ko-KR" altLang="en-US" sz="98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42" name="markdown_card">
            <a:extLst>
              <a:ext uri="{FF2B5EF4-FFF2-40B4-BE49-F238E27FC236}">
                <a16:creationId xmlns:a16="http://schemas.microsoft.com/office/drawing/2014/main" id="{18948A2B-8876-1421-0FEF-1FD9531C1592}"/>
              </a:ext>
            </a:extLst>
          </p:cNvPr>
          <p:cNvSpPr/>
          <p:nvPr/>
        </p:nvSpPr>
        <p:spPr>
          <a:xfrm>
            <a:off x="1010169" y="2686652"/>
            <a:ext cx="1985505" cy="942072"/>
          </a:xfrm>
          <a:prstGeom prst="roundRect">
            <a:avLst>
              <a:gd name="adj" fmla="val 14790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markdown_icon_dot">
            <a:extLst>
              <a:ext uri="{FF2B5EF4-FFF2-40B4-BE49-F238E27FC236}">
                <a16:creationId xmlns:a16="http://schemas.microsoft.com/office/drawing/2014/main" id="{CBFFAE66-1771-B624-EFC8-9644E233E263}"/>
              </a:ext>
            </a:extLst>
          </p:cNvPr>
          <p:cNvSpPr/>
          <p:nvPr/>
        </p:nvSpPr>
        <p:spPr>
          <a:xfrm>
            <a:off x="1179982" y="2909085"/>
            <a:ext cx="217709" cy="218073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M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4" name="markdown_title">
            <a:extLst>
              <a:ext uri="{FF2B5EF4-FFF2-40B4-BE49-F238E27FC236}">
                <a16:creationId xmlns:a16="http://schemas.microsoft.com/office/drawing/2014/main" id="{041FDD08-8A1F-9D01-0AA1-DED0B5A502B3}"/>
              </a:ext>
            </a:extLst>
          </p:cNvPr>
          <p:cNvSpPr txBox="1"/>
          <p:nvPr/>
        </p:nvSpPr>
        <p:spPr>
          <a:xfrm>
            <a:off x="1515254" y="2904724"/>
            <a:ext cx="135850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Markdown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45" name="markdown_line_0">
            <a:extLst>
              <a:ext uri="{FF2B5EF4-FFF2-40B4-BE49-F238E27FC236}">
                <a16:creationId xmlns:a16="http://schemas.microsoft.com/office/drawing/2014/main" id="{BC7EA232-39CE-A7B1-6C27-ADC13AC4B9BF}"/>
              </a:ext>
            </a:extLst>
          </p:cNvPr>
          <p:cNvSpPr txBox="1"/>
          <p:nvPr/>
        </p:nvSpPr>
        <p:spPr>
          <a:xfrm>
            <a:off x="1297545" y="3244917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headings, tables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6" name="markdown_line_1">
            <a:extLst>
              <a:ext uri="{FF2B5EF4-FFF2-40B4-BE49-F238E27FC236}">
                <a16:creationId xmlns:a16="http://schemas.microsoft.com/office/drawing/2014/main" id="{333033B6-74C6-8390-BCD7-F5B95464B7FE}"/>
              </a:ext>
            </a:extLst>
          </p:cNvPr>
          <p:cNvSpPr txBox="1"/>
          <p:nvPr/>
        </p:nvSpPr>
        <p:spPr>
          <a:xfrm>
            <a:off x="1297545" y="3410652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charts and images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7" name="splitter_card">
            <a:extLst>
              <a:ext uri="{FF2B5EF4-FFF2-40B4-BE49-F238E27FC236}">
                <a16:creationId xmlns:a16="http://schemas.microsoft.com/office/drawing/2014/main" id="{5737A75C-5B33-B0D6-1AD2-255877BC452D}"/>
              </a:ext>
            </a:extLst>
          </p:cNvPr>
          <p:cNvSpPr/>
          <p:nvPr/>
        </p:nvSpPr>
        <p:spPr>
          <a:xfrm>
            <a:off x="1010169" y="3907857"/>
            <a:ext cx="1985505" cy="976964"/>
          </a:xfrm>
          <a:prstGeom prst="roundRect">
            <a:avLst>
              <a:gd name="adj" fmla="val 14262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plitter_icon_dot">
            <a:extLst>
              <a:ext uri="{FF2B5EF4-FFF2-40B4-BE49-F238E27FC236}">
                <a16:creationId xmlns:a16="http://schemas.microsoft.com/office/drawing/2014/main" id="{3D6502D2-D524-327D-6C97-2BA86A4DEF9C}"/>
              </a:ext>
            </a:extLst>
          </p:cNvPr>
          <p:cNvSpPr/>
          <p:nvPr/>
        </p:nvSpPr>
        <p:spPr>
          <a:xfrm>
            <a:off x="1179982" y="4130291"/>
            <a:ext cx="217709" cy="218072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9" name="splitter_title">
            <a:extLst>
              <a:ext uri="{FF2B5EF4-FFF2-40B4-BE49-F238E27FC236}">
                <a16:creationId xmlns:a16="http://schemas.microsoft.com/office/drawing/2014/main" id="{82472CD3-442F-AD28-E51F-0F95EA972029}"/>
              </a:ext>
            </a:extLst>
          </p:cNvPr>
          <p:cNvSpPr txBox="1"/>
          <p:nvPr/>
        </p:nvSpPr>
        <p:spPr>
          <a:xfrm>
            <a:off x="1515254" y="4125929"/>
            <a:ext cx="135850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MDPR Splitter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0" name="splitter_line_0">
            <a:extLst>
              <a:ext uri="{FF2B5EF4-FFF2-40B4-BE49-F238E27FC236}">
                <a16:creationId xmlns:a16="http://schemas.microsoft.com/office/drawing/2014/main" id="{D3B8F10B-45D8-62C5-A053-A363421EBAA2}"/>
              </a:ext>
            </a:extLst>
          </p:cNvPr>
          <p:cNvSpPr txBox="1"/>
          <p:nvPr/>
        </p:nvSpPr>
        <p:spPr>
          <a:xfrm>
            <a:off x="1297545" y="4466122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Pandoc or simple AST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1" name="splitter_line_1">
            <a:extLst>
              <a:ext uri="{FF2B5EF4-FFF2-40B4-BE49-F238E27FC236}">
                <a16:creationId xmlns:a16="http://schemas.microsoft.com/office/drawing/2014/main" id="{342E8040-1A68-7AF8-3AF0-5B67A511BFA6}"/>
              </a:ext>
            </a:extLst>
          </p:cNvPr>
          <p:cNvSpPr txBox="1"/>
          <p:nvPr/>
        </p:nvSpPr>
        <p:spPr>
          <a:xfrm>
            <a:off x="1297545" y="4631857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slide/object split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2" name="ir_core_card">
            <a:extLst>
              <a:ext uri="{FF2B5EF4-FFF2-40B4-BE49-F238E27FC236}">
                <a16:creationId xmlns:a16="http://schemas.microsoft.com/office/drawing/2014/main" id="{ECEF9804-BDC9-F948-F8C5-E334671EBF46}"/>
              </a:ext>
            </a:extLst>
          </p:cNvPr>
          <p:cNvSpPr/>
          <p:nvPr/>
        </p:nvSpPr>
        <p:spPr>
          <a:xfrm>
            <a:off x="3657509" y="2076049"/>
            <a:ext cx="1915838" cy="915904"/>
          </a:xfrm>
          <a:prstGeom prst="roundRect">
            <a:avLst>
              <a:gd name="adj" fmla="val 15213"/>
            </a:avLst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ir_core_icon_dot">
            <a:extLst>
              <a:ext uri="{FF2B5EF4-FFF2-40B4-BE49-F238E27FC236}">
                <a16:creationId xmlns:a16="http://schemas.microsoft.com/office/drawing/2014/main" id="{3CCF7644-A2AB-0958-DAF8-B7BA0B78BB6A}"/>
              </a:ext>
            </a:extLst>
          </p:cNvPr>
          <p:cNvSpPr/>
          <p:nvPr/>
        </p:nvSpPr>
        <p:spPr>
          <a:xfrm>
            <a:off x="3827321" y="2298483"/>
            <a:ext cx="217709" cy="218072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I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4" name="ir_core_title">
            <a:extLst>
              <a:ext uri="{FF2B5EF4-FFF2-40B4-BE49-F238E27FC236}">
                <a16:creationId xmlns:a16="http://schemas.microsoft.com/office/drawing/2014/main" id="{3F5B5399-3D3B-C7D4-4ADE-5C128D45B7C7}"/>
              </a:ext>
            </a:extLst>
          </p:cNvPr>
          <p:cNvSpPr txBox="1"/>
          <p:nvPr/>
        </p:nvSpPr>
        <p:spPr>
          <a:xfrm>
            <a:off x="4162593" y="2294121"/>
            <a:ext cx="1288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Slide Element IR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5" name="ir_core_line_0">
            <a:extLst>
              <a:ext uri="{FF2B5EF4-FFF2-40B4-BE49-F238E27FC236}">
                <a16:creationId xmlns:a16="http://schemas.microsoft.com/office/drawing/2014/main" id="{04D8043E-364A-9DB4-AB3B-9B5AB40989B2}"/>
              </a:ext>
            </a:extLst>
          </p:cNvPr>
          <p:cNvSpPr txBox="1"/>
          <p:nvPr/>
        </p:nvSpPr>
        <p:spPr>
          <a:xfrm>
            <a:off x="3944884" y="2634314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semantic blocks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6" name="ir_core_line_1">
            <a:extLst>
              <a:ext uri="{FF2B5EF4-FFF2-40B4-BE49-F238E27FC236}">
                <a16:creationId xmlns:a16="http://schemas.microsoft.com/office/drawing/2014/main" id="{E1C2B7BA-8714-0CB4-893B-414E0155ABB9}"/>
              </a:ext>
            </a:extLst>
          </p:cNvPr>
          <p:cNvSpPr txBox="1"/>
          <p:nvPr/>
        </p:nvSpPr>
        <p:spPr>
          <a:xfrm>
            <a:off x="3944884" y="2800049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graph kept whole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7" name="reasoning_card">
            <a:extLst>
              <a:ext uri="{FF2B5EF4-FFF2-40B4-BE49-F238E27FC236}">
                <a16:creationId xmlns:a16="http://schemas.microsoft.com/office/drawing/2014/main" id="{FE2C03E3-7DED-E1AF-A118-2C5452CB9009}"/>
              </a:ext>
            </a:extLst>
          </p:cNvPr>
          <p:cNvSpPr/>
          <p:nvPr/>
        </p:nvSpPr>
        <p:spPr>
          <a:xfrm>
            <a:off x="3657509" y="3489158"/>
            <a:ext cx="1915838" cy="1395663"/>
          </a:xfrm>
          <a:prstGeom prst="roundRect">
            <a:avLst>
              <a:gd name="adj" fmla="val 9983"/>
            </a:avLst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reasoning_icon_dot">
            <a:extLst>
              <a:ext uri="{FF2B5EF4-FFF2-40B4-BE49-F238E27FC236}">
                <a16:creationId xmlns:a16="http://schemas.microsoft.com/office/drawing/2014/main" id="{FB09F900-6553-C495-2A80-A0687DE7DD79}"/>
              </a:ext>
            </a:extLst>
          </p:cNvPr>
          <p:cNvSpPr/>
          <p:nvPr/>
        </p:nvSpPr>
        <p:spPr>
          <a:xfrm>
            <a:off x="3827321" y="3711592"/>
            <a:ext cx="217709" cy="218072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H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9" name="reasoning_title">
            <a:extLst>
              <a:ext uri="{FF2B5EF4-FFF2-40B4-BE49-F238E27FC236}">
                <a16:creationId xmlns:a16="http://schemas.microsoft.com/office/drawing/2014/main" id="{EC59884C-BEB3-9366-7467-5A35792A385F}"/>
              </a:ext>
            </a:extLst>
          </p:cNvPr>
          <p:cNvSpPr txBox="1"/>
          <p:nvPr/>
        </p:nvSpPr>
        <p:spPr>
          <a:xfrm>
            <a:off x="4162593" y="3707230"/>
            <a:ext cx="1288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Hint Packet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60" name="reasoning_line_0">
            <a:extLst>
              <a:ext uri="{FF2B5EF4-FFF2-40B4-BE49-F238E27FC236}">
                <a16:creationId xmlns:a16="http://schemas.microsoft.com/office/drawing/2014/main" id="{D5BB0B04-0574-7EE2-9251-B2022A06C5D0}"/>
              </a:ext>
            </a:extLst>
          </p:cNvPr>
          <p:cNvSpPr txBox="1"/>
          <p:nvPr/>
        </p:nvSpPr>
        <p:spPr>
          <a:xfrm>
            <a:off x="3944884" y="4047423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intent + importance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1" name="reasoning_guard">
            <a:extLst>
              <a:ext uri="{FF2B5EF4-FFF2-40B4-BE49-F238E27FC236}">
                <a16:creationId xmlns:a16="http://schemas.microsoft.com/office/drawing/2014/main" id="{CC933524-681C-F846-49DD-8A0471359A6A}"/>
              </a:ext>
            </a:extLst>
          </p:cNvPr>
          <p:cNvSpPr/>
          <p:nvPr/>
        </p:nvSpPr>
        <p:spPr>
          <a:xfrm>
            <a:off x="3901342" y="4309110"/>
            <a:ext cx="1428171" cy="314024"/>
          </a:xfrm>
          <a:prstGeom prst="roundRect">
            <a:avLst>
              <a:gd name="adj" fmla="val 44370"/>
            </a:avLst>
          </a:prstGeom>
          <a:solidFill>
            <a:srgbClr val="FFF7E6"/>
          </a:solidFill>
          <a:ln w="12627">
            <a:solidFill>
              <a:srgbClr val="E9B44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7C3D12"/>
                </a:solidFill>
                <a:latin typeface="Aptos" panose="020B0004020202020204" pitchFamily="34" charset="0"/>
              </a:rPr>
              <a:t>hints only</a:t>
            </a:r>
            <a:endParaRPr lang="ko-KR" altLang="en-US" sz="980" b="1">
              <a:solidFill>
                <a:srgbClr val="7C3D12"/>
              </a:solidFill>
              <a:latin typeface="Aptos" panose="020B0004020202020204" pitchFamily="34" charset="0"/>
            </a:endParaRPr>
          </a:p>
        </p:txBody>
      </p:sp>
      <p:sp>
        <p:nvSpPr>
          <p:cNvPr id="62" name="reasoning_limit">
            <a:extLst>
              <a:ext uri="{FF2B5EF4-FFF2-40B4-BE49-F238E27FC236}">
                <a16:creationId xmlns:a16="http://schemas.microsoft.com/office/drawing/2014/main" id="{EA214860-A4AD-1C70-8DE2-EAE0FD008087}"/>
              </a:ext>
            </a:extLst>
          </p:cNvPr>
          <p:cNvSpPr txBox="1"/>
          <p:nvPr/>
        </p:nvSpPr>
        <p:spPr>
          <a:xfrm>
            <a:off x="3875217" y="4570797"/>
            <a:ext cx="148042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64748B"/>
                </a:solidFill>
                <a:latin typeface="Aptos" panose="020B0004020202020204" pitchFamily="34" charset="0"/>
              </a:rPr>
              <a:t>no coords/styles</a:t>
            </a:r>
            <a:endParaRPr lang="ko-KR" altLang="en-US" sz="980" b="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63" name="rule_engine_card">
            <a:extLst>
              <a:ext uri="{FF2B5EF4-FFF2-40B4-BE49-F238E27FC236}">
                <a16:creationId xmlns:a16="http://schemas.microsoft.com/office/drawing/2014/main" id="{B41B3472-0DC2-75D4-6C92-53429434CF10}"/>
              </a:ext>
            </a:extLst>
          </p:cNvPr>
          <p:cNvSpPr/>
          <p:nvPr/>
        </p:nvSpPr>
        <p:spPr>
          <a:xfrm>
            <a:off x="6226473" y="2185085"/>
            <a:ext cx="3222091" cy="697832"/>
          </a:xfrm>
          <a:prstGeom prst="roundRect">
            <a:avLst>
              <a:gd name="adj" fmla="val 19967"/>
            </a:avLst>
          </a:prstGeom>
          <a:solidFill>
            <a:srgbClr val="DCFCE7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rule_engine_title">
            <a:extLst>
              <a:ext uri="{FF2B5EF4-FFF2-40B4-BE49-F238E27FC236}">
                <a16:creationId xmlns:a16="http://schemas.microsoft.com/office/drawing/2014/main" id="{3B1949F7-64DF-440A-6EF3-479B24198141}"/>
              </a:ext>
            </a:extLst>
          </p:cNvPr>
          <p:cNvSpPr txBox="1"/>
          <p:nvPr/>
        </p:nvSpPr>
        <p:spPr>
          <a:xfrm>
            <a:off x="6487723" y="2307206"/>
            <a:ext cx="269959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 b="1">
                <a:solidFill>
                  <a:srgbClr val="14532D"/>
                </a:solidFill>
                <a:latin typeface="Aptos" panose="020B0004020202020204" pitchFamily="34" charset="0"/>
              </a:rPr>
              <a:t>Rule Engine Boundary</a:t>
            </a:r>
            <a:endParaRPr lang="ko-KR" altLang="en-US" sz="1241" b="1">
              <a:solidFill>
                <a:srgbClr val="14532D"/>
              </a:solidFill>
              <a:latin typeface="Aptos" panose="020B0004020202020204" pitchFamily="34" charset="0"/>
            </a:endParaRPr>
          </a:p>
        </p:txBody>
      </p:sp>
      <p:sp>
        <p:nvSpPr>
          <p:cNvPr id="65" name="rule_engine_body">
            <a:extLst>
              <a:ext uri="{FF2B5EF4-FFF2-40B4-BE49-F238E27FC236}">
                <a16:creationId xmlns:a16="http://schemas.microsoft.com/office/drawing/2014/main" id="{8E314015-4209-7ACB-215B-28F56B23E1C8}"/>
              </a:ext>
            </a:extLst>
          </p:cNvPr>
          <p:cNvSpPr txBox="1"/>
          <p:nvPr/>
        </p:nvSpPr>
        <p:spPr>
          <a:xfrm>
            <a:off x="6487723" y="2577615"/>
            <a:ext cx="269959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022">
                <a:solidFill>
                  <a:srgbClr val="166534"/>
                </a:solidFill>
                <a:latin typeface="Aptos" panose="020B0004020202020204" pitchFamily="34" charset="0"/>
              </a:rPr>
              <a:t>recipes, colors, z-order</a:t>
            </a:r>
            <a:endParaRPr lang="ko-KR" altLang="en-US" sz="1022">
              <a:solidFill>
                <a:srgbClr val="166534"/>
              </a:solidFill>
              <a:latin typeface="Aptos" panose="020B0004020202020204" pitchFamily="34" charset="0"/>
            </a:endParaRPr>
          </a:p>
        </p:txBody>
      </p:sp>
      <p:sp>
        <p:nvSpPr>
          <p:cNvPr id="66" name="features_card">
            <a:extLst>
              <a:ext uri="{FF2B5EF4-FFF2-40B4-BE49-F238E27FC236}">
                <a16:creationId xmlns:a16="http://schemas.microsoft.com/office/drawing/2014/main" id="{14AD705A-519A-F959-9A54-671F43A6F1E5}"/>
              </a:ext>
            </a:extLst>
          </p:cNvPr>
          <p:cNvSpPr/>
          <p:nvPr/>
        </p:nvSpPr>
        <p:spPr>
          <a:xfrm>
            <a:off x="6061014" y="305301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features_icon_dot">
            <a:extLst>
              <a:ext uri="{FF2B5EF4-FFF2-40B4-BE49-F238E27FC236}">
                <a16:creationId xmlns:a16="http://schemas.microsoft.com/office/drawing/2014/main" id="{C805DACF-8E4F-B284-1F47-08D81B7836FD}"/>
              </a:ext>
            </a:extLst>
          </p:cNvPr>
          <p:cNvSpPr/>
          <p:nvPr/>
        </p:nvSpPr>
        <p:spPr>
          <a:xfrm>
            <a:off x="6182931" y="325364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F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8" name="features_title">
            <a:extLst>
              <a:ext uri="{FF2B5EF4-FFF2-40B4-BE49-F238E27FC236}">
                <a16:creationId xmlns:a16="http://schemas.microsoft.com/office/drawing/2014/main" id="{FB5BE84B-C940-0E08-F61A-539A5EED6DF7}"/>
              </a:ext>
            </a:extLst>
          </p:cNvPr>
          <p:cNvSpPr txBox="1"/>
          <p:nvPr/>
        </p:nvSpPr>
        <p:spPr>
          <a:xfrm>
            <a:off x="6452890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Features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69" name="features_line_0">
            <a:extLst>
              <a:ext uri="{FF2B5EF4-FFF2-40B4-BE49-F238E27FC236}">
                <a16:creationId xmlns:a16="http://schemas.microsoft.com/office/drawing/2014/main" id="{887B8254-3A01-2CA4-6662-BE9877AD4DC9}"/>
              </a:ext>
            </a:extLst>
          </p:cNvPr>
          <p:cNvSpPr txBox="1"/>
          <p:nvPr/>
        </p:nvSpPr>
        <p:spPr>
          <a:xfrm>
            <a:off x="6261306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density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0" name="features_line_1">
            <a:extLst>
              <a:ext uri="{FF2B5EF4-FFF2-40B4-BE49-F238E27FC236}">
                <a16:creationId xmlns:a16="http://schemas.microsoft.com/office/drawing/2014/main" id="{29DD07BA-4109-B369-84F1-60F1152DDFD6}"/>
              </a:ext>
            </a:extLst>
          </p:cNvPr>
          <p:cNvSpPr txBox="1"/>
          <p:nvPr/>
        </p:nvSpPr>
        <p:spPr>
          <a:xfrm>
            <a:off x="6261306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size risk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1" name="recipes_card">
            <a:extLst>
              <a:ext uri="{FF2B5EF4-FFF2-40B4-BE49-F238E27FC236}">
                <a16:creationId xmlns:a16="http://schemas.microsoft.com/office/drawing/2014/main" id="{ADFE3A65-8CD8-CD46-5CF2-C4429B502CF5}"/>
              </a:ext>
            </a:extLst>
          </p:cNvPr>
          <p:cNvSpPr/>
          <p:nvPr/>
        </p:nvSpPr>
        <p:spPr>
          <a:xfrm>
            <a:off x="7297600" y="305301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recipes_icon_dot">
            <a:extLst>
              <a:ext uri="{FF2B5EF4-FFF2-40B4-BE49-F238E27FC236}">
                <a16:creationId xmlns:a16="http://schemas.microsoft.com/office/drawing/2014/main" id="{8AF02895-5E87-0F7C-AC59-B425E1B220A8}"/>
              </a:ext>
            </a:extLst>
          </p:cNvPr>
          <p:cNvSpPr/>
          <p:nvPr/>
        </p:nvSpPr>
        <p:spPr>
          <a:xfrm>
            <a:off x="7419518" y="3253640"/>
            <a:ext cx="156750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3" name="recipes_title">
            <a:extLst>
              <a:ext uri="{FF2B5EF4-FFF2-40B4-BE49-F238E27FC236}">
                <a16:creationId xmlns:a16="http://schemas.microsoft.com/office/drawing/2014/main" id="{97155847-2409-2FE6-EF1C-DF7266D86255}"/>
              </a:ext>
            </a:extLst>
          </p:cNvPr>
          <p:cNvSpPr txBox="1"/>
          <p:nvPr/>
        </p:nvSpPr>
        <p:spPr>
          <a:xfrm>
            <a:off x="7689476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Recipes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74" name="recipes_line_0">
            <a:extLst>
              <a:ext uri="{FF2B5EF4-FFF2-40B4-BE49-F238E27FC236}">
                <a16:creationId xmlns:a16="http://schemas.microsoft.com/office/drawing/2014/main" id="{E32817B2-E8A8-5B54-77DE-0ED7FCB35036}"/>
              </a:ext>
            </a:extLst>
          </p:cNvPr>
          <p:cNvSpPr txBox="1"/>
          <p:nvPr/>
        </p:nvSpPr>
        <p:spPr>
          <a:xfrm>
            <a:off x="7497893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profile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5" name="recipes_line_1">
            <a:extLst>
              <a:ext uri="{FF2B5EF4-FFF2-40B4-BE49-F238E27FC236}">
                <a16:creationId xmlns:a16="http://schemas.microsoft.com/office/drawing/2014/main" id="{69E73E46-5182-B0EB-54C0-D916E9383D92}"/>
              </a:ext>
            </a:extLst>
          </p:cNvPr>
          <p:cNvSpPr txBox="1"/>
          <p:nvPr/>
        </p:nvSpPr>
        <p:spPr>
          <a:xfrm>
            <a:off x="7497893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variant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6" name="theme_card">
            <a:extLst>
              <a:ext uri="{FF2B5EF4-FFF2-40B4-BE49-F238E27FC236}">
                <a16:creationId xmlns:a16="http://schemas.microsoft.com/office/drawing/2014/main" id="{0AC995FF-49E8-A40C-A7C4-598719F90C95}"/>
              </a:ext>
            </a:extLst>
          </p:cNvPr>
          <p:cNvSpPr/>
          <p:nvPr/>
        </p:nvSpPr>
        <p:spPr>
          <a:xfrm>
            <a:off x="8534187" y="3053013"/>
            <a:ext cx="1079835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theme_icon_dot">
            <a:extLst>
              <a:ext uri="{FF2B5EF4-FFF2-40B4-BE49-F238E27FC236}">
                <a16:creationId xmlns:a16="http://schemas.microsoft.com/office/drawing/2014/main" id="{B186186F-86AB-0A1F-C61E-4D6551AA1B4B}"/>
              </a:ext>
            </a:extLst>
          </p:cNvPr>
          <p:cNvSpPr/>
          <p:nvPr/>
        </p:nvSpPr>
        <p:spPr>
          <a:xfrm>
            <a:off x="8656103" y="325364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T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8" name="theme_title">
            <a:extLst>
              <a:ext uri="{FF2B5EF4-FFF2-40B4-BE49-F238E27FC236}">
                <a16:creationId xmlns:a16="http://schemas.microsoft.com/office/drawing/2014/main" id="{6AFA71E7-C03E-83AB-628C-4F79C2C7691A}"/>
              </a:ext>
            </a:extLst>
          </p:cNvPr>
          <p:cNvSpPr txBox="1"/>
          <p:nvPr/>
        </p:nvSpPr>
        <p:spPr>
          <a:xfrm>
            <a:off x="8926063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Theme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79" name="theme_line_0">
            <a:extLst>
              <a:ext uri="{FF2B5EF4-FFF2-40B4-BE49-F238E27FC236}">
                <a16:creationId xmlns:a16="http://schemas.microsoft.com/office/drawing/2014/main" id="{7CB09E92-0E06-8170-84BF-79E3D509375C}"/>
              </a:ext>
            </a:extLst>
          </p:cNvPr>
          <p:cNvSpPr txBox="1"/>
          <p:nvPr/>
        </p:nvSpPr>
        <p:spPr>
          <a:xfrm>
            <a:off x="8734478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harmony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0" name="theme_line_1">
            <a:extLst>
              <a:ext uri="{FF2B5EF4-FFF2-40B4-BE49-F238E27FC236}">
                <a16:creationId xmlns:a16="http://schemas.microsoft.com/office/drawing/2014/main" id="{6C2BCF8E-A141-4B4F-9D26-C0956C2B828C}"/>
              </a:ext>
            </a:extLst>
          </p:cNvPr>
          <p:cNvSpPr txBox="1"/>
          <p:nvPr/>
        </p:nvSpPr>
        <p:spPr>
          <a:xfrm>
            <a:off x="8734478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PPT accents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1" name="compose_card">
            <a:extLst>
              <a:ext uri="{FF2B5EF4-FFF2-40B4-BE49-F238E27FC236}">
                <a16:creationId xmlns:a16="http://schemas.microsoft.com/office/drawing/2014/main" id="{FB4DFEB8-9E72-E755-385C-C363FCF08220}"/>
              </a:ext>
            </a:extLst>
          </p:cNvPr>
          <p:cNvSpPr/>
          <p:nvPr/>
        </p:nvSpPr>
        <p:spPr>
          <a:xfrm>
            <a:off x="6061014" y="404742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compose_icon_dot">
            <a:extLst>
              <a:ext uri="{FF2B5EF4-FFF2-40B4-BE49-F238E27FC236}">
                <a16:creationId xmlns:a16="http://schemas.microsoft.com/office/drawing/2014/main" id="{1D360E61-1786-2BB4-D3C4-1D909F49C356}"/>
              </a:ext>
            </a:extLst>
          </p:cNvPr>
          <p:cNvSpPr/>
          <p:nvPr/>
        </p:nvSpPr>
        <p:spPr>
          <a:xfrm>
            <a:off x="6182931" y="424805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C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3" name="compose_title">
            <a:extLst>
              <a:ext uri="{FF2B5EF4-FFF2-40B4-BE49-F238E27FC236}">
                <a16:creationId xmlns:a16="http://schemas.microsoft.com/office/drawing/2014/main" id="{BA240F06-951C-D300-9593-49B3175151EF}"/>
              </a:ext>
            </a:extLst>
          </p:cNvPr>
          <p:cNvSpPr txBox="1"/>
          <p:nvPr/>
        </p:nvSpPr>
        <p:spPr>
          <a:xfrm>
            <a:off x="6452890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Compose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4" name="compose_line_0">
            <a:extLst>
              <a:ext uri="{FF2B5EF4-FFF2-40B4-BE49-F238E27FC236}">
                <a16:creationId xmlns:a16="http://schemas.microsoft.com/office/drawing/2014/main" id="{9A50F16B-2622-C09E-01EF-E8C0EFFC3B75}"/>
              </a:ext>
            </a:extLst>
          </p:cNvPr>
          <p:cNvSpPr txBox="1"/>
          <p:nvPr/>
        </p:nvSpPr>
        <p:spPr>
          <a:xfrm>
            <a:off x="6261306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regions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5" name="compose_line_1">
            <a:extLst>
              <a:ext uri="{FF2B5EF4-FFF2-40B4-BE49-F238E27FC236}">
                <a16:creationId xmlns:a16="http://schemas.microsoft.com/office/drawing/2014/main" id="{38C2A6B8-5A66-F917-4DD5-E678CD5EDCC8}"/>
              </a:ext>
            </a:extLst>
          </p:cNvPr>
          <p:cNvSpPr txBox="1"/>
          <p:nvPr/>
        </p:nvSpPr>
        <p:spPr>
          <a:xfrm>
            <a:off x="6261306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overflow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6" name="objects_card">
            <a:extLst>
              <a:ext uri="{FF2B5EF4-FFF2-40B4-BE49-F238E27FC236}">
                <a16:creationId xmlns:a16="http://schemas.microsoft.com/office/drawing/2014/main" id="{936E70B6-48DC-F30C-B263-F537451857A3}"/>
              </a:ext>
            </a:extLst>
          </p:cNvPr>
          <p:cNvSpPr/>
          <p:nvPr/>
        </p:nvSpPr>
        <p:spPr>
          <a:xfrm>
            <a:off x="7297600" y="404742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objects_icon_dot">
            <a:extLst>
              <a:ext uri="{FF2B5EF4-FFF2-40B4-BE49-F238E27FC236}">
                <a16:creationId xmlns:a16="http://schemas.microsoft.com/office/drawing/2014/main" id="{A6AF59F5-69EB-A367-1023-72B70A369591}"/>
              </a:ext>
            </a:extLst>
          </p:cNvPr>
          <p:cNvSpPr/>
          <p:nvPr/>
        </p:nvSpPr>
        <p:spPr>
          <a:xfrm>
            <a:off x="7419518" y="4248050"/>
            <a:ext cx="156750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O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8" name="objects_title">
            <a:extLst>
              <a:ext uri="{FF2B5EF4-FFF2-40B4-BE49-F238E27FC236}">
                <a16:creationId xmlns:a16="http://schemas.microsoft.com/office/drawing/2014/main" id="{713F6BC0-52A7-1909-5F21-4012E18BB1D8}"/>
              </a:ext>
            </a:extLst>
          </p:cNvPr>
          <p:cNvSpPr txBox="1"/>
          <p:nvPr/>
        </p:nvSpPr>
        <p:spPr>
          <a:xfrm>
            <a:off x="7689476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Objects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9" name="objects_line_0">
            <a:extLst>
              <a:ext uri="{FF2B5EF4-FFF2-40B4-BE49-F238E27FC236}">
                <a16:creationId xmlns:a16="http://schemas.microsoft.com/office/drawing/2014/main" id="{C9A276DB-06CC-D893-D60C-569345C9C4EA}"/>
              </a:ext>
            </a:extLst>
          </p:cNvPr>
          <p:cNvSpPr txBox="1"/>
          <p:nvPr/>
        </p:nvSpPr>
        <p:spPr>
          <a:xfrm>
            <a:off x="7497893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charts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0" name="objects_line_1">
            <a:extLst>
              <a:ext uri="{FF2B5EF4-FFF2-40B4-BE49-F238E27FC236}">
                <a16:creationId xmlns:a16="http://schemas.microsoft.com/office/drawing/2014/main" id="{EB85426D-B946-8DA9-0DFF-A2799E099B8C}"/>
              </a:ext>
            </a:extLst>
          </p:cNvPr>
          <p:cNvSpPr txBox="1"/>
          <p:nvPr/>
        </p:nvSpPr>
        <p:spPr>
          <a:xfrm>
            <a:off x="7497893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icons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1" name="decorate_card">
            <a:extLst>
              <a:ext uri="{FF2B5EF4-FFF2-40B4-BE49-F238E27FC236}">
                <a16:creationId xmlns:a16="http://schemas.microsoft.com/office/drawing/2014/main" id="{02BB35E0-CC5A-1754-9D4D-EA28E316C091}"/>
              </a:ext>
            </a:extLst>
          </p:cNvPr>
          <p:cNvSpPr/>
          <p:nvPr/>
        </p:nvSpPr>
        <p:spPr>
          <a:xfrm>
            <a:off x="8534187" y="4047423"/>
            <a:ext cx="1079835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decorate_icon_dot">
            <a:extLst>
              <a:ext uri="{FF2B5EF4-FFF2-40B4-BE49-F238E27FC236}">
                <a16:creationId xmlns:a16="http://schemas.microsoft.com/office/drawing/2014/main" id="{F9D656CB-9CFC-4A0B-891A-14B89F488F50}"/>
              </a:ext>
            </a:extLst>
          </p:cNvPr>
          <p:cNvSpPr/>
          <p:nvPr/>
        </p:nvSpPr>
        <p:spPr>
          <a:xfrm>
            <a:off x="8656103" y="424805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D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3" name="decorate_title">
            <a:extLst>
              <a:ext uri="{FF2B5EF4-FFF2-40B4-BE49-F238E27FC236}">
                <a16:creationId xmlns:a16="http://schemas.microsoft.com/office/drawing/2014/main" id="{C23C25BF-2CC5-E2A6-719C-CCEBF0AA3077}"/>
              </a:ext>
            </a:extLst>
          </p:cNvPr>
          <p:cNvSpPr txBox="1"/>
          <p:nvPr/>
        </p:nvSpPr>
        <p:spPr>
          <a:xfrm>
            <a:off x="8926063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Decorate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94" name="decorate_line_0">
            <a:extLst>
              <a:ext uri="{FF2B5EF4-FFF2-40B4-BE49-F238E27FC236}">
                <a16:creationId xmlns:a16="http://schemas.microsoft.com/office/drawing/2014/main" id="{99FCF203-A2D6-B9DD-5D50-5AF8B52800A5}"/>
              </a:ext>
            </a:extLst>
          </p:cNvPr>
          <p:cNvSpPr txBox="1"/>
          <p:nvPr/>
        </p:nvSpPr>
        <p:spPr>
          <a:xfrm>
            <a:off x="8734478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type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5" name="decorate_line_1">
            <a:extLst>
              <a:ext uri="{FF2B5EF4-FFF2-40B4-BE49-F238E27FC236}">
                <a16:creationId xmlns:a16="http://schemas.microsoft.com/office/drawing/2014/main" id="{5EEAE406-D2CE-384C-DC11-8C4A19D174F3}"/>
              </a:ext>
            </a:extLst>
          </p:cNvPr>
          <p:cNvSpPr txBox="1"/>
          <p:nvPr/>
        </p:nvSpPr>
        <p:spPr>
          <a:xfrm>
            <a:off x="8734478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effects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6" name="styled_ir_card">
            <a:extLst>
              <a:ext uri="{FF2B5EF4-FFF2-40B4-BE49-F238E27FC236}">
                <a16:creationId xmlns:a16="http://schemas.microsoft.com/office/drawing/2014/main" id="{97609E78-0AE4-197F-66D7-36C1CECBA675}"/>
              </a:ext>
            </a:extLst>
          </p:cNvPr>
          <p:cNvSpPr/>
          <p:nvPr/>
        </p:nvSpPr>
        <p:spPr>
          <a:xfrm>
            <a:off x="10075566" y="2076049"/>
            <a:ext cx="1706837" cy="915904"/>
          </a:xfrm>
          <a:prstGeom prst="roundRect">
            <a:avLst>
              <a:gd name="adj" fmla="val 15213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styled_ir_icon_dot">
            <a:extLst>
              <a:ext uri="{FF2B5EF4-FFF2-40B4-BE49-F238E27FC236}">
                <a16:creationId xmlns:a16="http://schemas.microsoft.com/office/drawing/2014/main" id="{B5387B41-CE34-C947-304F-EFDB82E9224A}"/>
              </a:ext>
            </a:extLst>
          </p:cNvPr>
          <p:cNvSpPr/>
          <p:nvPr/>
        </p:nvSpPr>
        <p:spPr>
          <a:xfrm>
            <a:off x="10245379" y="2298483"/>
            <a:ext cx="217709" cy="218072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8" name="styled_ir_title">
            <a:extLst>
              <a:ext uri="{FF2B5EF4-FFF2-40B4-BE49-F238E27FC236}">
                <a16:creationId xmlns:a16="http://schemas.microsoft.com/office/drawing/2014/main" id="{D24AC9CD-BDE3-3463-A6A2-FA8ABFD718F8}"/>
              </a:ext>
            </a:extLst>
          </p:cNvPr>
          <p:cNvSpPr txBox="1"/>
          <p:nvPr/>
        </p:nvSpPr>
        <p:spPr>
          <a:xfrm>
            <a:off x="10580650" y="2294121"/>
            <a:ext cx="1079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Styled Deck IR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99" name="styled_ir_line_0">
            <a:extLst>
              <a:ext uri="{FF2B5EF4-FFF2-40B4-BE49-F238E27FC236}">
                <a16:creationId xmlns:a16="http://schemas.microsoft.com/office/drawing/2014/main" id="{56A5CAE5-5204-131D-BE44-7DE69088F236}"/>
              </a:ext>
            </a:extLst>
          </p:cNvPr>
          <p:cNvSpPr txBox="1"/>
          <p:nvPr/>
        </p:nvSpPr>
        <p:spPr>
          <a:xfrm>
            <a:off x="10362941" y="2634314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renderer-neutral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0" name="styled_ir_line_1">
            <a:extLst>
              <a:ext uri="{FF2B5EF4-FFF2-40B4-BE49-F238E27FC236}">
                <a16:creationId xmlns:a16="http://schemas.microsoft.com/office/drawing/2014/main" id="{38FB674D-08E1-ECF1-2747-651E4442E2E2}"/>
              </a:ext>
            </a:extLst>
          </p:cNvPr>
          <p:cNvSpPr txBox="1"/>
          <p:nvPr/>
        </p:nvSpPr>
        <p:spPr>
          <a:xfrm>
            <a:off x="10362941" y="2800049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coherent contract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1" name="renderers_card">
            <a:extLst>
              <a:ext uri="{FF2B5EF4-FFF2-40B4-BE49-F238E27FC236}">
                <a16:creationId xmlns:a16="http://schemas.microsoft.com/office/drawing/2014/main" id="{9575D116-9394-57A3-B2A0-13CD47FA3336}"/>
              </a:ext>
            </a:extLst>
          </p:cNvPr>
          <p:cNvSpPr/>
          <p:nvPr/>
        </p:nvSpPr>
        <p:spPr>
          <a:xfrm>
            <a:off x="10075566" y="3401929"/>
            <a:ext cx="1706837" cy="915904"/>
          </a:xfrm>
          <a:prstGeom prst="roundRect">
            <a:avLst>
              <a:gd name="adj" fmla="val 15213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renderers_icon_dot">
            <a:extLst>
              <a:ext uri="{FF2B5EF4-FFF2-40B4-BE49-F238E27FC236}">
                <a16:creationId xmlns:a16="http://schemas.microsoft.com/office/drawing/2014/main" id="{15CED09C-E919-90C6-017E-40A7E970F56F}"/>
              </a:ext>
            </a:extLst>
          </p:cNvPr>
          <p:cNvSpPr/>
          <p:nvPr/>
        </p:nvSpPr>
        <p:spPr>
          <a:xfrm>
            <a:off x="10245379" y="3624363"/>
            <a:ext cx="217709" cy="218072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03" name="renderers_title">
            <a:extLst>
              <a:ext uri="{FF2B5EF4-FFF2-40B4-BE49-F238E27FC236}">
                <a16:creationId xmlns:a16="http://schemas.microsoft.com/office/drawing/2014/main" id="{FAA06E00-EF9C-EC4E-7763-B6BE6B8AC7E4}"/>
              </a:ext>
            </a:extLst>
          </p:cNvPr>
          <p:cNvSpPr txBox="1"/>
          <p:nvPr/>
        </p:nvSpPr>
        <p:spPr>
          <a:xfrm>
            <a:off x="10580650" y="3620001"/>
            <a:ext cx="1079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Renderers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4" name="renderers_line_0">
            <a:extLst>
              <a:ext uri="{FF2B5EF4-FFF2-40B4-BE49-F238E27FC236}">
                <a16:creationId xmlns:a16="http://schemas.microsoft.com/office/drawing/2014/main" id="{4241F1AB-768C-52A7-DF21-4AFA81CD7199}"/>
              </a:ext>
            </a:extLst>
          </p:cNvPr>
          <p:cNvSpPr txBox="1"/>
          <p:nvPr/>
        </p:nvSpPr>
        <p:spPr>
          <a:xfrm>
            <a:off x="10362941" y="3960194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editable PPTX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5" name="renderers_line_1">
            <a:extLst>
              <a:ext uri="{FF2B5EF4-FFF2-40B4-BE49-F238E27FC236}">
                <a16:creationId xmlns:a16="http://schemas.microsoft.com/office/drawing/2014/main" id="{C7405F49-C60D-B6BA-F1C9-3AA767E1AE3C}"/>
              </a:ext>
            </a:extLst>
          </p:cNvPr>
          <p:cNvSpPr txBox="1"/>
          <p:nvPr/>
        </p:nvSpPr>
        <p:spPr>
          <a:xfrm>
            <a:off x="10362941" y="4125929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HTML / PDF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6" name="visual_check">
            <a:extLst>
              <a:ext uri="{FF2B5EF4-FFF2-40B4-BE49-F238E27FC236}">
                <a16:creationId xmlns:a16="http://schemas.microsoft.com/office/drawing/2014/main" id="{BA648C92-9629-7A02-49D3-7A657B043C55}"/>
              </a:ext>
            </a:extLst>
          </p:cNvPr>
          <p:cNvSpPr/>
          <p:nvPr/>
        </p:nvSpPr>
        <p:spPr>
          <a:xfrm>
            <a:off x="10075566" y="4413785"/>
            <a:ext cx="1706837" cy="523373"/>
          </a:xfrm>
          <a:prstGeom prst="roundRect">
            <a:avLst>
              <a:gd name="adj" fmla="val 26622"/>
            </a:avLst>
          </a:prstGeom>
          <a:solidFill>
            <a:srgbClr val="FFF1F2"/>
          </a:solidFill>
          <a:ln w="12627">
            <a:solidFill>
              <a:srgbClr val="BE123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visual_check_stripe">
            <a:extLst>
              <a:ext uri="{FF2B5EF4-FFF2-40B4-BE49-F238E27FC236}">
                <a16:creationId xmlns:a16="http://schemas.microsoft.com/office/drawing/2014/main" id="{9CB56335-C107-DF23-79DB-4124CC41D3F2}"/>
              </a:ext>
            </a:extLst>
          </p:cNvPr>
          <p:cNvSpPr/>
          <p:nvPr/>
        </p:nvSpPr>
        <p:spPr>
          <a:xfrm>
            <a:off x="10075566" y="4501014"/>
            <a:ext cx="56604" cy="348916"/>
          </a:xfrm>
          <a:prstGeom prst="roundRect">
            <a:avLst/>
          </a:prstGeom>
          <a:solidFill>
            <a:srgbClr val="BE123C"/>
          </a:solidFill>
          <a:ln w="0">
            <a:solidFill>
              <a:srgbClr val="BE12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visual_check_seal_icon_dot">
            <a:extLst>
              <a:ext uri="{FF2B5EF4-FFF2-40B4-BE49-F238E27FC236}">
                <a16:creationId xmlns:a16="http://schemas.microsoft.com/office/drawing/2014/main" id="{F6868A6A-8706-B001-C9C4-76E1C2C9E485}"/>
              </a:ext>
            </a:extLst>
          </p:cNvPr>
          <p:cNvSpPr/>
          <p:nvPr/>
        </p:nvSpPr>
        <p:spPr>
          <a:xfrm>
            <a:off x="10171357" y="4527182"/>
            <a:ext cx="296085" cy="296579"/>
          </a:xfrm>
          <a:prstGeom prst="ellipse">
            <a:avLst/>
          </a:prstGeom>
          <a:solidFill>
            <a:srgbClr val="BE123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V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09" name="visual_check_label">
            <a:extLst>
              <a:ext uri="{FF2B5EF4-FFF2-40B4-BE49-F238E27FC236}">
                <a16:creationId xmlns:a16="http://schemas.microsoft.com/office/drawing/2014/main" id="{75504339-A50D-AF9B-46CA-7DED47D236B7}"/>
              </a:ext>
            </a:extLst>
          </p:cNvPr>
          <p:cNvSpPr txBox="1"/>
          <p:nvPr/>
        </p:nvSpPr>
        <p:spPr>
          <a:xfrm>
            <a:off x="10571942" y="4518459"/>
            <a:ext cx="108854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PROOF POINT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10" name="visual_check_text">
            <a:extLst>
              <a:ext uri="{FF2B5EF4-FFF2-40B4-BE49-F238E27FC236}">
                <a16:creationId xmlns:a16="http://schemas.microsoft.com/office/drawing/2014/main" id="{BE3B8FFC-7B9A-A597-CC1C-B350FD87C7DC}"/>
              </a:ext>
            </a:extLst>
          </p:cNvPr>
          <p:cNvSpPr txBox="1"/>
          <p:nvPr/>
        </p:nvSpPr>
        <p:spPr>
          <a:xfrm>
            <a:off x="10571942" y="4701640"/>
            <a:ext cx="108854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visual validation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11" name="coherence_band">
            <a:extLst>
              <a:ext uri="{FF2B5EF4-FFF2-40B4-BE49-F238E27FC236}">
                <a16:creationId xmlns:a16="http://schemas.microsoft.com/office/drawing/2014/main" id="{4E9303F8-C245-1A1C-2EBC-EE24B93668CE}"/>
              </a:ext>
            </a:extLst>
          </p:cNvPr>
          <p:cNvSpPr/>
          <p:nvPr/>
        </p:nvSpPr>
        <p:spPr>
          <a:xfrm>
            <a:off x="783752" y="5320966"/>
            <a:ext cx="10624192" cy="575711"/>
          </a:xfrm>
          <a:prstGeom prst="roundRect">
            <a:avLst>
              <a:gd name="adj" fmla="val 24202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coherence_title">
            <a:extLst>
              <a:ext uri="{FF2B5EF4-FFF2-40B4-BE49-F238E27FC236}">
                <a16:creationId xmlns:a16="http://schemas.microsoft.com/office/drawing/2014/main" id="{98571319-ABF2-3BD3-8D9D-27F658979238}"/>
              </a:ext>
            </a:extLst>
          </p:cNvPr>
          <p:cNvSpPr txBox="1"/>
          <p:nvPr/>
        </p:nvSpPr>
        <p:spPr>
          <a:xfrm>
            <a:off x="1062419" y="5443086"/>
            <a:ext cx="16110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 b="1">
                <a:solidFill>
                  <a:srgbClr val="111827"/>
                </a:solidFill>
                <a:latin typeface="Aptos" panose="020B0004020202020204" pitchFamily="34" charset="0"/>
              </a:rPr>
              <a:t>Coherence checks</a:t>
            </a:r>
            <a:endParaRPr lang="ko-KR" altLang="en-US" sz="1241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3" name="coherence_body">
            <a:extLst>
              <a:ext uri="{FF2B5EF4-FFF2-40B4-BE49-F238E27FC236}">
                <a16:creationId xmlns:a16="http://schemas.microsoft.com/office/drawing/2014/main" id="{20C5F1F6-7EA9-CEA4-35DD-78A382CEC310}"/>
              </a:ext>
            </a:extLst>
          </p:cNvPr>
          <p:cNvSpPr txBox="1"/>
          <p:nvPr/>
        </p:nvSpPr>
        <p:spPr>
          <a:xfrm>
            <a:off x="2830215" y="5425641"/>
            <a:ext cx="8272936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One graph per slide; text is bounded; icons are centered; arrows keep role-level style.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50889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</Words>
  <Application>Microsoft Office PowerPoint</Application>
  <PresentationFormat>사용자 지정</PresentationFormat>
  <Paragraphs>67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Aptos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2026-06-25T04:06:03Z</dcterms:created>
  <dcterms:modified xsi:type="dcterms:W3CDTF">2026-06-25T04:06:03Z</dcterms:modified>
</cp:coreProperties>
</file>