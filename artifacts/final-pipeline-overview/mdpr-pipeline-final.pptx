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D8F000-BB2C-5AF4-0EEF-964FCF5DA8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72CB708-CF46-4ACC-54A6-4AF9B6F008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669347-0A9D-AF7B-8A12-40A08A9FE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DC4F2-F7BA-451D-AD65-B44D4A0691C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1AAD211-596F-2AD6-4C10-714D580E0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7518E4D-A3EC-6A35-FB5E-DE6C5903F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E63EA-5A2B-431F-BF5E-3184E73FCB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5908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A3B6CA-AF08-29B5-241D-A1547E16D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81D43E-F433-4130-CB62-875F286D5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481173-8F50-613F-524B-FCD4CFB08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DC4F2-F7BA-451D-AD65-B44D4A0691C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2D2AF0-7E55-380C-EB36-E1220522F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CA412B-B9B5-14F1-91BC-7558650D3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E63EA-5A2B-431F-BF5E-3184E73FCB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2414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47401A-862E-3E04-F9EA-0B0BCA24F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842F0B8-1D76-A5C6-C958-F6F3C498A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38B0DC-FBBC-2598-F26C-9797CF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DC4F2-F7BA-451D-AD65-B44D4A0691C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C0AC2D-DCC2-4690-41ED-42E2BECCA5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4FC350D-605D-5F21-3A01-BE7C7CCC2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E63EA-5A2B-431F-BF5E-3184E73FCB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210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9E2A8F-30A9-BF2E-502A-5304804A9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08BA57-5393-BC2F-9BDA-1455D8BFD3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300CF0-3CC8-237B-1B23-0668B81BCD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3654A6-2423-14AB-7A34-AA78FA17B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DC4F2-F7BA-451D-AD65-B44D4A0691C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4742C08-A86F-12C4-FABC-7FFEDE9E0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273C72F-D2BA-A44F-CAEA-1EE9A7441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E63EA-5A2B-431F-BF5E-3184E73FCB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3668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59F278-07E9-04B3-0A2B-2E451A66E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EE2BF31-9FD8-0D7F-94EE-A02E6BEE8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78D00AA-845D-988A-2E15-5B30CC0399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312F72C-2A51-2B04-12CF-F617211D1D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4183D2B-B9C0-6FA6-7BEC-57C7CFBB3B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278BA29-BAAD-AB0F-EFCD-EF7910F23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DC4F2-F7BA-451D-AD65-B44D4A0691C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D84B081-E185-028F-698E-D65ACA44E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845E1CA-4BB2-75C2-BAFB-D137E3274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E63EA-5A2B-431F-BF5E-3184E73FCB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57041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26C6CF-45C6-1B87-DCE9-C28454CD3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5380D6-5713-9D86-7946-6A4151D73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DC4F2-F7BA-451D-AD65-B44D4A0691C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A4BA29F-605A-0760-261D-381DF9D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AFA2730-F0B7-CD21-A8BD-79A5EA5A5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E63EA-5A2B-431F-BF5E-3184E73FCB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82002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E318CA7-0149-E025-899F-201036D00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DC4F2-F7BA-451D-AD65-B44D4A0691C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8345A3A-DD72-3C75-EED8-75B84FD42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3105AAE-2DEF-92FE-8772-E941873B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E63EA-5A2B-431F-BF5E-3184E73FCB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4690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886FE6-26E0-7DD3-483E-DA79F7855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CCC68F-6AE8-AB5F-9008-4CB5C4E62F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4F4DD3D-B5BB-142D-099E-650F275DD6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387B83-2C5A-80A3-C1A4-C58249FCE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DC4F2-F7BA-451D-AD65-B44D4A0691C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AB2AC0-16F7-70F5-6786-9066B8E078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A48463-C170-CC84-F3BF-A9FBD02DA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E63EA-5A2B-431F-BF5E-3184E73FCB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0806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45A392-D8F7-D638-0A79-276B0680E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7DCD1B5-E5AD-21A4-CAD5-F4C7619635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D7FCA1F-4461-4E41-C9EA-45427E86EC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08A715F-ECA3-7205-08F0-99EEB9DF1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DC4F2-F7BA-451D-AD65-B44D4A0691C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B8DE82C-3EE2-DCF9-F80C-D3B696BAE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82DE60-FA84-C95B-73AA-4D962B3B2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E63EA-5A2B-431F-BF5E-3184E73FCB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2212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E99A70-4AE8-3D2B-4254-93A3AFC0D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35650EF-01AA-483B-38AE-29FBDEF3A8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7B3E54-932B-8652-5E49-8E44CFD2A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DC4F2-F7BA-451D-AD65-B44D4A0691C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651A640-8773-0663-10E2-FD89EA472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642E7D-EC45-4851-C2AC-72C9F7FF7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E63EA-5A2B-431F-BF5E-3184E73FCB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0634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71D8CD4-889A-93BC-D094-E87C5C757F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6154821-FEA5-E299-D6AA-EB72BEBDF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ABE9AD4-AE7E-96A4-A488-11D95BCCA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DC4F2-F7BA-451D-AD65-B44D4A0691C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211E44-0F12-1285-7C64-90E819431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C67932-4803-C110-8D95-B2C624048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E63EA-5A2B-431F-BF5E-3184E73FCB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3822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020524-9A6A-93A4-3A68-396B50135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5AB9161-B742-5DC8-DFDD-AD73785777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7B4E9E1-BF57-7B6D-7475-363EA253E2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DDC4F2-F7BA-451D-AD65-B44D4A0691CB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4513F7-FA78-6767-CE7F-EAA4726BF0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BC2EEC4-B8ED-969F-533F-A4C54549DA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6E63EA-5A2B-431F-BF5E-3184E73FCB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3855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z00_grid_top">
            <a:extLst>
              <a:ext uri="{FF2B5EF4-FFF2-40B4-BE49-F238E27FC236}">
                <a16:creationId xmlns:a16="http://schemas.microsoft.com/office/drawing/2014/main" id="{F75B49F6-10AF-3B2B-18DA-60CE6A2D9597}"/>
              </a:ext>
            </a:extLst>
          </p:cNvPr>
          <p:cNvCxnSpPr/>
          <p:nvPr/>
        </p:nvCxnSpPr>
        <p:spPr>
          <a:xfrm>
            <a:off x="627001" y="1099085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z00_grid_bottom">
            <a:extLst>
              <a:ext uri="{FF2B5EF4-FFF2-40B4-BE49-F238E27FC236}">
                <a16:creationId xmlns:a16="http://schemas.microsoft.com/office/drawing/2014/main" id="{F9BDCD24-E878-1E6D-57D2-79FE5A1FA100}"/>
              </a:ext>
            </a:extLst>
          </p:cNvPr>
          <p:cNvCxnSpPr/>
          <p:nvPr/>
        </p:nvCxnSpPr>
        <p:spPr>
          <a:xfrm>
            <a:off x="627001" y="5416918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z00_grid_v_0">
            <a:extLst>
              <a:ext uri="{FF2B5EF4-FFF2-40B4-BE49-F238E27FC236}">
                <a16:creationId xmlns:a16="http://schemas.microsoft.com/office/drawing/2014/main" id="{61B5C174-25B8-F190-EB19-EFD692BD20D6}"/>
              </a:ext>
            </a:extLst>
          </p:cNvPr>
          <p:cNvCxnSpPr/>
          <p:nvPr/>
        </p:nvCxnSpPr>
        <p:spPr>
          <a:xfrm>
            <a:off x="3330945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z00_grid_v_1">
            <a:extLst>
              <a:ext uri="{FF2B5EF4-FFF2-40B4-BE49-F238E27FC236}">
                <a16:creationId xmlns:a16="http://schemas.microsoft.com/office/drawing/2014/main" id="{FEE66A0B-6F04-7E0C-7C5A-12D4488FFFEB}"/>
              </a:ext>
            </a:extLst>
          </p:cNvPr>
          <p:cNvCxnSpPr/>
          <p:nvPr/>
        </p:nvCxnSpPr>
        <p:spPr>
          <a:xfrm>
            <a:off x="5838951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z00_grid_v_2">
            <a:extLst>
              <a:ext uri="{FF2B5EF4-FFF2-40B4-BE49-F238E27FC236}">
                <a16:creationId xmlns:a16="http://schemas.microsoft.com/office/drawing/2014/main" id="{0160707E-DE34-4B2D-B853-45DA71B465C8}"/>
              </a:ext>
            </a:extLst>
          </p:cNvPr>
          <p:cNvCxnSpPr/>
          <p:nvPr/>
        </p:nvCxnSpPr>
        <p:spPr>
          <a:xfrm>
            <a:off x="9857856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header_title">
            <a:extLst>
              <a:ext uri="{FF2B5EF4-FFF2-40B4-BE49-F238E27FC236}">
                <a16:creationId xmlns:a16="http://schemas.microsoft.com/office/drawing/2014/main" id="{DCF8E862-B97B-32F4-B276-03D57F8BF580}"/>
              </a:ext>
            </a:extLst>
          </p:cNvPr>
          <p:cNvSpPr txBox="1"/>
          <p:nvPr/>
        </p:nvSpPr>
        <p:spPr>
          <a:xfrm>
            <a:off x="592168" y="401253"/>
            <a:ext cx="714085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2774" b="1">
                <a:solidFill>
                  <a:srgbClr val="111827"/>
                </a:solidFill>
                <a:latin typeface="Aptos" panose="020B0004020202020204" pitchFamily="34" charset="0"/>
              </a:rPr>
              <a:t>MDPR Deterministic Presentation Pipeline</a:t>
            </a:r>
            <a:endParaRPr lang="ko-KR" altLang="en-US" sz="2774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" name="header_subtitle">
            <a:extLst>
              <a:ext uri="{FF2B5EF4-FFF2-40B4-BE49-F238E27FC236}">
                <a16:creationId xmlns:a16="http://schemas.microsoft.com/office/drawing/2014/main" id="{D638691B-1148-E7AA-5E6A-4CFD96768B0C}"/>
              </a:ext>
            </a:extLst>
          </p:cNvPr>
          <p:cNvSpPr txBox="1"/>
          <p:nvPr/>
        </p:nvSpPr>
        <p:spPr>
          <a:xfrm>
            <a:off x="592168" y="785061"/>
            <a:ext cx="1018877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>
                <a:solidFill>
                  <a:srgbClr val="64748B"/>
                </a:solidFill>
                <a:latin typeface="Aptos" panose="020B0004020202020204" pitchFamily="34" charset="0"/>
              </a:rPr>
              <a:t>Markdown becomes coherent PPTX/HTML/PDF through MDPR rules; mdpr-skill can add compact reasoning hints but never owns final design.</a:t>
            </a:r>
            <a:endParaRPr lang="ko-KR" altLang="en-US" sz="124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9" name="zone_content_panel">
            <a:extLst>
              <a:ext uri="{FF2B5EF4-FFF2-40B4-BE49-F238E27FC236}">
                <a16:creationId xmlns:a16="http://schemas.microsoft.com/office/drawing/2014/main" id="{66E62231-A030-65D6-0646-4923E69855D1}"/>
              </a:ext>
            </a:extLst>
          </p:cNvPr>
          <p:cNvSpPr/>
          <p:nvPr/>
        </p:nvSpPr>
        <p:spPr>
          <a:xfrm>
            <a:off x="783752" y="1308434"/>
            <a:ext cx="2438339" cy="3750845"/>
          </a:xfrm>
          <a:prstGeom prst="roundRect">
            <a:avLst>
              <a:gd name="adj" fmla="val 5714"/>
            </a:avLst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zone_content_title">
            <a:extLst>
              <a:ext uri="{FF2B5EF4-FFF2-40B4-BE49-F238E27FC236}">
                <a16:creationId xmlns:a16="http://schemas.microsoft.com/office/drawing/2014/main" id="{B2649A5D-0348-B0A5-D9E5-A989D5E8F5F8}"/>
              </a:ext>
            </a:extLst>
          </p:cNvPr>
          <p:cNvSpPr txBox="1"/>
          <p:nvPr/>
        </p:nvSpPr>
        <p:spPr>
          <a:xfrm>
            <a:off x="992752" y="1517784"/>
            <a:ext cx="2020338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334155"/>
                </a:solidFill>
                <a:latin typeface="Aptos" panose="020B0004020202020204" pitchFamily="34" charset="0"/>
              </a:rPr>
              <a:t>1. Content Contract</a:t>
            </a:r>
            <a:endParaRPr lang="ko-KR" altLang="en-US" sz="146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1" name="zone_content_subtitle">
            <a:extLst>
              <a:ext uri="{FF2B5EF4-FFF2-40B4-BE49-F238E27FC236}">
                <a16:creationId xmlns:a16="http://schemas.microsoft.com/office/drawing/2014/main" id="{CB1A33F0-A039-6F33-3C24-057505DC2DE0}"/>
              </a:ext>
            </a:extLst>
          </p:cNvPr>
          <p:cNvSpPr txBox="1"/>
          <p:nvPr/>
        </p:nvSpPr>
        <p:spPr>
          <a:xfrm>
            <a:off x="992752" y="1814362"/>
            <a:ext cx="2020338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semantic structure only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2" name="zone_reasoning_panel">
            <a:extLst>
              <a:ext uri="{FF2B5EF4-FFF2-40B4-BE49-F238E27FC236}">
                <a16:creationId xmlns:a16="http://schemas.microsoft.com/office/drawing/2014/main" id="{2CB6DF17-9DBC-A3F5-CC17-0C0F529578B2}"/>
              </a:ext>
            </a:extLst>
          </p:cNvPr>
          <p:cNvSpPr/>
          <p:nvPr/>
        </p:nvSpPr>
        <p:spPr>
          <a:xfrm>
            <a:off x="3439800" y="1308434"/>
            <a:ext cx="2351255" cy="3750845"/>
          </a:xfrm>
          <a:prstGeom prst="roundRect">
            <a:avLst>
              <a:gd name="adj" fmla="val 5926"/>
            </a:avLst>
          </a:prstGeom>
          <a:solidFill>
            <a:srgbClr val="FFF3DE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zone_reasoning_title">
            <a:extLst>
              <a:ext uri="{FF2B5EF4-FFF2-40B4-BE49-F238E27FC236}">
                <a16:creationId xmlns:a16="http://schemas.microsoft.com/office/drawing/2014/main" id="{238A5CEE-B549-27DD-935E-AFDE2111F6DD}"/>
              </a:ext>
            </a:extLst>
          </p:cNvPr>
          <p:cNvSpPr txBox="1"/>
          <p:nvPr/>
        </p:nvSpPr>
        <p:spPr>
          <a:xfrm>
            <a:off x="3648800" y="1517784"/>
            <a:ext cx="193325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8B4E16"/>
                </a:solidFill>
                <a:latin typeface="Aptos" panose="020B0004020202020204" pitchFamily="34" charset="0"/>
              </a:rPr>
              <a:t>2. Agent Hints</a:t>
            </a:r>
            <a:endParaRPr lang="ko-KR" altLang="en-US" sz="1460" b="1">
              <a:solidFill>
                <a:srgbClr val="8B4E16"/>
              </a:solidFill>
              <a:latin typeface="Aptos" panose="020B0004020202020204" pitchFamily="34" charset="0"/>
            </a:endParaRPr>
          </a:p>
        </p:txBody>
      </p:sp>
      <p:sp>
        <p:nvSpPr>
          <p:cNvPr id="14" name="zone_reasoning_subtitle">
            <a:extLst>
              <a:ext uri="{FF2B5EF4-FFF2-40B4-BE49-F238E27FC236}">
                <a16:creationId xmlns:a16="http://schemas.microsoft.com/office/drawing/2014/main" id="{7FB4E32E-F3F5-8D9A-E61B-127FC6EC41EC}"/>
              </a:ext>
            </a:extLst>
          </p:cNvPr>
          <p:cNvSpPr txBox="1"/>
          <p:nvPr/>
        </p:nvSpPr>
        <p:spPr>
          <a:xfrm>
            <a:off x="3648800" y="1814362"/>
            <a:ext cx="193325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small optional tags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5" name="zone_rules_panel">
            <a:extLst>
              <a:ext uri="{FF2B5EF4-FFF2-40B4-BE49-F238E27FC236}">
                <a16:creationId xmlns:a16="http://schemas.microsoft.com/office/drawing/2014/main" id="{D63A546A-ABC7-6EC9-0B35-E83274EE4C60}"/>
              </a:ext>
            </a:extLst>
          </p:cNvPr>
          <p:cNvSpPr/>
          <p:nvPr/>
        </p:nvSpPr>
        <p:spPr>
          <a:xfrm>
            <a:off x="5886847" y="1308434"/>
            <a:ext cx="3901343" cy="3750845"/>
          </a:xfrm>
          <a:prstGeom prst="roundRect">
            <a:avLst>
              <a:gd name="adj" fmla="val 3715"/>
            </a:avLst>
          </a:prstGeom>
          <a:solidFill>
            <a:srgbClr val="EAF7F3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zone_rules_title">
            <a:extLst>
              <a:ext uri="{FF2B5EF4-FFF2-40B4-BE49-F238E27FC236}">
                <a16:creationId xmlns:a16="http://schemas.microsoft.com/office/drawing/2014/main" id="{CF148F85-4B6E-454E-7CC7-1DFFBBF1FA45}"/>
              </a:ext>
            </a:extLst>
          </p:cNvPr>
          <p:cNvSpPr txBox="1"/>
          <p:nvPr/>
        </p:nvSpPr>
        <p:spPr>
          <a:xfrm>
            <a:off x="6095848" y="1517784"/>
            <a:ext cx="3483342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115E59"/>
                </a:solidFill>
                <a:latin typeface="Aptos" panose="020B0004020202020204" pitchFamily="34" charset="0"/>
              </a:rPr>
              <a:t>3. MDPR Design Rules</a:t>
            </a:r>
            <a:endParaRPr lang="ko-KR" altLang="en-US" sz="1460" b="1">
              <a:solidFill>
                <a:srgbClr val="115E59"/>
              </a:solidFill>
              <a:latin typeface="Aptos" panose="020B0004020202020204" pitchFamily="34" charset="0"/>
            </a:endParaRPr>
          </a:p>
        </p:txBody>
      </p:sp>
      <p:sp>
        <p:nvSpPr>
          <p:cNvPr id="17" name="zone_rules_subtitle">
            <a:extLst>
              <a:ext uri="{FF2B5EF4-FFF2-40B4-BE49-F238E27FC236}">
                <a16:creationId xmlns:a16="http://schemas.microsoft.com/office/drawing/2014/main" id="{E721F6BD-4A6D-DBAF-1E75-EABC7B8ADF4F}"/>
              </a:ext>
            </a:extLst>
          </p:cNvPr>
          <p:cNvSpPr txBox="1"/>
          <p:nvPr/>
        </p:nvSpPr>
        <p:spPr>
          <a:xfrm>
            <a:off x="6095848" y="1814362"/>
            <a:ext cx="3483342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final visual choices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8" name="zone_outputs_panel">
            <a:extLst>
              <a:ext uri="{FF2B5EF4-FFF2-40B4-BE49-F238E27FC236}">
                <a16:creationId xmlns:a16="http://schemas.microsoft.com/office/drawing/2014/main" id="{2DC85142-C869-6F44-8736-246D0E4EDF3D}"/>
              </a:ext>
            </a:extLst>
          </p:cNvPr>
          <p:cNvSpPr/>
          <p:nvPr/>
        </p:nvSpPr>
        <p:spPr>
          <a:xfrm>
            <a:off x="9927523" y="1308434"/>
            <a:ext cx="2002922" cy="3750845"/>
          </a:xfrm>
          <a:prstGeom prst="roundRect">
            <a:avLst>
              <a:gd name="adj" fmla="val 6957"/>
            </a:avLst>
          </a:prstGeom>
          <a:solidFill>
            <a:srgbClr val="F1F0FA"/>
          </a:solidFill>
          <a:ln w="12627">
            <a:solidFill>
              <a:srgbClr val="B8B5E6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zone_outputs_title">
            <a:extLst>
              <a:ext uri="{FF2B5EF4-FFF2-40B4-BE49-F238E27FC236}">
                <a16:creationId xmlns:a16="http://schemas.microsoft.com/office/drawing/2014/main" id="{D83E7750-B70A-5217-BF87-6AF9830A03E2}"/>
              </a:ext>
            </a:extLst>
          </p:cNvPr>
          <p:cNvSpPr txBox="1"/>
          <p:nvPr/>
        </p:nvSpPr>
        <p:spPr>
          <a:xfrm>
            <a:off x="10136524" y="1517784"/>
            <a:ext cx="1584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4338CA"/>
                </a:solidFill>
                <a:latin typeface="Aptos" panose="020B0004020202020204" pitchFamily="34" charset="0"/>
              </a:rPr>
              <a:t>4. Outputs</a:t>
            </a:r>
            <a:endParaRPr lang="ko-KR" altLang="en-US" sz="1460" b="1">
              <a:solidFill>
                <a:srgbClr val="4338CA"/>
              </a:solidFill>
              <a:latin typeface="Aptos" panose="020B0004020202020204" pitchFamily="34" charset="0"/>
            </a:endParaRPr>
          </a:p>
        </p:txBody>
      </p:sp>
      <p:sp>
        <p:nvSpPr>
          <p:cNvPr id="20" name="zone_outputs_subtitle">
            <a:extLst>
              <a:ext uri="{FF2B5EF4-FFF2-40B4-BE49-F238E27FC236}">
                <a16:creationId xmlns:a16="http://schemas.microsoft.com/office/drawing/2014/main" id="{0919E7C8-EEFB-AE76-D8CC-086896B40897}"/>
              </a:ext>
            </a:extLst>
          </p:cNvPr>
          <p:cNvSpPr txBox="1"/>
          <p:nvPr/>
        </p:nvSpPr>
        <p:spPr>
          <a:xfrm>
            <a:off x="10136524" y="1814362"/>
            <a:ext cx="1584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PPTX, HTML, PDF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cxnSp>
        <p:nvCxnSpPr>
          <p:cNvPr id="21" name="main_start_markdown">
            <a:extLst>
              <a:ext uri="{FF2B5EF4-FFF2-40B4-BE49-F238E27FC236}">
                <a16:creationId xmlns:a16="http://schemas.microsoft.com/office/drawing/2014/main" id="{E39CC62B-810F-C353-6BA8-F5A7B3EB54C9}"/>
              </a:ext>
            </a:extLst>
          </p:cNvPr>
          <p:cNvCxnSpPr/>
          <p:nvPr/>
        </p:nvCxnSpPr>
        <p:spPr>
          <a:xfrm>
            <a:off x="2002921" y="2477302"/>
            <a:ext cx="0" cy="20935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main_markdown_splitter">
            <a:extLst>
              <a:ext uri="{FF2B5EF4-FFF2-40B4-BE49-F238E27FC236}">
                <a16:creationId xmlns:a16="http://schemas.microsoft.com/office/drawing/2014/main" id="{CE6F8A24-861F-B6EE-CC87-C588C90BC630}"/>
              </a:ext>
            </a:extLst>
          </p:cNvPr>
          <p:cNvCxnSpPr/>
          <p:nvPr/>
        </p:nvCxnSpPr>
        <p:spPr>
          <a:xfrm>
            <a:off x="2002921" y="3628724"/>
            <a:ext cx="0" cy="279133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main_splitter_ir_seg_1">
            <a:extLst>
              <a:ext uri="{FF2B5EF4-FFF2-40B4-BE49-F238E27FC236}">
                <a16:creationId xmlns:a16="http://schemas.microsoft.com/office/drawing/2014/main" id="{1EF0B746-72DD-A554-E0FF-E8DFC4FA865E}"/>
              </a:ext>
            </a:extLst>
          </p:cNvPr>
          <p:cNvCxnSpPr/>
          <p:nvPr/>
        </p:nvCxnSpPr>
        <p:spPr>
          <a:xfrm>
            <a:off x="2995674" y="4396339"/>
            <a:ext cx="330917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main_splitter_ir_seg_2">
            <a:extLst>
              <a:ext uri="{FF2B5EF4-FFF2-40B4-BE49-F238E27FC236}">
                <a16:creationId xmlns:a16="http://schemas.microsoft.com/office/drawing/2014/main" id="{09ADF139-3E78-C746-23E8-6A2CA697D214}"/>
              </a:ext>
            </a:extLst>
          </p:cNvPr>
          <p:cNvCxnSpPr/>
          <p:nvPr/>
        </p:nvCxnSpPr>
        <p:spPr>
          <a:xfrm flipV="1">
            <a:off x="3326591" y="2534001"/>
            <a:ext cx="0" cy="1862338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main_splitter_ir_seg_3">
            <a:extLst>
              <a:ext uri="{FF2B5EF4-FFF2-40B4-BE49-F238E27FC236}">
                <a16:creationId xmlns:a16="http://schemas.microsoft.com/office/drawing/2014/main" id="{92A6280F-01A8-9979-CB0B-D834456D2179}"/>
              </a:ext>
            </a:extLst>
          </p:cNvPr>
          <p:cNvCxnSpPr/>
          <p:nvPr/>
        </p:nvCxnSpPr>
        <p:spPr>
          <a:xfrm>
            <a:off x="3326591" y="2534001"/>
            <a:ext cx="330918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hint_ir_reasoning">
            <a:extLst>
              <a:ext uri="{FF2B5EF4-FFF2-40B4-BE49-F238E27FC236}">
                <a16:creationId xmlns:a16="http://schemas.microsoft.com/office/drawing/2014/main" id="{AE04FE2C-6968-9D24-10D9-69E5D15302C4}"/>
              </a:ext>
            </a:extLst>
          </p:cNvPr>
          <p:cNvCxnSpPr/>
          <p:nvPr/>
        </p:nvCxnSpPr>
        <p:spPr>
          <a:xfrm>
            <a:off x="4615428" y="2991953"/>
            <a:ext cx="0" cy="49720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main_ir_rules">
            <a:extLst>
              <a:ext uri="{FF2B5EF4-FFF2-40B4-BE49-F238E27FC236}">
                <a16:creationId xmlns:a16="http://schemas.microsoft.com/office/drawing/2014/main" id="{A38F09B0-184D-3EF7-C18F-9094A30132DE}"/>
              </a:ext>
            </a:extLst>
          </p:cNvPr>
          <p:cNvCxnSpPr/>
          <p:nvPr/>
        </p:nvCxnSpPr>
        <p:spPr>
          <a:xfrm>
            <a:off x="5573346" y="2534001"/>
            <a:ext cx="653127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hint_reasoning_rules_seg_1">
            <a:extLst>
              <a:ext uri="{FF2B5EF4-FFF2-40B4-BE49-F238E27FC236}">
                <a16:creationId xmlns:a16="http://schemas.microsoft.com/office/drawing/2014/main" id="{56DF37D7-0F47-6911-D62E-204B90E7392F}"/>
              </a:ext>
            </a:extLst>
          </p:cNvPr>
          <p:cNvCxnSpPr/>
          <p:nvPr/>
        </p:nvCxnSpPr>
        <p:spPr>
          <a:xfrm>
            <a:off x="5573346" y="4186989"/>
            <a:ext cx="330918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hint_reasoning_rules_seg_2">
            <a:extLst>
              <a:ext uri="{FF2B5EF4-FFF2-40B4-BE49-F238E27FC236}">
                <a16:creationId xmlns:a16="http://schemas.microsoft.com/office/drawing/2014/main" id="{7D1F3C84-DB59-D616-DA28-B284A1A2AB9E}"/>
              </a:ext>
            </a:extLst>
          </p:cNvPr>
          <p:cNvCxnSpPr/>
          <p:nvPr/>
        </p:nvCxnSpPr>
        <p:spPr>
          <a:xfrm flipV="1">
            <a:off x="5904264" y="3453394"/>
            <a:ext cx="0" cy="73359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hint_reasoning_rules_seg_3">
            <a:extLst>
              <a:ext uri="{FF2B5EF4-FFF2-40B4-BE49-F238E27FC236}">
                <a16:creationId xmlns:a16="http://schemas.microsoft.com/office/drawing/2014/main" id="{538A58D9-B8A5-8A8E-74FF-ABA7F342F5DF}"/>
              </a:ext>
            </a:extLst>
          </p:cNvPr>
          <p:cNvCxnSpPr/>
          <p:nvPr/>
        </p:nvCxnSpPr>
        <p:spPr>
          <a:xfrm>
            <a:off x="5904264" y="3453394"/>
            <a:ext cx="156750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ule_features_recipes">
            <a:extLst>
              <a:ext uri="{FF2B5EF4-FFF2-40B4-BE49-F238E27FC236}">
                <a16:creationId xmlns:a16="http://schemas.microsoft.com/office/drawing/2014/main" id="{6C992AF4-E9EE-028A-494A-1621A62592B0}"/>
              </a:ext>
            </a:extLst>
          </p:cNvPr>
          <p:cNvCxnSpPr/>
          <p:nvPr/>
        </p:nvCxnSpPr>
        <p:spPr>
          <a:xfrm>
            <a:off x="7140850" y="349788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ule_recipes_theme">
            <a:extLst>
              <a:ext uri="{FF2B5EF4-FFF2-40B4-BE49-F238E27FC236}">
                <a16:creationId xmlns:a16="http://schemas.microsoft.com/office/drawing/2014/main" id="{7E7FACC4-6FAA-03FB-6B12-312825192465}"/>
              </a:ext>
            </a:extLst>
          </p:cNvPr>
          <p:cNvCxnSpPr/>
          <p:nvPr/>
        </p:nvCxnSpPr>
        <p:spPr>
          <a:xfrm>
            <a:off x="8377436" y="349788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ule_features_compose">
            <a:extLst>
              <a:ext uri="{FF2B5EF4-FFF2-40B4-BE49-F238E27FC236}">
                <a16:creationId xmlns:a16="http://schemas.microsoft.com/office/drawing/2014/main" id="{6BCD6DC8-8381-B201-BCD1-B282866BF9A1}"/>
              </a:ext>
            </a:extLst>
          </p:cNvPr>
          <p:cNvCxnSpPr/>
          <p:nvPr/>
        </p:nvCxnSpPr>
        <p:spPr>
          <a:xfrm>
            <a:off x="6600932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ule_recipes_objects">
            <a:extLst>
              <a:ext uri="{FF2B5EF4-FFF2-40B4-BE49-F238E27FC236}">
                <a16:creationId xmlns:a16="http://schemas.microsoft.com/office/drawing/2014/main" id="{320524C9-9E7E-428D-019E-837FCF3EF404}"/>
              </a:ext>
            </a:extLst>
          </p:cNvPr>
          <p:cNvCxnSpPr/>
          <p:nvPr/>
        </p:nvCxnSpPr>
        <p:spPr>
          <a:xfrm>
            <a:off x="7837519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ule_theme_decorate">
            <a:extLst>
              <a:ext uri="{FF2B5EF4-FFF2-40B4-BE49-F238E27FC236}">
                <a16:creationId xmlns:a16="http://schemas.microsoft.com/office/drawing/2014/main" id="{B6B5F24D-ECF9-E6FB-0EC9-6AE321F5E88D}"/>
              </a:ext>
            </a:extLst>
          </p:cNvPr>
          <p:cNvCxnSpPr/>
          <p:nvPr/>
        </p:nvCxnSpPr>
        <p:spPr>
          <a:xfrm>
            <a:off x="9074104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ule_compose_objects">
            <a:extLst>
              <a:ext uri="{FF2B5EF4-FFF2-40B4-BE49-F238E27FC236}">
                <a16:creationId xmlns:a16="http://schemas.microsoft.com/office/drawing/2014/main" id="{697C7654-9E93-3756-4D2F-9A6AF7EC5604}"/>
              </a:ext>
            </a:extLst>
          </p:cNvPr>
          <p:cNvCxnSpPr/>
          <p:nvPr/>
        </p:nvCxnSpPr>
        <p:spPr>
          <a:xfrm>
            <a:off x="7140850" y="449229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ule_objects_decorate">
            <a:extLst>
              <a:ext uri="{FF2B5EF4-FFF2-40B4-BE49-F238E27FC236}">
                <a16:creationId xmlns:a16="http://schemas.microsoft.com/office/drawing/2014/main" id="{500090C7-31CC-59A3-4DF7-2CC8D7B9C7A1}"/>
              </a:ext>
            </a:extLst>
          </p:cNvPr>
          <p:cNvCxnSpPr/>
          <p:nvPr/>
        </p:nvCxnSpPr>
        <p:spPr>
          <a:xfrm>
            <a:off x="8377436" y="449229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main_rules_styled_ir">
            <a:extLst>
              <a:ext uri="{FF2B5EF4-FFF2-40B4-BE49-F238E27FC236}">
                <a16:creationId xmlns:a16="http://schemas.microsoft.com/office/drawing/2014/main" id="{AF524331-AE28-1C1A-52F6-5BD27FD9AA48}"/>
              </a:ext>
            </a:extLst>
          </p:cNvPr>
          <p:cNvCxnSpPr/>
          <p:nvPr/>
        </p:nvCxnSpPr>
        <p:spPr>
          <a:xfrm>
            <a:off x="9448564" y="2534001"/>
            <a:ext cx="627002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main_styled_renderers">
            <a:extLst>
              <a:ext uri="{FF2B5EF4-FFF2-40B4-BE49-F238E27FC236}">
                <a16:creationId xmlns:a16="http://schemas.microsoft.com/office/drawing/2014/main" id="{6782BB55-F63B-1B1D-34B8-C2A0EDAFC1B6}"/>
              </a:ext>
            </a:extLst>
          </p:cNvPr>
          <p:cNvCxnSpPr/>
          <p:nvPr/>
        </p:nvCxnSpPr>
        <p:spPr>
          <a:xfrm>
            <a:off x="10928984" y="2991953"/>
            <a:ext cx="0" cy="409976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validation_loop">
            <a:extLst>
              <a:ext uri="{FF2B5EF4-FFF2-40B4-BE49-F238E27FC236}">
                <a16:creationId xmlns:a16="http://schemas.microsoft.com/office/drawing/2014/main" id="{AAE622E1-BF74-62EC-EEFA-10A971C35613}"/>
              </a:ext>
            </a:extLst>
          </p:cNvPr>
          <p:cNvCxnSpPr/>
          <p:nvPr/>
        </p:nvCxnSpPr>
        <p:spPr>
          <a:xfrm>
            <a:off x="10928984" y="4317833"/>
            <a:ext cx="0" cy="95952"/>
          </a:xfrm>
          <a:prstGeom prst="line">
            <a:avLst/>
          </a:prstGeom>
          <a:ln w="23749">
            <a:solidFill>
              <a:srgbClr val="BE123C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source_chip">
            <a:extLst>
              <a:ext uri="{FF2B5EF4-FFF2-40B4-BE49-F238E27FC236}">
                <a16:creationId xmlns:a16="http://schemas.microsoft.com/office/drawing/2014/main" id="{74DC4082-745C-0AD2-1FD8-BFE48FF0CD42}"/>
              </a:ext>
            </a:extLst>
          </p:cNvPr>
          <p:cNvSpPr/>
          <p:nvPr/>
        </p:nvSpPr>
        <p:spPr>
          <a:xfrm>
            <a:off x="1654587" y="2163278"/>
            <a:ext cx="696669" cy="314024"/>
          </a:xfrm>
          <a:prstGeom prst="roundRect">
            <a:avLst>
              <a:gd name="adj" fmla="val 44370"/>
            </a:avLst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source_chip_text">
            <a:extLst>
              <a:ext uri="{FF2B5EF4-FFF2-40B4-BE49-F238E27FC236}">
                <a16:creationId xmlns:a16="http://schemas.microsoft.com/office/drawing/2014/main" id="{D99FEC8B-035D-430D-5F4B-56EB468ECBEC}"/>
              </a:ext>
            </a:extLst>
          </p:cNvPr>
          <p:cNvSpPr txBox="1"/>
          <p:nvPr/>
        </p:nvSpPr>
        <p:spPr>
          <a:xfrm>
            <a:off x="1724254" y="2163278"/>
            <a:ext cx="557335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334155"/>
                </a:solidFill>
                <a:latin typeface="Aptos" panose="020B0004020202020204" pitchFamily="34" charset="0"/>
              </a:rPr>
              <a:t>source</a:t>
            </a:r>
            <a:endParaRPr lang="ko-KR" altLang="en-US" sz="98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43" name="markdown_card">
            <a:extLst>
              <a:ext uri="{FF2B5EF4-FFF2-40B4-BE49-F238E27FC236}">
                <a16:creationId xmlns:a16="http://schemas.microsoft.com/office/drawing/2014/main" id="{596BF581-ED5C-051A-6180-3A9020CC1B5D}"/>
              </a:ext>
            </a:extLst>
          </p:cNvPr>
          <p:cNvSpPr/>
          <p:nvPr/>
        </p:nvSpPr>
        <p:spPr>
          <a:xfrm>
            <a:off x="1010169" y="2686652"/>
            <a:ext cx="1985505" cy="942072"/>
          </a:xfrm>
          <a:prstGeom prst="roundRect">
            <a:avLst>
              <a:gd name="adj" fmla="val 14790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markdown_icon_dot">
            <a:extLst>
              <a:ext uri="{FF2B5EF4-FFF2-40B4-BE49-F238E27FC236}">
                <a16:creationId xmlns:a16="http://schemas.microsoft.com/office/drawing/2014/main" id="{E3CADD30-7DFA-0C52-0A57-FCB1F4D8BC13}"/>
              </a:ext>
            </a:extLst>
          </p:cNvPr>
          <p:cNvSpPr/>
          <p:nvPr/>
        </p:nvSpPr>
        <p:spPr>
          <a:xfrm>
            <a:off x="1179982" y="2909085"/>
            <a:ext cx="217709" cy="218073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markdown_icon_label">
            <a:extLst>
              <a:ext uri="{FF2B5EF4-FFF2-40B4-BE49-F238E27FC236}">
                <a16:creationId xmlns:a16="http://schemas.microsoft.com/office/drawing/2014/main" id="{9E11529A-B93D-8B54-FB5D-7FABDE08CDCA}"/>
              </a:ext>
            </a:extLst>
          </p:cNvPr>
          <p:cNvSpPr txBox="1"/>
          <p:nvPr/>
        </p:nvSpPr>
        <p:spPr>
          <a:xfrm>
            <a:off x="1179982" y="2909085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M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6" name="markdown_title">
            <a:extLst>
              <a:ext uri="{FF2B5EF4-FFF2-40B4-BE49-F238E27FC236}">
                <a16:creationId xmlns:a16="http://schemas.microsoft.com/office/drawing/2014/main" id="{99AC761A-7418-3A87-2E7A-560435C2A6AB}"/>
              </a:ext>
            </a:extLst>
          </p:cNvPr>
          <p:cNvSpPr txBox="1"/>
          <p:nvPr/>
        </p:nvSpPr>
        <p:spPr>
          <a:xfrm>
            <a:off x="1515254" y="2904724"/>
            <a:ext cx="135850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Markdown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47" name="markdown_line_0">
            <a:extLst>
              <a:ext uri="{FF2B5EF4-FFF2-40B4-BE49-F238E27FC236}">
                <a16:creationId xmlns:a16="http://schemas.microsoft.com/office/drawing/2014/main" id="{12142459-4DCD-19F9-3DE8-F08E44D1107A}"/>
              </a:ext>
            </a:extLst>
          </p:cNvPr>
          <p:cNvSpPr txBox="1"/>
          <p:nvPr/>
        </p:nvSpPr>
        <p:spPr>
          <a:xfrm>
            <a:off x="1297545" y="3244917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headings, tables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8" name="markdown_line_1">
            <a:extLst>
              <a:ext uri="{FF2B5EF4-FFF2-40B4-BE49-F238E27FC236}">
                <a16:creationId xmlns:a16="http://schemas.microsoft.com/office/drawing/2014/main" id="{15736425-DF3F-BCA0-2493-3D8BAE917A70}"/>
              </a:ext>
            </a:extLst>
          </p:cNvPr>
          <p:cNvSpPr txBox="1"/>
          <p:nvPr/>
        </p:nvSpPr>
        <p:spPr>
          <a:xfrm>
            <a:off x="1297545" y="3410652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charts and images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9" name="splitter_card">
            <a:extLst>
              <a:ext uri="{FF2B5EF4-FFF2-40B4-BE49-F238E27FC236}">
                <a16:creationId xmlns:a16="http://schemas.microsoft.com/office/drawing/2014/main" id="{B98235E8-314D-B2CA-A3F6-7FAB318E7792}"/>
              </a:ext>
            </a:extLst>
          </p:cNvPr>
          <p:cNvSpPr/>
          <p:nvPr/>
        </p:nvSpPr>
        <p:spPr>
          <a:xfrm>
            <a:off x="1010169" y="3907857"/>
            <a:ext cx="1985505" cy="976964"/>
          </a:xfrm>
          <a:prstGeom prst="roundRect">
            <a:avLst>
              <a:gd name="adj" fmla="val 14262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splitter_icon_dot">
            <a:extLst>
              <a:ext uri="{FF2B5EF4-FFF2-40B4-BE49-F238E27FC236}">
                <a16:creationId xmlns:a16="http://schemas.microsoft.com/office/drawing/2014/main" id="{3279EC3A-2EAE-8B28-70BC-A9DCB33F235A}"/>
              </a:ext>
            </a:extLst>
          </p:cNvPr>
          <p:cNvSpPr/>
          <p:nvPr/>
        </p:nvSpPr>
        <p:spPr>
          <a:xfrm>
            <a:off x="1179982" y="4130291"/>
            <a:ext cx="217709" cy="218072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splitter_icon_label">
            <a:extLst>
              <a:ext uri="{FF2B5EF4-FFF2-40B4-BE49-F238E27FC236}">
                <a16:creationId xmlns:a16="http://schemas.microsoft.com/office/drawing/2014/main" id="{0F69E6A1-DF24-5C2F-1465-D1F4C64A8773}"/>
              </a:ext>
            </a:extLst>
          </p:cNvPr>
          <p:cNvSpPr txBox="1"/>
          <p:nvPr/>
        </p:nvSpPr>
        <p:spPr>
          <a:xfrm>
            <a:off x="1179982" y="4130291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2" name="splitter_title">
            <a:extLst>
              <a:ext uri="{FF2B5EF4-FFF2-40B4-BE49-F238E27FC236}">
                <a16:creationId xmlns:a16="http://schemas.microsoft.com/office/drawing/2014/main" id="{5875C5CD-48E9-A69A-7856-F246E33288FA}"/>
              </a:ext>
            </a:extLst>
          </p:cNvPr>
          <p:cNvSpPr txBox="1"/>
          <p:nvPr/>
        </p:nvSpPr>
        <p:spPr>
          <a:xfrm>
            <a:off x="1515254" y="4125929"/>
            <a:ext cx="135850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MDPR Splitter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3" name="splitter_line_0">
            <a:extLst>
              <a:ext uri="{FF2B5EF4-FFF2-40B4-BE49-F238E27FC236}">
                <a16:creationId xmlns:a16="http://schemas.microsoft.com/office/drawing/2014/main" id="{EF86A5A3-E263-D2E7-6F34-040B0F6979FC}"/>
              </a:ext>
            </a:extLst>
          </p:cNvPr>
          <p:cNvSpPr txBox="1"/>
          <p:nvPr/>
        </p:nvSpPr>
        <p:spPr>
          <a:xfrm>
            <a:off x="1297545" y="4466122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Pandoc or simple AST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4" name="splitter_line_1">
            <a:extLst>
              <a:ext uri="{FF2B5EF4-FFF2-40B4-BE49-F238E27FC236}">
                <a16:creationId xmlns:a16="http://schemas.microsoft.com/office/drawing/2014/main" id="{EF42F72A-CF9C-FA0D-0E10-13F9113EFF8C}"/>
              </a:ext>
            </a:extLst>
          </p:cNvPr>
          <p:cNvSpPr txBox="1"/>
          <p:nvPr/>
        </p:nvSpPr>
        <p:spPr>
          <a:xfrm>
            <a:off x="1297545" y="4631857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slide/object split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5" name="ir_core_card">
            <a:extLst>
              <a:ext uri="{FF2B5EF4-FFF2-40B4-BE49-F238E27FC236}">
                <a16:creationId xmlns:a16="http://schemas.microsoft.com/office/drawing/2014/main" id="{B71B8F5F-B69A-FE9D-B27D-803E6A1A4245}"/>
              </a:ext>
            </a:extLst>
          </p:cNvPr>
          <p:cNvSpPr/>
          <p:nvPr/>
        </p:nvSpPr>
        <p:spPr>
          <a:xfrm>
            <a:off x="3657509" y="2076049"/>
            <a:ext cx="1915838" cy="915904"/>
          </a:xfrm>
          <a:prstGeom prst="roundRect">
            <a:avLst>
              <a:gd name="adj" fmla="val 15213"/>
            </a:avLst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ir_core_icon_dot">
            <a:extLst>
              <a:ext uri="{FF2B5EF4-FFF2-40B4-BE49-F238E27FC236}">
                <a16:creationId xmlns:a16="http://schemas.microsoft.com/office/drawing/2014/main" id="{3E8BEF65-9BFB-094F-3215-A5B5FD043520}"/>
              </a:ext>
            </a:extLst>
          </p:cNvPr>
          <p:cNvSpPr/>
          <p:nvPr/>
        </p:nvSpPr>
        <p:spPr>
          <a:xfrm>
            <a:off x="3827321" y="2298483"/>
            <a:ext cx="217709" cy="218072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ir_core_icon_label">
            <a:extLst>
              <a:ext uri="{FF2B5EF4-FFF2-40B4-BE49-F238E27FC236}">
                <a16:creationId xmlns:a16="http://schemas.microsoft.com/office/drawing/2014/main" id="{DA4735E6-3DFE-64F0-6A26-ABFF11C638B5}"/>
              </a:ext>
            </a:extLst>
          </p:cNvPr>
          <p:cNvSpPr txBox="1"/>
          <p:nvPr/>
        </p:nvSpPr>
        <p:spPr>
          <a:xfrm>
            <a:off x="3827321" y="2298483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I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8" name="ir_core_title">
            <a:extLst>
              <a:ext uri="{FF2B5EF4-FFF2-40B4-BE49-F238E27FC236}">
                <a16:creationId xmlns:a16="http://schemas.microsoft.com/office/drawing/2014/main" id="{5CB7C43F-6F0E-A1C3-A2BE-B537D52888AF}"/>
              </a:ext>
            </a:extLst>
          </p:cNvPr>
          <p:cNvSpPr txBox="1"/>
          <p:nvPr/>
        </p:nvSpPr>
        <p:spPr>
          <a:xfrm>
            <a:off x="4162593" y="2294121"/>
            <a:ext cx="1288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Slide Element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9" name="ir_core_line_0">
            <a:extLst>
              <a:ext uri="{FF2B5EF4-FFF2-40B4-BE49-F238E27FC236}">
                <a16:creationId xmlns:a16="http://schemas.microsoft.com/office/drawing/2014/main" id="{9048BC93-1F17-559F-3270-8D688C40CE69}"/>
              </a:ext>
            </a:extLst>
          </p:cNvPr>
          <p:cNvSpPr txBox="1"/>
          <p:nvPr/>
        </p:nvSpPr>
        <p:spPr>
          <a:xfrm>
            <a:off x="3944884" y="2634314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semantic blocks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0" name="ir_core_line_1">
            <a:extLst>
              <a:ext uri="{FF2B5EF4-FFF2-40B4-BE49-F238E27FC236}">
                <a16:creationId xmlns:a16="http://schemas.microsoft.com/office/drawing/2014/main" id="{312B7E56-DC2E-9B22-C907-29198E77264A}"/>
              </a:ext>
            </a:extLst>
          </p:cNvPr>
          <p:cNvSpPr txBox="1"/>
          <p:nvPr/>
        </p:nvSpPr>
        <p:spPr>
          <a:xfrm>
            <a:off x="3944884" y="2800049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graph kept whole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1" name="reasoning_card">
            <a:extLst>
              <a:ext uri="{FF2B5EF4-FFF2-40B4-BE49-F238E27FC236}">
                <a16:creationId xmlns:a16="http://schemas.microsoft.com/office/drawing/2014/main" id="{66EA7FF0-BABF-58D0-4789-D1C4B47B5881}"/>
              </a:ext>
            </a:extLst>
          </p:cNvPr>
          <p:cNvSpPr/>
          <p:nvPr/>
        </p:nvSpPr>
        <p:spPr>
          <a:xfrm>
            <a:off x="3657509" y="3489158"/>
            <a:ext cx="1915838" cy="1395663"/>
          </a:xfrm>
          <a:prstGeom prst="roundRect">
            <a:avLst>
              <a:gd name="adj" fmla="val 9983"/>
            </a:avLst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reasoning_icon_dot">
            <a:extLst>
              <a:ext uri="{FF2B5EF4-FFF2-40B4-BE49-F238E27FC236}">
                <a16:creationId xmlns:a16="http://schemas.microsoft.com/office/drawing/2014/main" id="{C55BD113-44E4-1596-E1F3-D2AC7669713A}"/>
              </a:ext>
            </a:extLst>
          </p:cNvPr>
          <p:cNvSpPr/>
          <p:nvPr/>
        </p:nvSpPr>
        <p:spPr>
          <a:xfrm>
            <a:off x="3827321" y="3711592"/>
            <a:ext cx="217709" cy="218072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reasoning_icon_label">
            <a:extLst>
              <a:ext uri="{FF2B5EF4-FFF2-40B4-BE49-F238E27FC236}">
                <a16:creationId xmlns:a16="http://schemas.microsoft.com/office/drawing/2014/main" id="{462FCB43-4374-71CB-D3BE-A8C16749BC0A}"/>
              </a:ext>
            </a:extLst>
          </p:cNvPr>
          <p:cNvSpPr txBox="1"/>
          <p:nvPr/>
        </p:nvSpPr>
        <p:spPr>
          <a:xfrm>
            <a:off x="3827321" y="3711592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H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4" name="reasoning_title">
            <a:extLst>
              <a:ext uri="{FF2B5EF4-FFF2-40B4-BE49-F238E27FC236}">
                <a16:creationId xmlns:a16="http://schemas.microsoft.com/office/drawing/2014/main" id="{AACC2751-9CE7-F91A-338E-509C15AD2E09}"/>
              </a:ext>
            </a:extLst>
          </p:cNvPr>
          <p:cNvSpPr txBox="1"/>
          <p:nvPr/>
        </p:nvSpPr>
        <p:spPr>
          <a:xfrm>
            <a:off x="4162593" y="3707230"/>
            <a:ext cx="1288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Hint Packet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65" name="reasoning_line_0">
            <a:extLst>
              <a:ext uri="{FF2B5EF4-FFF2-40B4-BE49-F238E27FC236}">
                <a16:creationId xmlns:a16="http://schemas.microsoft.com/office/drawing/2014/main" id="{886DDD49-759F-2086-9E89-58EC1A32DB35}"/>
              </a:ext>
            </a:extLst>
          </p:cNvPr>
          <p:cNvSpPr txBox="1"/>
          <p:nvPr/>
        </p:nvSpPr>
        <p:spPr>
          <a:xfrm>
            <a:off x="3944884" y="4047423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intent + importance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6" name="reasoning_guard">
            <a:extLst>
              <a:ext uri="{FF2B5EF4-FFF2-40B4-BE49-F238E27FC236}">
                <a16:creationId xmlns:a16="http://schemas.microsoft.com/office/drawing/2014/main" id="{FE0F55FF-6710-C229-0CDC-D85D6085FF60}"/>
              </a:ext>
            </a:extLst>
          </p:cNvPr>
          <p:cNvSpPr/>
          <p:nvPr/>
        </p:nvSpPr>
        <p:spPr>
          <a:xfrm>
            <a:off x="3901342" y="4309110"/>
            <a:ext cx="1428171" cy="314024"/>
          </a:xfrm>
          <a:prstGeom prst="roundRect">
            <a:avLst>
              <a:gd name="adj" fmla="val 44370"/>
            </a:avLst>
          </a:prstGeom>
          <a:solidFill>
            <a:srgbClr val="FFF7E6"/>
          </a:solidFill>
          <a:ln w="12627">
            <a:solidFill>
              <a:srgbClr val="E9B44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reasoning_guard_text">
            <a:extLst>
              <a:ext uri="{FF2B5EF4-FFF2-40B4-BE49-F238E27FC236}">
                <a16:creationId xmlns:a16="http://schemas.microsoft.com/office/drawing/2014/main" id="{2CE1C936-6962-D134-C863-1ABC61F9AA6F}"/>
              </a:ext>
            </a:extLst>
          </p:cNvPr>
          <p:cNvSpPr txBox="1"/>
          <p:nvPr/>
        </p:nvSpPr>
        <p:spPr>
          <a:xfrm>
            <a:off x="3971009" y="4309110"/>
            <a:ext cx="1288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7C3D12"/>
                </a:solidFill>
                <a:latin typeface="Aptos" panose="020B0004020202020204" pitchFamily="34" charset="0"/>
              </a:rPr>
              <a:t>hints only</a:t>
            </a:r>
            <a:endParaRPr lang="ko-KR" altLang="en-US" sz="980" b="1">
              <a:solidFill>
                <a:srgbClr val="7C3D12"/>
              </a:solidFill>
              <a:latin typeface="Aptos" panose="020B0004020202020204" pitchFamily="34" charset="0"/>
            </a:endParaRPr>
          </a:p>
        </p:txBody>
      </p:sp>
      <p:sp>
        <p:nvSpPr>
          <p:cNvPr id="68" name="reasoning_limit">
            <a:extLst>
              <a:ext uri="{FF2B5EF4-FFF2-40B4-BE49-F238E27FC236}">
                <a16:creationId xmlns:a16="http://schemas.microsoft.com/office/drawing/2014/main" id="{8B722ED0-5B2A-00AB-87C3-E56656BE0C5C}"/>
              </a:ext>
            </a:extLst>
          </p:cNvPr>
          <p:cNvSpPr txBox="1"/>
          <p:nvPr/>
        </p:nvSpPr>
        <p:spPr>
          <a:xfrm>
            <a:off x="3875217" y="4570797"/>
            <a:ext cx="148042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64748B"/>
                </a:solidFill>
                <a:latin typeface="Aptos" panose="020B0004020202020204" pitchFamily="34" charset="0"/>
              </a:rPr>
              <a:t>no coords/styles</a:t>
            </a:r>
            <a:endParaRPr lang="ko-KR" altLang="en-US" sz="980" b="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69" name="rule_engine_card">
            <a:extLst>
              <a:ext uri="{FF2B5EF4-FFF2-40B4-BE49-F238E27FC236}">
                <a16:creationId xmlns:a16="http://schemas.microsoft.com/office/drawing/2014/main" id="{086C6A70-C45D-6B00-D5BD-E7AD215BB1ED}"/>
              </a:ext>
            </a:extLst>
          </p:cNvPr>
          <p:cNvSpPr/>
          <p:nvPr/>
        </p:nvSpPr>
        <p:spPr>
          <a:xfrm>
            <a:off x="6226473" y="2185085"/>
            <a:ext cx="3222091" cy="697832"/>
          </a:xfrm>
          <a:prstGeom prst="roundRect">
            <a:avLst>
              <a:gd name="adj" fmla="val 19967"/>
            </a:avLst>
          </a:prstGeom>
          <a:solidFill>
            <a:srgbClr val="DCFCE7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rule_engine_title">
            <a:extLst>
              <a:ext uri="{FF2B5EF4-FFF2-40B4-BE49-F238E27FC236}">
                <a16:creationId xmlns:a16="http://schemas.microsoft.com/office/drawing/2014/main" id="{9BA67C1C-2C12-3A76-EA97-ADC8A94AFA59}"/>
              </a:ext>
            </a:extLst>
          </p:cNvPr>
          <p:cNvSpPr txBox="1"/>
          <p:nvPr/>
        </p:nvSpPr>
        <p:spPr>
          <a:xfrm>
            <a:off x="6487723" y="2307206"/>
            <a:ext cx="269959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 b="1">
                <a:solidFill>
                  <a:srgbClr val="14532D"/>
                </a:solidFill>
                <a:latin typeface="Aptos" panose="020B0004020202020204" pitchFamily="34" charset="0"/>
              </a:rPr>
              <a:t>Rule Engine Boundary</a:t>
            </a:r>
            <a:endParaRPr lang="ko-KR" altLang="en-US" sz="1241" b="1">
              <a:solidFill>
                <a:srgbClr val="14532D"/>
              </a:solidFill>
              <a:latin typeface="Aptos" panose="020B0004020202020204" pitchFamily="34" charset="0"/>
            </a:endParaRPr>
          </a:p>
        </p:txBody>
      </p:sp>
      <p:sp>
        <p:nvSpPr>
          <p:cNvPr id="71" name="rule_engine_body">
            <a:extLst>
              <a:ext uri="{FF2B5EF4-FFF2-40B4-BE49-F238E27FC236}">
                <a16:creationId xmlns:a16="http://schemas.microsoft.com/office/drawing/2014/main" id="{EDF2928A-EB1F-5DEC-3A6E-E6EC4AFD4114}"/>
              </a:ext>
            </a:extLst>
          </p:cNvPr>
          <p:cNvSpPr txBox="1"/>
          <p:nvPr/>
        </p:nvSpPr>
        <p:spPr>
          <a:xfrm>
            <a:off x="6487723" y="2577615"/>
            <a:ext cx="269959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022">
                <a:solidFill>
                  <a:srgbClr val="166534"/>
                </a:solidFill>
                <a:latin typeface="Aptos" panose="020B0004020202020204" pitchFamily="34" charset="0"/>
              </a:rPr>
              <a:t>recipes, colors, z-order</a:t>
            </a:r>
            <a:endParaRPr lang="ko-KR" altLang="en-US" sz="1022">
              <a:solidFill>
                <a:srgbClr val="166534"/>
              </a:solidFill>
              <a:latin typeface="Aptos" panose="020B0004020202020204" pitchFamily="34" charset="0"/>
            </a:endParaRPr>
          </a:p>
        </p:txBody>
      </p:sp>
      <p:sp>
        <p:nvSpPr>
          <p:cNvPr id="72" name="features_card">
            <a:extLst>
              <a:ext uri="{FF2B5EF4-FFF2-40B4-BE49-F238E27FC236}">
                <a16:creationId xmlns:a16="http://schemas.microsoft.com/office/drawing/2014/main" id="{69CDCB23-4125-3009-1F7B-AE288D714E40}"/>
              </a:ext>
            </a:extLst>
          </p:cNvPr>
          <p:cNvSpPr/>
          <p:nvPr/>
        </p:nvSpPr>
        <p:spPr>
          <a:xfrm>
            <a:off x="6061014" y="305301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features_icon_dot">
            <a:extLst>
              <a:ext uri="{FF2B5EF4-FFF2-40B4-BE49-F238E27FC236}">
                <a16:creationId xmlns:a16="http://schemas.microsoft.com/office/drawing/2014/main" id="{D3BC89BB-2868-B14E-60CD-5C9C9B8ADD33}"/>
              </a:ext>
            </a:extLst>
          </p:cNvPr>
          <p:cNvSpPr/>
          <p:nvPr/>
        </p:nvSpPr>
        <p:spPr>
          <a:xfrm>
            <a:off x="6182931" y="325364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features_icon_label">
            <a:extLst>
              <a:ext uri="{FF2B5EF4-FFF2-40B4-BE49-F238E27FC236}">
                <a16:creationId xmlns:a16="http://schemas.microsoft.com/office/drawing/2014/main" id="{3393217C-DB37-CF1D-A493-CEA29CA2B23A}"/>
              </a:ext>
            </a:extLst>
          </p:cNvPr>
          <p:cNvSpPr txBox="1"/>
          <p:nvPr/>
        </p:nvSpPr>
        <p:spPr>
          <a:xfrm>
            <a:off x="6182931" y="325364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F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5" name="features_title">
            <a:extLst>
              <a:ext uri="{FF2B5EF4-FFF2-40B4-BE49-F238E27FC236}">
                <a16:creationId xmlns:a16="http://schemas.microsoft.com/office/drawing/2014/main" id="{228EEAF0-5FDA-0A00-9A85-FAD3DC419DB8}"/>
              </a:ext>
            </a:extLst>
          </p:cNvPr>
          <p:cNvSpPr txBox="1"/>
          <p:nvPr/>
        </p:nvSpPr>
        <p:spPr>
          <a:xfrm>
            <a:off x="6452890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Features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76" name="features_line_0">
            <a:extLst>
              <a:ext uri="{FF2B5EF4-FFF2-40B4-BE49-F238E27FC236}">
                <a16:creationId xmlns:a16="http://schemas.microsoft.com/office/drawing/2014/main" id="{9F732D61-2E38-D08C-BA5F-3A63534AE8E0}"/>
              </a:ext>
            </a:extLst>
          </p:cNvPr>
          <p:cNvSpPr txBox="1"/>
          <p:nvPr/>
        </p:nvSpPr>
        <p:spPr>
          <a:xfrm>
            <a:off x="6261306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density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7" name="features_line_1">
            <a:extLst>
              <a:ext uri="{FF2B5EF4-FFF2-40B4-BE49-F238E27FC236}">
                <a16:creationId xmlns:a16="http://schemas.microsoft.com/office/drawing/2014/main" id="{1F52701B-5D07-DF51-6AF4-954644192479}"/>
              </a:ext>
            </a:extLst>
          </p:cNvPr>
          <p:cNvSpPr txBox="1"/>
          <p:nvPr/>
        </p:nvSpPr>
        <p:spPr>
          <a:xfrm>
            <a:off x="6261306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size risk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8" name="recipes_card">
            <a:extLst>
              <a:ext uri="{FF2B5EF4-FFF2-40B4-BE49-F238E27FC236}">
                <a16:creationId xmlns:a16="http://schemas.microsoft.com/office/drawing/2014/main" id="{D2DA1030-908A-EC05-09B9-80AD68500334}"/>
              </a:ext>
            </a:extLst>
          </p:cNvPr>
          <p:cNvSpPr/>
          <p:nvPr/>
        </p:nvSpPr>
        <p:spPr>
          <a:xfrm>
            <a:off x="7297600" y="305301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recipes_icon_dot">
            <a:extLst>
              <a:ext uri="{FF2B5EF4-FFF2-40B4-BE49-F238E27FC236}">
                <a16:creationId xmlns:a16="http://schemas.microsoft.com/office/drawing/2014/main" id="{A5986A28-3205-E76B-87C8-309991B1F90B}"/>
              </a:ext>
            </a:extLst>
          </p:cNvPr>
          <p:cNvSpPr/>
          <p:nvPr/>
        </p:nvSpPr>
        <p:spPr>
          <a:xfrm>
            <a:off x="7419518" y="3253640"/>
            <a:ext cx="156750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recipes_icon_label">
            <a:extLst>
              <a:ext uri="{FF2B5EF4-FFF2-40B4-BE49-F238E27FC236}">
                <a16:creationId xmlns:a16="http://schemas.microsoft.com/office/drawing/2014/main" id="{DE17B9C6-82F9-3354-A9B0-E9F15BF6D0B8}"/>
              </a:ext>
            </a:extLst>
          </p:cNvPr>
          <p:cNvSpPr txBox="1"/>
          <p:nvPr/>
        </p:nvSpPr>
        <p:spPr>
          <a:xfrm>
            <a:off x="7419518" y="325364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1" name="recipes_title">
            <a:extLst>
              <a:ext uri="{FF2B5EF4-FFF2-40B4-BE49-F238E27FC236}">
                <a16:creationId xmlns:a16="http://schemas.microsoft.com/office/drawing/2014/main" id="{E9036F68-A58B-57CF-1B28-B2E1AF65A53B}"/>
              </a:ext>
            </a:extLst>
          </p:cNvPr>
          <p:cNvSpPr txBox="1"/>
          <p:nvPr/>
        </p:nvSpPr>
        <p:spPr>
          <a:xfrm>
            <a:off x="7689476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Recipes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2" name="recipes_line_0">
            <a:extLst>
              <a:ext uri="{FF2B5EF4-FFF2-40B4-BE49-F238E27FC236}">
                <a16:creationId xmlns:a16="http://schemas.microsoft.com/office/drawing/2014/main" id="{C86B3465-3C29-515F-2937-4B13C15D8BA8}"/>
              </a:ext>
            </a:extLst>
          </p:cNvPr>
          <p:cNvSpPr txBox="1"/>
          <p:nvPr/>
        </p:nvSpPr>
        <p:spPr>
          <a:xfrm>
            <a:off x="7497893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profile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3" name="recipes_line_1">
            <a:extLst>
              <a:ext uri="{FF2B5EF4-FFF2-40B4-BE49-F238E27FC236}">
                <a16:creationId xmlns:a16="http://schemas.microsoft.com/office/drawing/2014/main" id="{B9151A42-783A-3DD3-2B14-C8625D7BCF14}"/>
              </a:ext>
            </a:extLst>
          </p:cNvPr>
          <p:cNvSpPr txBox="1"/>
          <p:nvPr/>
        </p:nvSpPr>
        <p:spPr>
          <a:xfrm>
            <a:off x="7497893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variant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4" name="theme_card">
            <a:extLst>
              <a:ext uri="{FF2B5EF4-FFF2-40B4-BE49-F238E27FC236}">
                <a16:creationId xmlns:a16="http://schemas.microsoft.com/office/drawing/2014/main" id="{041BC948-2B8A-DCF4-36A1-7243F636D089}"/>
              </a:ext>
            </a:extLst>
          </p:cNvPr>
          <p:cNvSpPr/>
          <p:nvPr/>
        </p:nvSpPr>
        <p:spPr>
          <a:xfrm>
            <a:off x="8534187" y="3053013"/>
            <a:ext cx="1079835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heme_icon_dot">
            <a:extLst>
              <a:ext uri="{FF2B5EF4-FFF2-40B4-BE49-F238E27FC236}">
                <a16:creationId xmlns:a16="http://schemas.microsoft.com/office/drawing/2014/main" id="{C272F0E8-00F2-B8B7-A005-3D8798A9F866}"/>
              </a:ext>
            </a:extLst>
          </p:cNvPr>
          <p:cNvSpPr/>
          <p:nvPr/>
        </p:nvSpPr>
        <p:spPr>
          <a:xfrm>
            <a:off x="8656103" y="325364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theme_icon_label">
            <a:extLst>
              <a:ext uri="{FF2B5EF4-FFF2-40B4-BE49-F238E27FC236}">
                <a16:creationId xmlns:a16="http://schemas.microsoft.com/office/drawing/2014/main" id="{FF8400D9-68DF-0874-6FAD-491CCBB89ABA}"/>
              </a:ext>
            </a:extLst>
          </p:cNvPr>
          <p:cNvSpPr txBox="1"/>
          <p:nvPr/>
        </p:nvSpPr>
        <p:spPr>
          <a:xfrm>
            <a:off x="8656103" y="325364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T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7" name="theme_title">
            <a:extLst>
              <a:ext uri="{FF2B5EF4-FFF2-40B4-BE49-F238E27FC236}">
                <a16:creationId xmlns:a16="http://schemas.microsoft.com/office/drawing/2014/main" id="{088884F8-695F-D1A4-7CCB-66F89DEFBCF7}"/>
              </a:ext>
            </a:extLst>
          </p:cNvPr>
          <p:cNvSpPr txBox="1"/>
          <p:nvPr/>
        </p:nvSpPr>
        <p:spPr>
          <a:xfrm>
            <a:off x="8926063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Theme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8" name="theme_line_0">
            <a:extLst>
              <a:ext uri="{FF2B5EF4-FFF2-40B4-BE49-F238E27FC236}">
                <a16:creationId xmlns:a16="http://schemas.microsoft.com/office/drawing/2014/main" id="{55C6FB5A-47F3-B599-E123-0D9A61287FB8}"/>
              </a:ext>
            </a:extLst>
          </p:cNvPr>
          <p:cNvSpPr txBox="1"/>
          <p:nvPr/>
        </p:nvSpPr>
        <p:spPr>
          <a:xfrm>
            <a:off x="8734478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harmony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9" name="theme_line_1">
            <a:extLst>
              <a:ext uri="{FF2B5EF4-FFF2-40B4-BE49-F238E27FC236}">
                <a16:creationId xmlns:a16="http://schemas.microsoft.com/office/drawing/2014/main" id="{F7AA71BA-A11C-7F64-0351-D8458516E896}"/>
              </a:ext>
            </a:extLst>
          </p:cNvPr>
          <p:cNvSpPr txBox="1"/>
          <p:nvPr/>
        </p:nvSpPr>
        <p:spPr>
          <a:xfrm>
            <a:off x="8734478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PPT accents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0" name="compose_card">
            <a:extLst>
              <a:ext uri="{FF2B5EF4-FFF2-40B4-BE49-F238E27FC236}">
                <a16:creationId xmlns:a16="http://schemas.microsoft.com/office/drawing/2014/main" id="{DD9B547F-FB92-FCA6-FCBB-B9F07149E06C}"/>
              </a:ext>
            </a:extLst>
          </p:cNvPr>
          <p:cNvSpPr/>
          <p:nvPr/>
        </p:nvSpPr>
        <p:spPr>
          <a:xfrm>
            <a:off x="6061014" y="404742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compose_icon_dot">
            <a:extLst>
              <a:ext uri="{FF2B5EF4-FFF2-40B4-BE49-F238E27FC236}">
                <a16:creationId xmlns:a16="http://schemas.microsoft.com/office/drawing/2014/main" id="{3B405590-4B6D-379B-F2FE-D56DB92A7AA7}"/>
              </a:ext>
            </a:extLst>
          </p:cNvPr>
          <p:cNvSpPr/>
          <p:nvPr/>
        </p:nvSpPr>
        <p:spPr>
          <a:xfrm>
            <a:off x="6182931" y="424805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compose_icon_label">
            <a:extLst>
              <a:ext uri="{FF2B5EF4-FFF2-40B4-BE49-F238E27FC236}">
                <a16:creationId xmlns:a16="http://schemas.microsoft.com/office/drawing/2014/main" id="{C229D5CE-E174-3AD5-68C6-A8BCB5CC82A7}"/>
              </a:ext>
            </a:extLst>
          </p:cNvPr>
          <p:cNvSpPr txBox="1"/>
          <p:nvPr/>
        </p:nvSpPr>
        <p:spPr>
          <a:xfrm>
            <a:off x="6182931" y="424805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C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3" name="compose_title">
            <a:extLst>
              <a:ext uri="{FF2B5EF4-FFF2-40B4-BE49-F238E27FC236}">
                <a16:creationId xmlns:a16="http://schemas.microsoft.com/office/drawing/2014/main" id="{2743A83D-9416-0E7E-F890-55A0BB19EC00}"/>
              </a:ext>
            </a:extLst>
          </p:cNvPr>
          <p:cNvSpPr txBox="1"/>
          <p:nvPr/>
        </p:nvSpPr>
        <p:spPr>
          <a:xfrm>
            <a:off x="6452890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Compose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94" name="compose_line_0">
            <a:extLst>
              <a:ext uri="{FF2B5EF4-FFF2-40B4-BE49-F238E27FC236}">
                <a16:creationId xmlns:a16="http://schemas.microsoft.com/office/drawing/2014/main" id="{B4291D40-F271-4843-A272-1BC8E9113991}"/>
              </a:ext>
            </a:extLst>
          </p:cNvPr>
          <p:cNvSpPr txBox="1"/>
          <p:nvPr/>
        </p:nvSpPr>
        <p:spPr>
          <a:xfrm>
            <a:off x="6261306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regions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5" name="compose_line_1">
            <a:extLst>
              <a:ext uri="{FF2B5EF4-FFF2-40B4-BE49-F238E27FC236}">
                <a16:creationId xmlns:a16="http://schemas.microsoft.com/office/drawing/2014/main" id="{22459BDA-8F2E-4981-A792-F093F5342CE0}"/>
              </a:ext>
            </a:extLst>
          </p:cNvPr>
          <p:cNvSpPr txBox="1"/>
          <p:nvPr/>
        </p:nvSpPr>
        <p:spPr>
          <a:xfrm>
            <a:off x="6261306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overflow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6" name="objects_card">
            <a:extLst>
              <a:ext uri="{FF2B5EF4-FFF2-40B4-BE49-F238E27FC236}">
                <a16:creationId xmlns:a16="http://schemas.microsoft.com/office/drawing/2014/main" id="{C35B82D5-E390-A8CE-C465-0CF3D9052CC5}"/>
              </a:ext>
            </a:extLst>
          </p:cNvPr>
          <p:cNvSpPr/>
          <p:nvPr/>
        </p:nvSpPr>
        <p:spPr>
          <a:xfrm>
            <a:off x="7297600" y="404742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objects_icon_dot">
            <a:extLst>
              <a:ext uri="{FF2B5EF4-FFF2-40B4-BE49-F238E27FC236}">
                <a16:creationId xmlns:a16="http://schemas.microsoft.com/office/drawing/2014/main" id="{13EF4495-E5C4-96E2-7909-EE76B2712D01}"/>
              </a:ext>
            </a:extLst>
          </p:cNvPr>
          <p:cNvSpPr/>
          <p:nvPr/>
        </p:nvSpPr>
        <p:spPr>
          <a:xfrm>
            <a:off x="7419518" y="4248050"/>
            <a:ext cx="156750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objects_icon_label">
            <a:extLst>
              <a:ext uri="{FF2B5EF4-FFF2-40B4-BE49-F238E27FC236}">
                <a16:creationId xmlns:a16="http://schemas.microsoft.com/office/drawing/2014/main" id="{94C1E04D-C64F-1B4A-45CB-908FBFD8835B}"/>
              </a:ext>
            </a:extLst>
          </p:cNvPr>
          <p:cNvSpPr txBox="1"/>
          <p:nvPr/>
        </p:nvSpPr>
        <p:spPr>
          <a:xfrm>
            <a:off x="7419518" y="424805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O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9" name="objects_title">
            <a:extLst>
              <a:ext uri="{FF2B5EF4-FFF2-40B4-BE49-F238E27FC236}">
                <a16:creationId xmlns:a16="http://schemas.microsoft.com/office/drawing/2014/main" id="{0EF296BA-EB7E-550F-3A54-81A09B5263B3}"/>
              </a:ext>
            </a:extLst>
          </p:cNvPr>
          <p:cNvSpPr txBox="1"/>
          <p:nvPr/>
        </p:nvSpPr>
        <p:spPr>
          <a:xfrm>
            <a:off x="7689476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Objects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0" name="objects_line_0">
            <a:extLst>
              <a:ext uri="{FF2B5EF4-FFF2-40B4-BE49-F238E27FC236}">
                <a16:creationId xmlns:a16="http://schemas.microsoft.com/office/drawing/2014/main" id="{8BB7F4C2-292A-3D52-EB04-5ABEB3D3F52D}"/>
              </a:ext>
            </a:extLst>
          </p:cNvPr>
          <p:cNvSpPr txBox="1"/>
          <p:nvPr/>
        </p:nvSpPr>
        <p:spPr>
          <a:xfrm>
            <a:off x="7497893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charts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1" name="objects_line_1">
            <a:extLst>
              <a:ext uri="{FF2B5EF4-FFF2-40B4-BE49-F238E27FC236}">
                <a16:creationId xmlns:a16="http://schemas.microsoft.com/office/drawing/2014/main" id="{3EEC70B0-32B4-BC84-36F1-148E5D83244C}"/>
              </a:ext>
            </a:extLst>
          </p:cNvPr>
          <p:cNvSpPr txBox="1"/>
          <p:nvPr/>
        </p:nvSpPr>
        <p:spPr>
          <a:xfrm>
            <a:off x="7497893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icons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2" name="decorate_card">
            <a:extLst>
              <a:ext uri="{FF2B5EF4-FFF2-40B4-BE49-F238E27FC236}">
                <a16:creationId xmlns:a16="http://schemas.microsoft.com/office/drawing/2014/main" id="{4B35F939-CE91-5AA5-283E-D5942F8835A8}"/>
              </a:ext>
            </a:extLst>
          </p:cNvPr>
          <p:cNvSpPr/>
          <p:nvPr/>
        </p:nvSpPr>
        <p:spPr>
          <a:xfrm>
            <a:off x="8534187" y="4047423"/>
            <a:ext cx="1079835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decorate_icon_dot">
            <a:extLst>
              <a:ext uri="{FF2B5EF4-FFF2-40B4-BE49-F238E27FC236}">
                <a16:creationId xmlns:a16="http://schemas.microsoft.com/office/drawing/2014/main" id="{73E826F0-AE8C-45E8-C421-3F9B8CE8DFB0}"/>
              </a:ext>
            </a:extLst>
          </p:cNvPr>
          <p:cNvSpPr/>
          <p:nvPr/>
        </p:nvSpPr>
        <p:spPr>
          <a:xfrm>
            <a:off x="8656103" y="424805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decorate_icon_label">
            <a:extLst>
              <a:ext uri="{FF2B5EF4-FFF2-40B4-BE49-F238E27FC236}">
                <a16:creationId xmlns:a16="http://schemas.microsoft.com/office/drawing/2014/main" id="{F4F324B2-7DF9-B5B9-8E37-2992D701B4A7}"/>
              </a:ext>
            </a:extLst>
          </p:cNvPr>
          <p:cNvSpPr txBox="1"/>
          <p:nvPr/>
        </p:nvSpPr>
        <p:spPr>
          <a:xfrm>
            <a:off x="8656103" y="424805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D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05" name="decorate_title">
            <a:extLst>
              <a:ext uri="{FF2B5EF4-FFF2-40B4-BE49-F238E27FC236}">
                <a16:creationId xmlns:a16="http://schemas.microsoft.com/office/drawing/2014/main" id="{143F92D6-5A13-0F0A-8ACE-C359D532BAB8}"/>
              </a:ext>
            </a:extLst>
          </p:cNvPr>
          <p:cNvSpPr txBox="1"/>
          <p:nvPr/>
        </p:nvSpPr>
        <p:spPr>
          <a:xfrm>
            <a:off x="8926063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Decorate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6" name="decorate_line_0">
            <a:extLst>
              <a:ext uri="{FF2B5EF4-FFF2-40B4-BE49-F238E27FC236}">
                <a16:creationId xmlns:a16="http://schemas.microsoft.com/office/drawing/2014/main" id="{69D95B68-5019-26D4-B448-2C5C2C91154E}"/>
              </a:ext>
            </a:extLst>
          </p:cNvPr>
          <p:cNvSpPr txBox="1"/>
          <p:nvPr/>
        </p:nvSpPr>
        <p:spPr>
          <a:xfrm>
            <a:off x="8734478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type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7" name="decorate_line_1">
            <a:extLst>
              <a:ext uri="{FF2B5EF4-FFF2-40B4-BE49-F238E27FC236}">
                <a16:creationId xmlns:a16="http://schemas.microsoft.com/office/drawing/2014/main" id="{70F97C1D-0BC1-29CB-2847-9680F6B288E1}"/>
              </a:ext>
            </a:extLst>
          </p:cNvPr>
          <p:cNvSpPr txBox="1"/>
          <p:nvPr/>
        </p:nvSpPr>
        <p:spPr>
          <a:xfrm>
            <a:off x="8734478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effects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8" name="styled_ir_card">
            <a:extLst>
              <a:ext uri="{FF2B5EF4-FFF2-40B4-BE49-F238E27FC236}">
                <a16:creationId xmlns:a16="http://schemas.microsoft.com/office/drawing/2014/main" id="{B9BE7568-CF90-7ADD-31AE-A944D2C42457}"/>
              </a:ext>
            </a:extLst>
          </p:cNvPr>
          <p:cNvSpPr/>
          <p:nvPr/>
        </p:nvSpPr>
        <p:spPr>
          <a:xfrm>
            <a:off x="10075566" y="2076049"/>
            <a:ext cx="1706837" cy="915904"/>
          </a:xfrm>
          <a:prstGeom prst="roundRect">
            <a:avLst>
              <a:gd name="adj" fmla="val 15213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styled_ir_icon_dot">
            <a:extLst>
              <a:ext uri="{FF2B5EF4-FFF2-40B4-BE49-F238E27FC236}">
                <a16:creationId xmlns:a16="http://schemas.microsoft.com/office/drawing/2014/main" id="{4F7D190B-7410-AC3A-BDAF-7B19A69BEB77}"/>
              </a:ext>
            </a:extLst>
          </p:cNvPr>
          <p:cNvSpPr/>
          <p:nvPr/>
        </p:nvSpPr>
        <p:spPr>
          <a:xfrm>
            <a:off x="10245379" y="2298483"/>
            <a:ext cx="217709" cy="218072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styled_ir_icon_label">
            <a:extLst>
              <a:ext uri="{FF2B5EF4-FFF2-40B4-BE49-F238E27FC236}">
                <a16:creationId xmlns:a16="http://schemas.microsoft.com/office/drawing/2014/main" id="{E07CB734-B9E2-614B-7EE5-474708C953C8}"/>
              </a:ext>
            </a:extLst>
          </p:cNvPr>
          <p:cNvSpPr txBox="1"/>
          <p:nvPr/>
        </p:nvSpPr>
        <p:spPr>
          <a:xfrm>
            <a:off x="10245379" y="2298483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1" name="styled_ir_title">
            <a:extLst>
              <a:ext uri="{FF2B5EF4-FFF2-40B4-BE49-F238E27FC236}">
                <a16:creationId xmlns:a16="http://schemas.microsoft.com/office/drawing/2014/main" id="{BC5942FC-6543-C287-8EB9-98B3410F5050}"/>
              </a:ext>
            </a:extLst>
          </p:cNvPr>
          <p:cNvSpPr txBox="1"/>
          <p:nvPr/>
        </p:nvSpPr>
        <p:spPr>
          <a:xfrm>
            <a:off x="10580650" y="2294121"/>
            <a:ext cx="1079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Styled Deck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2" name="styled_ir_line_0">
            <a:extLst>
              <a:ext uri="{FF2B5EF4-FFF2-40B4-BE49-F238E27FC236}">
                <a16:creationId xmlns:a16="http://schemas.microsoft.com/office/drawing/2014/main" id="{AD08EED1-F99F-0565-7495-4C0EB2E49DFB}"/>
              </a:ext>
            </a:extLst>
          </p:cNvPr>
          <p:cNvSpPr txBox="1"/>
          <p:nvPr/>
        </p:nvSpPr>
        <p:spPr>
          <a:xfrm>
            <a:off x="10362941" y="2634314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renderer-neutral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3" name="styled_ir_line_1">
            <a:extLst>
              <a:ext uri="{FF2B5EF4-FFF2-40B4-BE49-F238E27FC236}">
                <a16:creationId xmlns:a16="http://schemas.microsoft.com/office/drawing/2014/main" id="{F9BB74B1-FA3F-B8A4-1A78-2FCB4A321900}"/>
              </a:ext>
            </a:extLst>
          </p:cNvPr>
          <p:cNvSpPr txBox="1"/>
          <p:nvPr/>
        </p:nvSpPr>
        <p:spPr>
          <a:xfrm>
            <a:off x="10362941" y="2800049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coherent contract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4" name="renderers_card">
            <a:extLst>
              <a:ext uri="{FF2B5EF4-FFF2-40B4-BE49-F238E27FC236}">
                <a16:creationId xmlns:a16="http://schemas.microsoft.com/office/drawing/2014/main" id="{294C9146-C360-5B6F-0D8B-A44115769DFD}"/>
              </a:ext>
            </a:extLst>
          </p:cNvPr>
          <p:cNvSpPr/>
          <p:nvPr/>
        </p:nvSpPr>
        <p:spPr>
          <a:xfrm>
            <a:off x="10075566" y="3401929"/>
            <a:ext cx="1706837" cy="915904"/>
          </a:xfrm>
          <a:prstGeom prst="roundRect">
            <a:avLst>
              <a:gd name="adj" fmla="val 15213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renderers_icon_dot">
            <a:extLst>
              <a:ext uri="{FF2B5EF4-FFF2-40B4-BE49-F238E27FC236}">
                <a16:creationId xmlns:a16="http://schemas.microsoft.com/office/drawing/2014/main" id="{6A65750B-94E3-211A-995B-96CC83EB51C3}"/>
              </a:ext>
            </a:extLst>
          </p:cNvPr>
          <p:cNvSpPr/>
          <p:nvPr/>
        </p:nvSpPr>
        <p:spPr>
          <a:xfrm>
            <a:off x="10245379" y="3624363"/>
            <a:ext cx="217709" cy="218072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renderers_icon_label">
            <a:extLst>
              <a:ext uri="{FF2B5EF4-FFF2-40B4-BE49-F238E27FC236}">
                <a16:creationId xmlns:a16="http://schemas.microsoft.com/office/drawing/2014/main" id="{1A1E07D3-040C-3A47-C37E-BF3DCD3C6783}"/>
              </a:ext>
            </a:extLst>
          </p:cNvPr>
          <p:cNvSpPr txBox="1"/>
          <p:nvPr/>
        </p:nvSpPr>
        <p:spPr>
          <a:xfrm>
            <a:off x="10245379" y="3624363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7" name="renderers_title">
            <a:extLst>
              <a:ext uri="{FF2B5EF4-FFF2-40B4-BE49-F238E27FC236}">
                <a16:creationId xmlns:a16="http://schemas.microsoft.com/office/drawing/2014/main" id="{56DAA560-0D03-7480-8C8E-63B26131A137}"/>
              </a:ext>
            </a:extLst>
          </p:cNvPr>
          <p:cNvSpPr txBox="1"/>
          <p:nvPr/>
        </p:nvSpPr>
        <p:spPr>
          <a:xfrm>
            <a:off x="10580650" y="3620001"/>
            <a:ext cx="1079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Renderers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8" name="renderers_line_0">
            <a:extLst>
              <a:ext uri="{FF2B5EF4-FFF2-40B4-BE49-F238E27FC236}">
                <a16:creationId xmlns:a16="http://schemas.microsoft.com/office/drawing/2014/main" id="{64558167-61E3-754C-E07D-503A6BED3214}"/>
              </a:ext>
            </a:extLst>
          </p:cNvPr>
          <p:cNvSpPr txBox="1"/>
          <p:nvPr/>
        </p:nvSpPr>
        <p:spPr>
          <a:xfrm>
            <a:off x="10362941" y="3960194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editable PPTX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9" name="renderers_line_1">
            <a:extLst>
              <a:ext uri="{FF2B5EF4-FFF2-40B4-BE49-F238E27FC236}">
                <a16:creationId xmlns:a16="http://schemas.microsoft.com/office/drawing/2014/main" id="{E8A59122-E35F-2BFB-66D7-93310D7D2F77}"/>
              </a:ext>
            </a:extLst>
          </p:cNvPr>
          <p:cNvSpPr txBox="1"/>
          <p:nvPr/>
        </p:nvSpPr>
        <p:spPr>
          <a:xfrm>
            <a:off x="10362941" y="4125929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HTML / PDF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20" name="visual_check">
            <a:extLst>
              <a:ext uri="{FF2B5EF4-FFF2-40B4-BE49-F238E27FC236}">
                <a16:creationId xmlns:a16="http://schemas.microsoft.com/office/drawing/2014/main" id="{306E91B8-59BC-C6A9-8B7D-CB3BD96F69B9}"/>
              </a:ext>
            </a:extLst>
          </p:cNvPr>
          <p:cNvSpPr/>
          <p:nvPr/>
        </p:nvSpPr>
        <p:spPr>
          <a:xfrm>
            <a:off x="10075566" y="4413785"/>
            <a:ext cx="1706837" cy="523373"/>
          </a:xfrm>
          <a:prstGeom prst="roundRect">
            <a:avLst>
              <a:gd name="adj" fmla="val 26622"/>
            </a:avLst>
          </a:prstGeom>
          <a:solidFill>
            <a:srgbClr val="FFF1F2"/>
          </a:solidFill>
          <a:ln w="12627">
            <a:solidFill>
              <a:srgbClr val="BE123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visual_check_stripe">
            <a:extLst>
              <a:ext uri="{FF2B5EF4-FFF2-40B4-BE49-F238E27FC236}">
                <a16:creationId xmlns:a16="http://schemas.microsoft.com/office/drawing/2014/main" id="{3459D173-64FE-E155-76F7-E160B57C2C9B}"/>
              </a:ext>
            </a:extLst>
          </p:cNvPr>
          <p:cNvSpPr/>
          <p:nvPr/>
        </p:nvSpPr>
        <p:spPr>
          <a:xfrm>
            <a:off x="10075566" y="4501014"/>
            <a:ext cx="56604" cy="348916"/>
          </a:xfrm>
          <a:prstGeom prst="roundRect">
            <a:avLst/>
          </a:prstGeom>
          <a:solidFill>
            <a:srgbClr val="BE123C"/>
          </a:solidFill>
          <a:ln w="0">
            <a:solidFill>
              <a:srgbClr val="BE12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visual_check_seal_icon_dot">
            <a:extLst>
              <a:ext uri="{FF2B5EF4-FFF2-40B4-BE49-F238E27FC236}">
                <a16:creationId xmlns:a16="http://schemas.microsoft.com/office/drawing/2014/main" id="{42E5384E-514D-BDD2-EE73-A6ECBEAF1907}"/>
              </a:ext>
            </a:extLst>
          </p:cNvPr>
          <p:cNvSpPr/>
          <p:nvPr/>
        </p:nvSpPr>
        <p:spPr>
          <a:xfrm>
            <a:off x="10171357" y="4527182"/>
            <a:ext cx="296085" cy="296579"/>
          </a:xfrm>
          <a:prstGeom prst="ellipse">
            <a:avLst/>
          </a:prstGeom>
          <a:solidFill>
            <a:srgbClr val="BE123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visual_check_seal_icon_label">
            <a:extLst>
              <a:ext uri="{FF2B5EF4-FFF2-40B4-BE49-F238E27FC236}">
                <a16:creationId xmlns:a16="http://schemas.microsoft.com/office/drawing/2014/main" id="{8991D3DF-C7CB-3DA1-633C-2773F898A950}"/>
              </a:ext>
            </a:extLst>
          </p:cNvPr>
          <p:cNvSpPr txBox="1"/>
          <p:nvPr/>
        </p:nvSpPr>
        <p:spPr>
          <a:xfrm>
            <a:off x="10171357" y="4527182"/>
            <a:ext cx="29608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V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24" name="visual_check_label">
            <a:extLst>
              <a:ext uri="{FF2B5EF4-FFF2-40B4-BE49-F238E27FC236}">
                <a16:creationId xmlns:a16="http://schemas.microsoft.com/office/drawing/2014/main" id="{33E38136-0D7C-8CF2-A849-4D5A8BD8300E}"/>
              </a:ext>
            </a:extLst>
          </p:cNvPr>
          <p:cNvSpPr txBox="1"/>
          <p:nvPr/>
        </p:nvSpPr>
        <p:spPr>
          <a:xfrm>
            <a:off x="10571942" y="4518459"/>
            <a:ext cx="108854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PROOF POINT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25" name="visual_check_text">
            <a:extLst>
              <a:ext uri="{FF2B5EF4-FFF2-40B4-BE49-F238E27FC236}">
                <a16:creationId xmlns:a16="http://schemas.microsoft.com/office/drawing/2014/main" id="{82BBCBA4-4C27-36BB-3898-CAAE9BECC515}"/>
              </a:ext>
            </a:extLst>
          </p:cNvPr>
          <p:cNvSpPr txBox="1"/>
          <p:nvPr/>
        </p:nvSpPr>
        <p:spPr>
          <a:xfrm>
            <a:off x="10571942" y="4701640"/>
            <a:ext cx="108854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visual validation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26" name="coherence_band">
            <a:extLst>
              <a:ext uri="{FF2B5EF4-FFF2-40B4-BE49-F238E27FC236}">
                <a16:creationId xmlns:a16="http://schemas.microsoft.com/office/drawing/2014/main" id="{47357692-B2F3-75F2-52B1-20D5BA34A17D}"/>
              </a:ext>
            </a:extLst>
          </p:cNvPr>
          <p:cNvSpPr/>
          <p:nvPr/>
        </p:nvSpPr>
        <p:spPr>
          <a:xfrm>
            <a:off x="783752" y="5451809"/>
            <a:ext cx="10624192" cy="628049"/>
          </a:xfrm>
          <a:prstGeom prst="roundRect">
            <a:avLst>
              <a:gd name="adj" fmla="val 22185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coherence_title">
            <a:extLst>
              <a:ext uri="{FF2B5EF4-FFF2-40B4-BE49-F238E27FC236}">
                <a16:creationId xmlns:a16="http://schemas.microsoft.com/office/drawing/2014/main" id="{B2CE74F5-488F-3B5E-754E-A9D20A91FD08}"/>
              </a:ext>
            </a:extLst>
          </p:cNvPr>
          <p:cNvSpPr txBox="1"/>
          <p:nvPr/>
        </p:nvSpPr>
        <p:spPr>
          <a:xfrm>
            <a:off x="1062419" y="5617544"/>
            <a:ext cx="16110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 b="1">
                <a:solidFill>
                  <a:srgbClr val="111827"/>
                </a:solidFill>
                <a:latin typeface="Aptos" panose="020B0004020202020204" pitchFamily="34" charset="0"/>
              </a:rPr>
              <a:t>Coherence checks</a:t>
            </a:r>
            <a:endParaRPr lang="ko-KR" altLang="en-US" sz="1241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28" name="coherence_body">
            <a:extLst>
              <a:ext uri="{FF2B5EF4-FFF2-40B4-BE49-F238E27FC236}">
                <a16:creationId xmlns:a16="http://schemas.microsoft.com/office/drawing/2014/main" id="{76F4B85E-F56A-9522-7AF5-16B257689B41}"/>
              </a:ext>
            </a:extLst>
          </p:cNvPr>
          <p:cNvSpPr txBox="1"/>
          <p:nvPr/>
        </p:nvSpPr>
        <p:spPr>
          <a:xfrm>
            <a:off x="2830215" y="5591375"/>
            <a:ext cx="8272936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One graph per slide; text is bounded; icons are centered; arrows keep role-level style.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41125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</Words>
  <Application>Microsoft Office PowerPoint</Application>
  <PresentationFormat>사용자 지정</PresentationFormat>
  <Paragraphs>67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Aptos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2026-06-20T10:39:58Z</dcterms:created>
  <dcterms:modified xsi:type="dcterms:W3CDTF">2026-06-20T10:39:58Z</dcterms:modified>
</cp:coreProperties>
</file>