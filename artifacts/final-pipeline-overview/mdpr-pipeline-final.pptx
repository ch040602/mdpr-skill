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C24CF5-14C9-3AD1-C268-B2C5354EA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B0A45E1-A703-26BB-1A41-88035AF1F8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9C655C-19DC-B021-9987-FC2A9BA90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3D25-10C1-48B5-890A-99EDC68A5716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CB1CCC-1CAC-0440-1F2D-F91A30B22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CBBEDE-A2E1-47FA-51E3-3EA27E92C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3EE0F-D52D-4FD7-A7D0-46EB865144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6131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DA6647-8336-5475-D2B5-EAF154617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551FA3-B9FE-5271-B40F-CFE0B63E8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95E6F5-9616-1EFB-AE02-B82E4AB2E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3D25-10C1-48B5-890A-99EDC68A5716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D080BA-B71C-9812-9096-E8ABCEB52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95A286-C148-A70E-0A3C-BE501DFA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3EE0F-D52D-4FD7-A7D0-46EB865144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8356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7EE30A-7A5C-500C-77F1-5ABDBB3CE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791DD7-35B4-97E3-94B8-4FEDC0ED7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A72351-6A39-7874-20E9-57E0699CD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3D25-10C1-48B5-890A-99EDC68A5716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1D62FA-B0ED-10AC-311A-AD509949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983A5F-5786-2B5D-8002-EBEC68DF5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3EE0F-D52D-4FD7-A7D0-46EB865144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604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5FF08E-FC3B-02B0-9A35-47B352547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8BAA1A-61C7-786B-97EC-166651ECC4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6E524D-CF4F-1989-A32A-EF803842F4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9FB08E-F3A4-8472-9A1D-6B21CB50A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3D25-10C1-48B5-890A-99EDC68A5716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279998-BF50-8C85-7327-106470B4A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00D2CBC-5A26-BFCD-1500-19A7242AC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3EE0F-D52D-4FD7-A7D0-46EB865144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459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02629C-A1A4-69D9-BAA1-E7C3D6512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C325A0-DC77-6368-F0CB-164A62FB8B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C69CB3C-18F3-852C-9565-734F6A67A5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534B92B-92C8-90A2-0421-56AEFE35F9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D610EE2-A3EF-C2F9-4930-CDA8D34AEC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BCC01C3-AF17-638D-45AA-71BE36E7A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3D25-10C1-48B5-890A-99EDC68A5716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97305-6037-0108-B874-B46E3CF50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6B25325-652A-628E-758D-764B3A6E5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3EE0F-D52D-4FD7-A7D0-46EB865144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22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7BA516-3376-6453-1A95-219F93080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55A30B5-578A-48ED-1BC9-0C6672724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3D25-10C1-48B5-890A-99EDC68A5716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7F9CF05-C328-755F-C873-08573779D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12255C-D765-CDC5-9340-8582B7FC4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3EE0F-D52D-4FD7-A7D0-46EB865144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655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48AD96D-E389-3096-7E2A-5B87EF56F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3D25-10C1-48B5-890A-99EDC68A5716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C4812B8-B189-CF63-8756-8FFF61D47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B6386E-EF54-F9A5-DE8D-5EA74D29F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3EE0F-D52D-4FD7-A7D0-46EB865144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211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B96018-B7E6-E254-BF53-D54A4A17C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E47AA2-3D86-7D43-6443-326F79903A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3EE0E3E-BEF7-E863-D237-CDA18C55C7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BB8F98-B09E-CFDD-2D43-ADEEA2F1C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3D25-10C1-48B5-890A-99EDC68A5716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848F90E-E0ED-1FB7-8545-FE4777E62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F22F7F0-BB16-7B30-7D4A-DEAB032FD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3EE0F-D52D-4FD7-A7D0-46EB865144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2193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8A5D91-E817-80A7-2198-15C8601E1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C8EDB1E-0FB6-FED2-0C16-F052A1EA51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B4C53E-2FE2-E072-FBB3-F775FC5151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A4321D-19CA-63D7-416A-424813A96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3D25-10C1-48B5-890A-99EDC68A5716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6EF221E-AD94-2E01-6353-959E133B5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8203C9B-8622-F234-0510-265A1BB72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3EE0F-D52D-4FD7-A7D0-46EB865144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521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5D7A5F-4F28-31F4-00FF-92E82BFAF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0DA872B-3E6B-6C34-09D2-2C5582EF70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C2CEC5-720C-5D40-2DC8-A67CE3103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3D25-10C1-48B5-890A-99EDC68A5716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DF995E-DFF4-BCF5-3F6D-EB6BEC273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9D509D-27B4-E938-39D6-FAC3D5A7A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3EE0F-D52D-4FD7-A7D0-46EB865144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176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5F436CA-4B89-3596-2C21-FCC5EA7C3B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5F61687-3261-B2ED-A223-21DAA34E97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912B54-CC96-E1AB-C014-0FD165C56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5E3D25-10C1-48B5-890A-99EDC68A5716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E03B5A-5297-9F7B-AEC1-5F202C54C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176ABE-CC43-9252-3834-F8A156B57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3EE0F-D52D-4FD7-A7D0-46EB865144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175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93541CF-9FEE-80AD-CE29-C6BAE48CC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07D017-81DE-2ACB-0374-559F0D47E3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88201B-566F-B9CD-1880-EC489FD947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E3D25-10C1-48B5-890A-99EDC68A5716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0C0AB1-A0FC-BB88-0A94-40A540F404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F55CA23-BBA3-0D51-8816-FBE37ACDCD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13EE0F-D52D-4FD7-A7D0-46EB865144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6996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z00_grid_top">
            <a:extLst>
              <a:ext uri="{FF2B5EF4-FFF2-40B4-BE49-F238E27FC236}">
                <a16:creationId xmlns:a16="http://schemas.microsoft.com/office/drawing/2014/main" id="{26714759-4702-A493-7FF5-A5948DF0C126}"/>
              </a:ext>
            </a:extLst>
          </p:cNvPr>
          <p:cNvCxnSpPr/>
          <p:nvPr/>
        </p:nvCxnSpPr>
        <p:spPr>
          <a:xfrm>
            <a:off x="627001" y="109908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z00_grid_bottom">
            <a:extLst>
              <a:ext uri="{FF2B5EF4-FFF2-40B4-BE49-F238E27FC236}">
                <a16:creationId xmlns:a16="http://schemas.microsoft.com/office/drawing/2014/main" id="{A8C7F218-56AD-A013-94D8-BE8F8B37AD45}"/>
              </a:ext>
            </a:extLst>
          </p:cNvPr>
          <p:cNvCxnSpPr/>
          <p:nvPr/>
        </p:nvCxnSpPr>
        <p:spPr>
          <a:xfrm>
            <a:off x="627001" y="519884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z00_grid_v_0">
            <a:extLst>
              <a:ext uri="{FF2B5EF4-FFF2-40B4-BE49-F238E27FC236}">
                <a16:creationId xmlns:a16="http://schemas.microsoft.com/office/drawing/2014/main" id="{E91B0F6C-B39B-3E5E-1370-B19FB9BA2916}"/>
              </a:ext>
            </a:extLst>
          </p:cNvPr>
          <p:cNvCxnSpPr/>
          <p:nvPr/>
        </p:nvCxnSpPr>
        <p:spPr>
          <a:xfrm>
            <a:off x="3330945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z00_grid_v_1">
            <a:extLst>
              <a:ext uri="{FF2B5EF4-FFF2-40B4-BE49-F238E27FC236}">
                <a16:creationId xmlns:a16="http://schemas.microsoft.com/office/drawing/2014/main" id="{977AA14D-136A-7069-69F1-D961205320BC}"/>
              </a:ext>
            </a:extLst>
          </p:cNvPr>
          <p:cNvCxnSpPr/>
          <p:nvPr/>
        </p:nvCxnSpPr>
        <p:spPr>
          <a:xfrm>
            <a:off x="5838951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z00_grid_v_2">
            <a:extLst>
              <a:ext uri="{FF2B5EF4-FFF2-40B4-BE49-F238E27FC236}">
                <a16:creationId xmlns:a16="http://schemas.microsoft.com/office/drawing/2014/main" id="{8F337188-1549-B238-863A-1699EC37682F}"/>
              </a:ext>
            </a:extLst>
          </p:cNvPr>
          <p:cNvCxnSpPr/>
          <p:nvPr/>
        </p:nvCxnSpPr>
        <p:spPr>
          <a:xfrm>
            <a:off x="9857856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eader_title">
            <a:extLst>
              <a:ext uri="{FF2B5EF4-FFF2-40B4-BE49-F238E27FC236}">
                <a16:creationId xmlns:a16="http://schemas.microsoft.com/office/drawing/2014/main" id="{623F005B-0A6D-20BF-CCA9-4C7CB8C37856}"/>
              </a:ext>
            </a:extLst>
          </p:cNvPr>
          <p:cNvSpPr txBox="1"/>
          <p:nvPr/>
        </p:nvSpPr>
        <p:spPr>
          <a:xfrm>
            <a:off x="592168" y="401253"/>
            <a:ext cx="714085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2774" b="1">
                <a:solidFill>
                  <a:srgbClr val="111827"/>
                </a:solidFill>
                <a:latin typeface="Aptos" panose="020B0004020202020204" pitchFamily="34" charset="0"/>
              </a:rPr>
              <a:t>MDPR Deterministic Presentation Pipeline</a:t>
            </a:r>
            <a:endParaRPr lang="ko-KR" altLang="en-US" sz="2774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" name="header_subtitle">
            <a:extLst>
              <a:ext uri="{FF2B5EF4-FFF2-40B4-BE49-F238E27FC236}">
                <a16:creationId xmlns:a16="http://schemas.microsoft.com/office/drawing/2014/main" id="{BEDAC73E-6687-2919-CE16-C31DEA608C87}"/>
              </a:ext>
            </a:extLst>
          </p:cNvPr>
          <p:cNvSpPr txBox="1"/>
          <p:nvPr/>
        </p:nvSpPr>
        <p:spPr>
          <a:xfrm>
            <a:off x="592168" y="785061"/>
            <a:ext cx="1018877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>
                <a:solidFill>
                  <a:srgbClr val="64748B"/>
                </a:solidFill>
                <a:latin typeface="Aptos" panose="020B0004020202020204" pitchFamily="34" charset="0"/>
              </a:rPr>
              <a:t>Markdown becomes coherent PPTX/HTML/PDF through MDPR rules; mdpr-skill can add compact reasoning hints but never owns final design.</a:t>
            </a:r>
            <a:endParaRPr lang="ko-KR" altLang="en-US" sz="124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9" name="zone_content_panel">
            <a:extLst>
              <a:ext uri="{FF2B5EF4-FFF2-40B4-BE49-F238E27FC236}">
                <a16:creationId xmlns:a16="http://schemas.microsoft.com/office/drawing/2014/main" id="{9DC056E1-F18C-2CF5-A27B-60D2B3B805BD}"/>
              </a:ext>
            </a:extLst>
          </p:cNvPr>
          <p:cNvSpPr/>
          <p:nvPr/>
        </p:nvSpPr>
        <p:spPr>
          <a:xfrm>
            <a:off x="783752" y="1308434"/>
            <a:ext cx="2438339" cy="3750845"/>
          </a:xfrm>
          <a:prstGeom prst="roundRect">
            <a:avLst>
              <a:gd name="adj" fmla="val 5714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zone_content_title">
            <a:extLst>
              <a:ext uri="{FF2B5EF4-FFF2-40B4-BE49-F238E27FC236}">
                <a16:creationId xmlns:a16="http://schemas.microsoft.com/office/drawing/2014/main" id="{14890D31-30DC-9D48-EEF0-9EF3560D6EB0}"/>
              </a:ext>
            </a:extLst>
          </p:cNvPr>
          <p:cNvSpPr txBox="1"/>
          <p:nvPr/>
        </p:nvSpPr>
        <p:spPr>
          <a:xfrm>
            <a:off x="992752" y="1517784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334155"/>
                </a:solidFill>
                <a:latin typeface="Aptos" panose="020B0004020202020204" pitchFamily="34" charset="0"/>
              </a:rPr>
              <a:t>1. Content Contract</a:t>
            </a:r>
            <a:endParaRPr lang="ko-KR" altLang="en-US" sz="146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1" name="zone_content_subtitle">
            <a:extLst>
              <a:ext uri="{FF2B5EF4-FFF2-40B4-BE49-F238E27FC236}">
                <a16:creationId xmlns:a16="http://schemas.microsoft.com/office/drawing/2014/main" id="{019783F1-1269-6FCF-81F2-56FB5989123D}"/>
              </a:ext>
            </a:extLst>
          </p:cNvPr>
          <p:cNvSpPr txBox="1"/>
          <p:nvPr/>
        </p:nvSpPr>
        <p:spPr>
          <a:xfrm>
            <a:off x="992752" y="1814362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semantic structure only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2" name="zone_reasoning_panel">
            <a:extLst>
              <a:ext uri="{FF2B5EF4-FFF2-40B4-BE49-F238E27FC236}">
                <a16:creationId xmlns:a16="http://schemas.microsoft.com/office/drawing/2014/main" id="{B4AD3F38-048A-8779-04F0-F865CD961FF5}"/>
              </a:ext>
            </a:extLst>
          </p:cNvPr>
          <p:cNvSpPr/>
          <p:nvPr/>
        </p:nvSpPr>
        <p:spPr>
          <a:xfrm>
            <a:off x="3439800" y="1308434"/>
            <a:ext cx="2351255" cy="3750845"/>
          </a:xfrm>
          <a:prstGeom prst="roundRect">
            <a:avLst>
              <a:gd name="adj" fmla="val 5926"/>
            </a:avLst>
          </a:prstGeom>
          <a:solidFill>
            <a:srgbClr val="FFF3DE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zone_reasoning_title">
            <a:extLst>
              <a:ext uri="{FF2B5EF4-FFF2-40B4-BE49-F238E27FC236}">
                <a16:creationId xmlns:a16="http://schemas.microsoft.com/office/drawing/2014/main" id="{B485FD0A-914F-96FF-00C8-86421CFF54AD}"/>
              </a:ext>
            </a:extLst>
          </p:cNvPr>
          <p:cNvSpPr txBox="1"/>
          <p:nvPr/>
        </p:nvSpPr>
        <p:spPr>
          <a:xfrm>
            <a:off x="3648800" y="1517784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8B4E16"/>
                </a:solidFill>
                <a:latin typeface="Aptos" panose="020B0004020202020204" pitchFamily="34" charset="0"/>
              </a:rPr>
              <a:t>2. Agent Hints</a:t>
            </a:r>
            <a:endParaRPr lang="ko-KR" altLang="en-US" sz="1460" b="1">
              <a:solidFill>
                <a:srgbClr val="8B4E16"/>
              </a:solidFill>
              <a:latin typeface="Aptos" panose="020B0004020202020204" pitchFamily="34" charset="0"/>
            </a:endParaRPr>
          </a:p>
        </p:txBody>
      </p:sp>
      <p:sp>
        <p:nvSpPr>
          <p:cNvPr id="14" name="zone_reasoning_subtitle">
            <a:extLst>
              <a:ext uri="{FF2B5EF4-FFF2-40B4-BE49-F238E27FC236}">
                <a16:creationId xmlns:a16="http://schemas.microsoft.com/office/drawing/2014/main" id="{59F8E4B3-68A7-1E9C-E3A8-E44D4E1A5E17}"/>
              </a:ext>
            </a:extLst>
          </p:cNvPr>
          <p:cNvSpPr txBox="1"/>
          <p:nvPr/>
        </p:nvSpPr>
        <p:spPr>
          <a:xfrm>
            <a:off x="3648800" y="1814362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small optional tags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zone_rules_panel">
            <a:extLst>
              <a:ext uri="{FF2B5EF4-FFF2-40B4-BE49-F238E27FC236}">
                <a16:creationId xmlns:a16="http://schemas.microsoft.com/office/drawing/2014/main" id="{256204D8-000A-93F1-B823-FF7449106E3F}"/>
              </a:ext>
            </a:extLst>
          </p:cNvPr>
          <p:cNvSpPr/>
          <p:nvPr/>
        </p:nvSpPr>
        <p:spPr>
          <a:xfrm>
            <a:off x="5886847" y="1308434"/>
            <a:ext cx="3901343" cy="3750845"/>
          </a:xfrm>
          <a:prstGeom prst="roundRect">
            <a:avLst>
              <a:gd name="adj" fmla="val 3715"/>
            </a:avLst>
          </a:prstGeom>
          <a:solidFill>
            <a:srgbClr val="EAF7F3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zone_rules_title">
            <a:extLst>
              <a:ext uri="{FF2B5EF4-FFF2-40B4-BE49-F238E27FC236}">
                <a16:creationId xmlns:a16="http://schemas.microsoft.com/office/drawing/2014/main" id="{4E8713CD-E5DF-52E2-244D-B0A3B78F9A9B}"/>
              </a:ext>
            </a:extLst>
          </p:cNvPr>
          <p:cNvSpPr txBox="1"/>
          <p:nvPr/>
        </p:nvSpPr>
        <p:spPr>
          <a:xfrm>
            <a:off x="6095848" y="1517784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115E59"/>
                </a:solidFill>
                <a:latin typeface="Aptos" panose="020B0004020202020204" pitchFamily="34" charset="0"/>
              </a:rPr>
              <a:t>3. MDPR Design Rules</a:t>
            </a:r>
            <a:endParaRPr lang="ko-KR" altLang="en-US" sz="1460" b="1">
              <a:solidFill>
                <a:srgbClr val="115E59"/>
              </a:solidFill>
              <a:latin typeface="Aptos" panose="020B0004020202020204" pitchFamily="34" charset="0"/>
            </a:endParaRPr>
          </a:p>
        </p:txBody>
      </p:sp>
      <p:sp>
        <p:nvSpPr>
          <p:cNvPr id="17" name="zone_rules_subtitle">
            <a:extLst>
              <a:ext uri="{FF2B5EF4-FFF2-40B4-BE49-F238E27FC236}">
                <a16:creationId xmlns:a16="http://schemas.microsoft.com/office/drawing/2014/main" id="{4C37AC4C-FFC1-13C0-F310-70C2F9700AE0}"/>
              </a:ext>
            </a:extLst>
          </p:cNvPr>
          <p:cNvSpPr txBox="1"/>
          <p:nvPr/>
        </p:nvSpPr>
        <p:spPr>
          <a:xfrm>
            <a:off x="6095848" y="1814362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final visual choices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8" name="zone_outputs_panel">
            <a:extLst>
              <a:ext uri="{FF2B5EF4-FFF2-40B4-BE49-F238E27FC236}">
                <a16:creationId xmlns:a16="http://schemas.microsoft.com/office/drawing/2014/main" id="{FF67615F-0F46-2493-2DF0-A94F4E032FE0}"/>
              </a:ext>
            </a:extLst>
          </p:cNvPr>
          <p:cNvSpPr/>
          <p:nvPr/>
        </p:nvSpPr>
        <p:spPr>
          <a:xfrm>
            <a:off x="9927523" y="1308434"/>
            <a:ext cx="2002922" cy="3750845"/>
          </a:xfrm>
          <a:prstGeom prst="roundRect">
            <a:avLst>
              <a:gd name="adj" fmla="val 6957"/>
            </a:avLst>
          </a:prstGeom>
          <a:solidFill>
            <a:srgbClr val="F1F0FA"/>
          </a:solidFill>
          <a:ln w="12627">
            <a:solidFill>
              <a:srgbClr val="B8B5E6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zone_outputs_title">
            <a:extLst>
              <a:ext uri="{FF2B5EF4-FFF2-40B4-BE49-F238E27FC236}">
                <a16:creationId xmlns:a16="http://schemas.microsoft.com/office/drawing/2014/main" id="{B8958445-645B-013B-6601-B7BD9B103197}"/>
              </a:ext>
            </a:extLst>
          </p:cNvPr>
          <p:cNvSpPr txBox="1"/>
          <p:nvPr/>
        </p:nvSpPr>
        <p:spPr>
          <a:xfrm>
            <a:off x="10136524" y="1517784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4338CA"/>
                </a:solidFill>
                <a:latin typeface="Aptos" panose="020B0004020202020204" pitchFamily="34" charset="0"/>
              </a:rPr>
              <a:t>4. Outputs</a:t>
            </a:r>
            <a:endParaRPr lang="ko-KR" altLang="en-US" sz="1460" b="1">
              <a:solidFill>
                <a:srgbClr val="4338CA"/>
              </a:solidFill>
              <a:latin typeface="Aptos" panose="020B0004020202020204" pitchFamily="34" charset="0"/>
            </a:endParaRPr>
          </a:p>
        </p:txBody>
      </p:sp>
      <p:sp>
        <p:nvSpPr>
          <p:cNvPr id="20" name="zone_outputs_subtitle">
            <a:extLst>
              <a:ext uri="{FF2B5EF4-FFF2-40B4-BE49-F238E27FC236}">
                <a16:creationId xmlns:a16="http://schemas.microsoft.com/office/drawing/2014/main" id="{810D4B42-A940-0F74-92A5-53AA6D9A6550}"/>
              </a:ext>
            </a:extLst>
          </p:cNvPr>
          <p:cNvSpPr txBox="1"/>
          <p:nvPr/>
        </p:nvSpPr>
        <p:spPr>
          <a:xfrm>
            <a:off x="10136524" y="1814362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PPTX, HTML, PDF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cxnSp>
        <p:nvCxnSpPr>
          <p:cNvPr id="21" name="main_start_markdown">
            <a:extLst>
              <a:ext uri="{FF2B5EF4-FFF2-40B4-BE49-F238E27FC236}">
                <a16:creationId xmlns:a16="http://schemas.microsoft.com/office/drawing/2014/main" id="{1FA1521E-8C59-AD7A-79E1-BB71593B1FF3}"/>
              </a:ext>
            </a:extLst>
          </p:cNvPr>
          <p:cNvCxnSpPr/>
          <p:nvPr/>
        </p:nvCxnSpPr>
        <p:spPr>
          <a:xfrm>
            <a:off x="2002921" y="2477302"/>
            <a:ext cx="0" cy="20935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ain_markdown_splitter">
            <a:extLst>
              <a:ext uri="{FF2B5EF4-FFF2-40B4-BE49-F238E27FC236}">
                <a16:creationId xmlns:a16="http://schemas.microsoft.com/office/drawing/2014/main" id="{55554A35-E13A-3476-0355-29F6BF33205F}"/>
              </a:ext>
            </a:extLst>
          </p:cNvPr>
          <p:cNvCxnSpPr/>
          <p:nvPr/>
        </p:nvCxnSpPr>
        <p:spPr>
          <a:xfrm>
            <a:off x="2002921" y="3628724"/>
            <a:ext cx="0" cy="279133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main_splitter_ir_seg_1">
            <a:extLst>
              <a:ext uri="{FF2B5EF4-FFF2-40B4-BE49-F238E27FC236}">
                <a16:creationId xmlns:a16="http://schemas.microsoft.com/office/drawing/2014/main" id="{AD50F521-257D-D4E1-970D-61018BAE6BA2}"/>
              </a:ext>
            </a:extLst>
          </p:cNvPr>
          <p:cNvCxnSpPr/>
          <p:nvPr/>
        </p:nvCxnSpPr>
        <p:spPr>
          <a:xfrm>
            <a:off x="2995674" y="4396339"/>
            <a:ext cx="330917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main_splitter_ir_seg_2">
            <a:extLst>
              <a:ext uri="{FF2B5EF4-FFF2-40B4-BE49-F238E27FC236}">
                <a16:creationId xmlns:a16="http://schemas.microsoft.com/office/drawing/2014/main" id="{923DC712-7CE8-996D-5D82-737387B4FAF4}"/>
              </a:ext>
            </a:extLst>
          </p:cNvPr>
          <p:cNvCxnSpPr/>
          <p:nvPr/>
        </p:nvCxnSpPr>
        <p:spPr>
          <a:xfrm flipV="1">
            <a:off x="3326591" y="2534001"/>
            <a:ext cx="0" cy="1862338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main_splitter_ir_seg_3">
            <a:extLst>
              <a:ext uri="{FF2B5EF4-FFF2-40B4-BE49-F238E27FC236}">
                <a16:creationId xmlns:a16="http://schemas.microsoft.com/office/drawing/2014/main" id="{25B80098-8A40-514E-0875-56378D192949}"/>
              </a:ext>
            </a:extLst>
          </p:cNvPr>
          <p:cNvCxnSpPr/>
          <p:nvPr/>
        </p:nvCxnSpPr>
        <p:spPr>
          <a:xfrm>
            <a:off x="3326591" y="2534001"/>
            <a:ext cx="330918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hint_ir_reasoning">
            <a:extLst>
              <a:ext uri="{FF2B5EF4-FFF2-40B4-BE49-F238E27FC236}">
                <a16:creationId xmlns:a16="http://schemas.microsoft.com/office/drawing/2014/main" id="{10F86530-6EEA-5FF4-B8D5-7FC4753D84F9}"/>
              </a:ext>
            </a:extLst>
          </p:cNvPr>
          <p:cNvCxnSpPr/>
          <p:nvPr/>
        </p:nvCxnSpPr>
        <p:spPr>
          <a:xfrm>
            <a:off x="4615428" y="2991953"/>
            <a:ext cx="0" cy="49720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main_ir_rules">
            <a:extLst>
              <a:ext uri="{FF2B5EF4-FFF2-40B4-BE49-F238E27FC236}">
                <a16:creationId xmlns:a16="http://schemas.microsoft.com/office/drawing/2014/main" id="{49526D19-D155-D569-4F48-2532130662BB}"/>
              </a:ext>
            </a:extLst>
          </p:cNvPr>
          <p:cNvCxnSpPr/>
          <p:nvPr/>
        </p:nvCxnSpPr>
        <p:spPr>
          <a:xfrm>
            <a:off x="5573346" y="2534001"/>
            <a:ext cx="653127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hint_reasoning_rules_seg_1">
            <a:extLst>
              <a:ext uri="{FF2B5EF4-FFF2-40B4-BE49-F238E27FC236}">
                <a16:creationId xmlns:a16="http://schemas.microsoft.com/office/drawing/2014/main" id="{5A05AF7E-A1C0-F684-A86A-64DA4B54C421}"/>
              </a:ext>
            </a:extLst>
          </p:cNvPr>
          <p:cNvCxnSpPr/>
          <p:nvPr/>
        </p:nvCxnSpPr>
        <p:spPr>
          <a:xfrm>
            <a:off x="5573346" y="4186989"/>
            <a:ext cx="330918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hint_reasoning_rules_seg_2">
            <a:extLst>
              <a:ext uri="{FF2B5EF4-FFF2-40B4-BE49-F238E27FC236}">
                <a16:creationId xmlns:a16="http://schemas.microsoft.com/office/drawing/2014/main" id="{77BF14D6-C762-B895-C9B3-4545DA4C18ED}"/>
              </a:ext>
            </a:extLst>
          </p:cNvPr>
          <p:cNvCxnSpPr/>
          <p:nvPr/>
        </p:nvCxnSpPr>
        <p:spPr>
          <a:xfrm flipV="1">
            <a:off x="5904264" y="3453394"/>
            <a:ext cx="0" cy="73359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hint_reasoning_rules_seg_3">
            <a:extLst>
              <a:ext uri="{FF2B5EF4-FFF2-40B4-BE49-F238E27FC236}">
                <a16:creationId xmlns:a16="http://schemas.microsoft.com/office/drawing/2014/main" id="{E8A18CA0-0476-1B5B-F53D-91AE139D79DC}"/>
              </a:ext>
            </a:extLst>
          </p:cNvPr>
          <p:cNvCxnSpPr/>
          <p:nvPr/>
        </p:nvCxnSpPr>
        <p:spPr>
          <a:xfrm>
            <a:off x="5904264" y="3453394"/>
            <a:ext cx="156750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ule_features_recipes">
            <a:extLst>
              <a:ext uri="{FF2B5EF4-FFF2-40B4-BE49-F238E27FC236}">
                <a16:creationId xmlns:a16="http://schemas.microsoft.com/office/drawing/2014/main" id="{32B8E996-8594-0859-F5E5-E5213A200B28}"/>
              </a:ext>
            </a:extLst>
          </p:cNvPr>
          <p:cNvCxnSpPr/>
          <p:nvPr/>
        </p:nvCxnSpPr>
        <p:spPr>
          <a:xfrm>
            <a:off x="7140850" y="349788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ule_recipes_theme">
            <a:extLst>
              <a:ext uri="{FF2B5EF4-FFF2-40B4-BE49-F238E27FC236}">
                <a16:creationId xmlns:a16="http://schemas.microsoft.com/office/drawing/2014/main" id="{0FF05072-213D-DA36-EF68-FA330A777062}"/>
              </a:ext>
            </a:extLst>
          </p:cNvPr>
          <p:cNvCxnSpPr/>
          <p:nvPr/>
        </p:nvCxnSpPr>
        <p:spPr>
          <a:xfrm>
            <a:off x="8377436" y="349788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ule_features_compose">
            <a:extLst>
              <a:ext uri="{FF2B5EF4-FFF2-40B4-BE49-F238E27FC236}">
                <a16:creationId xmlns:a16="http://schemas.microsoft.com/office/drawing/2014/main" id="{F390F984-87F4-E576-21DA-2243077E27AC}"/>
              </a:ext>
            </a:extLst>
          </p:cNvPr>
          <p:cNvCxnSpPr/>
          <p:nvPr/>
        </p:nvCxnSpPr>
        <p:spPr>
          <a:xfrm>
            <a:off x="6600932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ule_recipes_objects">
            <a:extLst>
              <a:ext uri="{FF2B5EF4-FFF2-40B4-BE49-F238E27FC236}">
                <a16:creationId xmlns:a16="http://schemas.microsoft.com/office/drawing/2014/main" id="{DE9E0D8B-3269-ADE2-DB5C-EE6169BB5C07}"/>
              </a:ext>
            </a:extLst>
          </p:cNvPr>
          <p:cNvCxnSpPr/>
          <p:nvPr/>
        </p:nvCxnSpPr>
        <p:spPr>
          <a:xfrm>
            <a:off x="7837519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ule_theme_decorate">
            <a:extLst>
              <a:ext uri="{FF2B5EF4-FFF2-40B4-BE49-F238E27FC236}">
                <a16:creationId xmlns:a16="http://schemas.microsoft.com/office/drawing/2014/main" id="{BDF22CC4-8222-265C-6A0F-B19E81CA5E29}"/>
              </a:ext>
            </a:extLst>
          </p:cNvPr>
          <p:cNvCxnSpPr/>
          <p:nvPr/>
        </p:nvCxnSpPr>
        <p:spPr>
          <a:xfrm>
            <a:off x="9074104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ule_compose_objects">
            <a:extLst>
              <a:ext uri="{FF2B5EF4-FFF2-40B4-BE49-F238E27FC236}">
                <a16:creationId xmlns:a16="http://schemas.microsoft.com/office/drawing/2014/main" id="{4781C3D9-13F4-5C8B-CBD9-F3F5B98D7919}"/>
              </a:ext>
            </a:extLst>
          </p:cNvPr>
          <p:cNvCxnSpPr/>
          <p:nvPr/>
        </p:nvCxnSpPr>
        <p:spPr>
          <a:xfrm>
            <a:off x="7140850" y="449229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ule_objects_decorate">
            <a:extLst>
              <a:ext uri="{FF2B5EF4-FFF2-40B4-BE49-F238E27FC236}">
                <a16:creationId xmlns:a16="http://schemas.microsoft.com/office/drawing/2014/main" id="{3362F660-F78A-8833-2138-0977E0BDB1B0}"/>
              </a:ext>
            </a:extLst>
          </p:cNvPr>
          <p:cNvCxnSpPr/>
          <p:nvPr/>
        </p:nvCxnSpPr>
        <p:spPr>
          <a:xfrm>
            <a:off x="8377436" y="449229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main_rules_styled_ir">
            <a:extLst>
              <a:ext uri="{FF2B5EF4-FFF2-40B4-BE49-F238E27FC236}">
                <a16:creationId xmlns:a16="http://schemas.microsoft.com/office/drawing/2014/main" id="{5A64E4D4-1EF7-B468-9296-EAC9679F3504}"/>
              </a:ext>
            </a:extLst>
          </p:cNvPr>
          <p:cNvCxnSpPr/>
          <p:nvPr/>
        </p:nvCxnSpPr>
        <p:spPr>
          <a:xfrm>
            <a:off x="9448564" y="2534001"/>
            <a:ext cx="627002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main_styled_renderers">
            <a:extLst>
              <a:ext uri="{FF2B5EF4-FFF2-40B4-BE49-F238E27FC236}">
                <a16:creationId xmlns:a16="http://schemas.microsoft.com/office/drawing/2014/main" id="{F0C02982-E37C-BCC7-DB2C-0B9824DC5E8E}"/>
              </a:ext>
            </a:extLst>
          </p:cNvPr>
          <p:cNvCxnSpPr/>
          <p:nvPr/>
        </p:nvCxnSpPr>
        <p:spPr>
          <a:xfrm>
            <a:off x="10928984" y="2991953"/>
            <a:ext cx="0" cy="409976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validation_loop">
            <a:extLst>
              <a:ext uri="{FF2B5EF4-FFF2-40B4-BE49-F238E27FC236}">
                <a16:creationId xmlns:a16="http://schemas.microsoft.com/office/drawing/2014/main" id="{BB14DE6E-D4ED-F05A-4EBA-77428F5CD8E5}"/>
              </a:ext>
            </a:extLst>
          </p:cNvPr>
          <p:cNvCxnSpPr/>
          <p:nvPr/>
        </p:nvCxnSpPr>
        <p:spPr>
          <a:xfrm>
            <a:off x="10928984" y="4317833"/>
            <a:ext cx="0" cy="95952"/>
          </a:xfrm>
          <a:prstGeom prst="line">
            <a:avLst/>
          </a:prstGeom>
          <a:ln w="23749">
            <a:solidFill>
              <a:srgbClr val="BE123C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ource_chip">
            <a:extLst>
              <a:ext uri="{FF2B5EF4-FFF2-40B4-BE49-F238E27FC236}">
                <a16:creationId xmlns:a16="http://schemas.microsoft.com/office/drawing/2014/main" id="{525A5FFB-B3D1-1B1C-0BE4-812EC04A7B0C}"/>
              </a:ext>
            </a:extLst>
          </p:cNvPr>
          <p:cNvSpPr/>
          <p:nvPr/>
        </p:nvSpPr>
        <p:spPr>
          <a:xfrm>
            <a:off x="1654587" y="2163278"/>
            <a:ext cx="696669" cy="314024"/>
          </a:xfrm>
          <a:prstGeom prst="roundRect">
            <a:avLst>
              <a:gd name="adj" fmla="val 44370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334155"/>
                </a:solidFill>
                <a:latin typeface="Aptos" panose="020B0004020202020204" pitchFamily="34" charset="0"/>
              </a:rPr>
              <a:t>source</a:t>
            </a:r>
            <a:endParaRPr lang="ko-KR" altLang="en-US" sz="98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42" name="markdown_card">
            <a:extLst>
              <a:ext uri="{FF2B5EF4-FFF2-40B4-BE49-F238E27FC236}">
                <a16:creationId xmlns:a16="http://schemas.microsoft.com/office/drawing/2014/main" id="{F14F6A51-5B03-AE46-0C3D-E32E64348D2C}"/>
              </a:ext>
            </a:extLst>
          </p:cNvPr>
          <p:cNvSpPr/>
          <p:nvPr/>
        </p:nvSpPr>
        <p:spPr>
          <a:xfrm>
            <a:off x="1010169" y="2686652"/>
            <a:ext cx="1985505" cy="942072"/>
          </a:xfrm>
          <a:prstGeom prst="roundRect">
            <a:avLst>
              <a:gd name="adj" fmla="val 14790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markdown_icon_dot">
            <a:extLst>
              <a:ext uri="{FF2B5EF4-FFF2-40B4-BE49-F238E27FC236}">
                <a16:creationId xmlns:a16="http://schemas.microsoft.com/office/drawing/2014/main" id="{DFF84387-91EA-5599-3269-30027CE7B158}"/>
              </a:ext>
            </a:extLst>
          </p:cNvPr>
          <p:cNvSpPr/>
          <p:nvPr/>
        </p:nvSpPr>
        <p:spPr>
          <a:xfrm>
            <a:off x="1179982" y="2909085"/>
            <a:ext cx="217709" cy="218073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M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4" name="markdown_title">
            <a:extLst>
              <a:ext uri="{FF2B5EF4-FFF2-40B4-BE49-F238E27FC236}">
                <a16:creationId xmlns:a16="http://schemas.microsoft.com/office/drawing/2014/main" id="{1AC59410-CBB6-0E30-0F0C-B0586371BB99}"/>
              </a:ext>
            </a:extLst>
          </p:cNvPr>
          <p:cNvSpPr txBox="1"/>
          <p:nvPr/>
        </p:nvSpPr>
        <p:spPr>
          <a:xfrm>
            <a:off x="1515254" y="2904724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Markdown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5" name="markdown_line_0">
            <a:extLst>
              <a:ext uri="{FF2B5EF4-FFF2-40B4-BE49-F238E27FC236}">
                <a16:creationId xmlns:a16="http://schemas.microsoft.com/office/drawing/2014/main" id="{6FBA2604-D509-6543-B988-97CB3A55B72E}"/>
              </a:ext>
            </a:extLst>
          </p:cNvPr>
          <p:cNvSpPr txBox="1"/>
          <p:nvPr/>
        </p:nvSpPr>
        <p:spPr>
          <a:xfrm>
            <a:off x="1297545" y="324491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headings, tables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6" name="markdown_line_1">
            <a:extLst>
              <a:ext uri="{FF2B5EF4-FFF2-40B4-BE49-F238E27FC236}">
                <a16:creationId xmlns:a16="http://schemas.microsoft.com/office/drawing/2014/main" id="{38D110D9-0716-A5BC-299A-89F88A8E15BA}"/>
              </a:ext>
            </a:extLst>
          </p:cNvPr>
          <p:cNvSpPr txBox="1"/>
          <p:nvPr/>
        </p:nvSpPr>
        <p:spPr>
          <a:xfrm>
            <a:off x="1297545" y="341065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charts and images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7" name="splitter_card">
            <a:extLst>
              <a:ext uri="{FF2B5EF4-FFF2-40B4-BE49-F238E27FC236}">
                <a16:creationId xmlns:a16="http://schemas.microsoft.com/office/drawing/2014/main" id="{D2C8F9F9-81BE-FA7B-3C92-ABA248E2BA73}"/>
              </a:ext>
            </a:extLst>
          </p:cNvPr>
          <p:cNvSpPr/>
          <p:nvPr/>
        </p:nvSpPr>
        <p:spPr>
          <a:xfrm>
            <a:off x="1010169" y="3907857"/>
            <a:ext cx="1985505" cy="976964"/>
          </a:xfrm>
          <a:prstGeom prst="roundRect">
            <a:avLst>
              <a:gd name="adj" fmla="val 1426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plitter_icon_dot">
            <a:extLst>
              <a:ext uri="{FF2B5EF4-FFF2-40B4-BE49-F238E27FC236}">
                <a16:creationId xmlns:a16="http://schemas.microsoft.com/office/drawing/2014/main" id="{45DE8A19-D2D2-ADC8-E1AA-22E23B2B1DE0}"/>
              </a:ext>
            </a:extLst>
          </p:cNvPr>
          <p:cNvSpPr/>
          <p:nvPr/>
        </p:nvSpPr>
        <p:spPr>
          <a:xfrm>
            <a:off x="1179982" y="4130291"/>
            <a:ext cx="217709" cy="218072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9" name="splitter_title">
            <a:extLst>
              <a:ext uri="{FF2B5EF4-FFF2-40B4-BE49-F238E27FC236}">
                <a16:creationId xmlns:a16="http://schemas.microsoft.com/office/drawing/2014/main" id="{2B977292-566F-70D3-F946-1E37B11633F0}"/>
              </a:ext>
            </a:extLst>
          </p:cNvPr>
          <p:cNvSpPr txBox="1"/>
          <p:nvPr/>
        </p:nvSpPr>
        <p:spPr>
          <a:xfrm>
            <a:off x="1515254" y="4125929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MDPR Splitter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0" name="splitter_line_0">
            <a:extLst>
              <a:ext uri="{FF2B5EF4-FFF2-40B4-BE49-F238E27FC236}">
                <a16:creationId xmlns:a16="http://schemas.microsoft.com/office/drawing/2014/main" id="{807392AE-4CD5-72FE-46DD-00673AE6EF87}"/>
              </a:ext>
            </a:extLst>
          </p:cNvPr>
          <p:cNvSpPr txBox="1"/>
          <p:nvPr/>
        </p:nvSpPr>
        <p:spPr>
          <a:xfrm>
            <a:off x="1297545" y="446612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Pandoc or simple AST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1" name="splitter_line_1">
            <a:extLst>
              <a:ext uri="{FF2B5EF4-FFF2-40B4-BE49-F238E27FC236}">
                <a16:creationId xmlns:a16="http://schemas.microsoft.com/office/drawing/2014/main" id="{8C1E4B2E-7F2C-75D9-A32E-8736CE269274}"/>
              </a:ext>
            </a:extLst>
          </p:cNvPr>
          <p:cNvSpPr txBox="1"/>
          <p:nvPr/>
        </p:nvSpPr>
        <p:spPr>
          <a:xfrm>
            <a:off x="1297545" y="463185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slide/object split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2" name="ir_core_card">
            <a:extLst>
              <a:ext uri="{FF2B5EF4-FFF2-40B4-BE49-F238E27FC236}">
                <a16:creationId xmlns:a16="http://schemas.microsoft.com/office/drawing/2014/main" id="{0F336B27-F7D0-A2CB-97E0-DCA4B03A6169}"/>
              </a:ext>
            </a:extLst>
          </p:cNvPr>
          <p:cNvSpPr/>
          <p:nvPr/>
        </p:nvSpPr>
        <p:spPr>
          <a:xfrm>
            <a:off x="3657509" y="2076049"/>
            <a:ext cx="1915838" cy="915904"/>
          </a:xfrm>
          <a:prstGeom prst="roundRect">
            <a:avLst>
              <a:gd name="adj" fmla="val 1521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ir_core_icon_dot">
            <a:extLst>
              <a:ext uri="{FF2B5EF4-FFF2-40B4-BE49-F238E27FC236}">
                <a16:creationId xmlns:a16="http://schemas.microsoft.com/office/drawing/2014/main" id="{134F70C0-8229-2F59-3DA6-A9480DE6E75D}"/>
              </a:ext>
            </a:extLst>
          </p:cNvPr>
          <p:cNvSpPr/>
          <p:nvPr/>
        </p:nvSpPr>
        <p:spPr>
          <a:xfrm>
            <a:off x="3827321" y="2298483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I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4" name="ir_core_title">
            <a:extLst>
              <a:ext uri="{FF2B5EF4-FFF2-40B4-BE49-F238E27FC236}">
                <a16:creationId xmlns:a16="http://schemas.microsoft.com/office/drawing/2014/main" id="{EE0F70D2-B079-A16A-C243-D54F5E789F4A}"/>
              </a:ext>
            </a:extLst>
          </p:cNvPr>
          <p:cNvSpPr txBox="1"/>
          <p:nvPr/>
        </p:nvSpPr>
        <p:spPr>
          <a:xfrm>
            <a:off x="4162593" y="2294121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Slide Element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5" name="ir_core_line_0">
            <a:extLst>
              <a:ext uri="{FF2B5EF4-FFF2-40B4-BE49-F238E27FC236}">
                <a16:creationId xmlns:a16="http://schemas.microsoft.com/office/drawing/2014/main" id="{76DF1007-22AD-4F15-7A12-8CD4E5B6BF89}"/>
              </a:ext>
            </a:extLst>
          </p:cNvPr>
          <p:cNvSpPr txBox="1"/>
          <p:nvPr/>
        </p:nvSpPr>
        <p:spPr>
          <a:xfrm>
            <a:off x="3944884" y="2634314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semantic blocks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6" name="ir_core_line_1">
            <a:extLst>
              <a:ext uri="{FF2B5EF4-FFF2-40B4-BE49-F238E27FC236}">
                <a16:creationId xmlns:a16="http://schemas.microsoft.com/office/drawing/2014/main" id="{9C7A27FF-50C7-7508-7EA9-EBD66CF89AD6}"/>
              </a:ext>
            </a:extLst>
          </p:cNvPr>
          <p:cNvSpPr txBox="1"/>
          <p:nvPr/>
        </p:nvSpPr>
        <p:spPr>
          <a:xfrm>
            <a:off x="3944884" y="2800049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graph kept whole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7" name="reasoning_card">
            <a:extLst>
              <a:ext uri="{FF2B5EF4-FFF2-40B4-BE49-F238E27FC236}">
                <a16:creationId xmlns:a16="http://schemas.microsoft.com/office/drawing/2014/main" id="{677259FD-6795-1624-F18A-E5A420C3A2B1}"/>
              </a:ext>
            </a:extLst>
          </p:cNvPr>
          <p:cNvSpPr/>
          <p:nvPr/>
        </p:nvSpPr>
        <p:spPr>
          <a:xfrm>
            <a:off x="3657509" y="3489158"/>
            <a:ext cx="1915838" cy="1395663"/>
          </a:xfrm>
          <a:prstGeom prst="roundRect">
            <a:avLst>
              <a:gd name="adj" fmla="val 998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reasoning_icon_dot">
            <a:extLst>
              <a:ext uri="{FF2B5EF4-FFF2-40B4-BE49-F238E27FC236}">
                <a16:creationId xmlns:a16="http://schemas.microsoft.com/office/drawing/2014/main" id="{A4D15484-0BAC-B75B-6D18-77338FC5B0A1}"/>
              </a:ext>
            </a:extLst>
          </p:cNvPr>
          <p:cNvSpPr/>
          <p:nvPr/>
        </p:nvSpPr>
        <p:spPr>
          <a:xfrm>
            <a:off x="3827321" y="3711592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H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9" name="reasoning_title">
            <a:extLst>
              <a:ext uri="{FF2B5EF4-FFF2-40B4-BE49-F238E27FC236}">
                <a16:creationId xmlns:a16="http://schemas.microsoft.com/office/drawing/2014/main" id="{16CD242B-F5D4-0477-6D5C-308F35709446}"/>
              </a:ext>
            </a:extLst>
          </p:cNvPr>
          <p:cNvSpPr txBox="1"/>
          <p:nvPr/>
        </p:nvSpPr>
        <p:spPr>
          <a:xfrm>
            <a:off x="4162593" y="3707230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Hint Packet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0" name="reasoning_line_0">
            <a:extLst>
              <a:ext uri="{FF2B5EF4-FFF2-40B4-BE49-F238E27FC236}">
                <a16:creationId xmlns:a16="http://schemas.microsoft.com/office/drawing/2014/main" id="{0961042D-85E8-3DF6-79E3-2FE12F29C497}"/>
              </a:ext>
            </a:extLst>
          </p:cNvPr>
          <p:cNvSpPr txBox="1"/>
          <p:nvPr/>
        </p:nvSpPr>
        <p:spPr>
          <a:xfrm>
            <a:off x="3944884" y="4047423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intent + importance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1" name="reasoning_guard">
            <a:extLst>
              <a:ext uri="{FF2B5EF4-FFF2-40B4-BE49-F238E27FC236}">
                <a16:creationId xmlns:a16="http://schemas.microsoft.com/office/drawing/2014/main" id="{0CB95B5B-A41D-2C7D-CB58-986062003041}"/>
              </a:ext>
            </a:extLst>
          </p:cNvPr>
          <p:cNvSpPr/>
          <p:nvPr/>
        </p:nvSpPr>
        <p:spPr>
          <a:xfrm>
            <a:off x="3901342" y="4309110"/>
            <a:ext cx="1428171" cy="314024"/>
          </a:xfrm>
          <a:prstGeom prst="roundRect">
            <a:avLst>
              <a:gd name="adj" fmla="val 44370"/>
            </a:avLst>
          </a:prstGeom>
          <a:solidFill>
            <a:srgbClr val="FFF7E6"/>
          </a:solidFill>
          <a:ln w="12627">
            <a:solidFill>
              <a:srgbClr val="E9B44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7C3D12"/>
                </a:solidFill>
                <a:latin typeface="Aptos" panose="020B0004020202020204" pitchFamily="34" charset="0"/>
              </a:rPr>
              <a:t>hints only</a:t>
            </a:r>
            <a:endParaRPr lang="ko-KR" altLang="en-US" sz="980" b="1">
              <a:solidFill>
                <a:srgbClr val="7C3D12"/>
              </a:solidFill>
              <a:latin typeface="Aptos" panose="020B0004020202020204" pitchFamily="34" charset="0"/>
            </a:endParaRPr>
          </a:p>
        </p:txBody>
      </p:sp>
      <p:sp>
        <p:nvSpPr>
          <p:cNvPr id="62" name="reasoning_limit">
            <a:extLst>
              <a:ext uri="{FF2B5EF4-FFF2-40B4-BE49-F238E27FC236}">
                <a16:creationId xmlns:a16="http://schemas.microsoft.com/office/drawing/2014/main" id="{D99F7F9B-2230-30E1-7BFE-268D9558C5E6}"/>
              </a:ext>
            </a:extLst>
          </p:cNvPr>
          <p:cNvSpPr txBox="1"/>
          <p:nvPr/>
        </p:nvSpPr>
        <p:spPr>
          <a:xfrm>
            <a:off x="3875217" y="4570797"/>
            <a:ext cx="148042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64748B"/>
                </a:solidFill>
                <a:latin typeface="Aptos" panose="020B0004020202020204" pitchFamily="34" charset="0"/>
              </a:rPr>
              <a:t>no coords/styles</a:t>
            </a:r>
            <a:endParaRPr lang="ko-KR" altLang="en-US" sz="980" b="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63" name="rule_engine_card">
            <a:extLst>
              <a:ext uri="{FF2B5EF4-FFF2-40B4-BE49-F238E27FC236}">
                <a16:creationId xmlns:a16="http://schemas.microsoft.com/office/drawing/2014/main" id="{E8CF7307-46A1-829F-0150-154C34B1DA81}"/>
              </a:ext>
            </a:extLst>
          </p:cNvPr>
          <p:cNvSpPr/>
          <p:nvPr/>
        </p:nvSpPr>
        <p:spPr>
          <a:xfrm>
            <a:off x="6226473" y="2185085"/>
            <a:ext cx="3222091" cy="697832"/>
          </a:xfrm>
          <a:prstGeom prst="roundRect">
            <a:avLst>
              <a:gd name="adj" fmla="val 19967"/>
            </a:avLst>
          </a:prstGeom>
          <a:solidFill>
            <a:srgbClr val="DCFCE7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rule_engine_title">
            <a:extLst>
              <a:ext uri="{FF2B5EF4-FFF2-40B4-BE49-F238E27FC236}">
                <a16:creationId xmlns:a16="http://schemas.microsoft.com/office/drawing/2014/main" id="{C5643353-3F43-0E55-027A-CFCDBF2E5C5F}"/>
              </a:ext>
            </a:extLst>
          </p:cNvPr>
          <p:cNvSpPr txBox="1"/>
          <p:nvPr/>
        </p:nvSpPr>
        <p:spPr>
          <a:xfrm>
            <a:off x="6487723" y="2307206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4532D"/>
                </a:solidFill>
                <a:latin typeface="Aptos" panose="020B0004020202020204" pitchFamily="34" charset="0"/>
              </a:rPr>
              <a:t>Rule Engine Boundary</a:t>
            </a:r>
            <a:endParaRPr lang="ko-KR" altLang="en-US" sz="1241" b="1">
              <a:solidFill>
                <a:srgbClr val="14532D"/>
              </a:solidFill>
              <a:latin typeface="Aptos" panose="020B0004020202020204" pitchFamily="34" charset="0"/>
            </a:endParaRPr>
          </a:p>
        </p:txBody>
      </p:sp>
      <p:sp>
        <p:nvSpPr>
          <p:cNvPr id="65" name="rule_engine_body">
            <a:extLst>
              <a:ext uri="{FF2B5EF4-FFF2-40B4-BE49-F238E27FC236}">
                <a16:creationId xmlns:a16="http://schemas.microsoft.com/office/drawing/2014/main" id="{FC9E5D2C-8C37-78E0-296A-D8F3C4A29F07}"/>
              </a:ext>
            </a:extLst>
          </p:cNvPr>
          <p:cNvSpPr txBox="1"/>
          <p:nvPr/>
        </p:nvSpPr>
        <p:spPr>
          <a:xfrm>
            <a:off x="6487723" y="2577615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166534"/>
                </a:solidFill>
                <a:latin typeface="Aptos" panose="020B0004020202020204" pitchFamily="34" charset="0"/>
              </a:rPr>
              <a:t>recipes, colors, z-order</a:t>
            </a:r>
            <a:endParaRPr lang="ko-KR" altLang="en-US" sz="1022">
              <a:solidFill>
                <a:srgbClr val="166534"/>
              </a:solidFill>
              <a:latin typeface="Aptos" panose="020B0004020202020204" pitchFamily="34" charset="0"/>
            </a:endParaRPr>
          </a:p>
        </p:txBody>
      </p:sp>
      <p:sp>
        <p:nvSpPr>
          <p:cNvPr id="66" name="features_card">
            <a:extLst>
              <a:ext uri="{FF2B5EF4-FFF2-40B4-BE49-F238E27FC236}">
                <a16:creationId xmlns:a16="http://schemas.microsoft.com/office/drawing/2014/main" id="{04B25C2A-4058-3C7E-BE8F-D7D763C850C0}"/>
              </a:ext>
            </a:extLst>
          </p:cNvPr>
          <p:cNvSpPr/>
          <p:nvPr/>
        </p:nvSpPr>
        <p:spPr>
          <a:xfrm>
            <a:off x="6061014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features_icon_dot">
            <a:extLst>
              <a:ext uri="{FF2B5EF4-FFF2-40B4-BE49-F238E27FC236}">
                <a16:creationId xmlns:a16="http://schemas.microsoft.com/office/drawing/2014/main" id="{6676A049-3EF4-3444-A64D-8E34F318AB2E}"/>
              </a:ext>
            </a:extLst>
          </p:cNvPr>
          <p:cNvSpPr/>
          <p:nvPr/>
        </p:nvSpPr>
        <p:spPr>
          <a:xfrm>
            <a:off x="6182931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F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8" name="features_title">
            <a:extLst>
              <a:ext uri="{FF2B5EF4-FFF2-40B4-BE49-F238E27FC236}">
                <a16:creationId xmlns:a16="http://schemas.microsoft.com/office/drawing/2014/main" id="{E37F6182-4465-0087-4F8B-1A666E909350}"/>
              </a:ext>
            </a:extLst>
          </p:cNvPr>
          <p:cNvSpPr txBox="1"/>
          <p:nvPr/>
        </p:nvSpPr>
        <p:spPr>
          <a:xfrm>
            <a:off x="6452890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Features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9" name="features_line_0">
            <a:extLst>
              <a:ext uri="{FF2B5EF4-FFF2-40B4-BE49-F238E27FC236}">
                <a16:creationId xmlns:a16="http://schemas.microsoft.com/office/drawing/2014/main" id="{4CCC0E92-808E-26B4-3681-954C9BA6DE0A}"/>
              </a:ext>
            </a:extLst>
          </p:cNvPr>
          <p:cNvSpPr txBox="1"/>
          <p:nvPr/>
        </p:nvSpPr>
        <p:spPr>
          <a:xfrm>
            <a:off x="6261306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density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0" name="features_line_1">
            <a:extLst>
              <a:ext uri="{FF2B5EF4-FFF2-40B4-BE49-F238E27FC236}">
                <a16:creationId xmlns:a16="http://schemas.microsoft.com/office/drawing/2014/main" id="{99848438-696F-0D8D-B1A0-34CFAC51AE62}"/>
              </a:ext>
            </a:extLst>
          </p:cNvPr>
          <p:cNvSpPr txBox="1"/>
          <p:nvPr/>
        </p:nvSpPr>
        <p:spPr>
          <a:xfrm>
            <a:off x="6261306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size risk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1" name="recipes_card">
            <a:extLst>
              <a:ext uri="{FF2B5EF4-FFF2-40B4-BE49-F238E27FC236}">
                <a16:creationId xmlns:a16="http://schemas.microsoft.com/office/drawing/2014/main" id="{F17DA2AD-8C8E-C067-5704-F75324D1CAFB}"/>
              </a:ext>
            </a:extLst>
          </p:cNvPr>
          <p:cNvSpPr/>
          <p:nvPr/>
        </p:nvSpPr>
        <p:spPr>
          <a:xfrm>
            <a:off x="7297600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recipes_icon_dot">
            <a:extLst>
              <a:ext uri="{FF2B5EF4-FFF2-40B4-BE49-F238E27FC236}">
                <a16:creationId xmlns:a16="http://schemas.microsoft.com/office/drawing/2014/main" id="{C1DA139E-F1A7-BD8D-48D9-A5900B4AACF9}"/>
              </a:ext>
            </a:extLst>
          </p:cNvPr>
          <p:cNvSpPr/>
          <p:nvPr/>
        </p:nvSpPr>
        <p:spPr>
          <a:xfrm>
            <a:off x="7419518" y="325364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3" name="recipes_title">
            <a:extLst>
              <a:ext uri="{FF2B5EF4-FFF2-40B4-BE49-F238E27FC236}">
                <a16:creationId xmlns:a16="http://schemas.microsoft.com/office/drawing/2014/main" id="{3410E026-B441-9CD7-4FD6-3219359C317A}"/>
              </a:ext>
            </a:extLst>
          </p:cNvPr>
          <p:cNvSpPr txBox="1"/>
          <p:nvPr/>
        </p:nvSpPr>
        <p:spPr>
          <a:xfrm>
            <a:off x="7689476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Recipes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4" name="recipes_line_0">
            <a:extLst>
              <a:ext uri="{FF2B5EF4-FFF2-40B4-BE49-F238E27FC236}">
                <a16:creationId xmlns:a16="http://schemas.microsoft.com/office/drawing/2014/main" id="{A4ADA16F-89B9-BBA9-641C-47937E7073A3}"/>
              </a:ext>
            </a:extLst>
          </p:cNvPr>
          <p:cNvSpPr txBox="1"/>
          <p:nvPr/>
        </p:nvSpPr>
        <p:spPr>
          <a:xfrm>
            <a:off x="7497893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profile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5" name="recipes_line_1">
            <a:extLst>
              <a:ext uri="{FF2B5EF4-FFF2-40B4-BE49-F238E27FC236}">
                <a16:creationId xmlns:a16="http://schemas.microsoft.com/office/drawing/2014/main" id="{CC04D182-2D1A-2937-2E74-589797F0C494}"/>
              </a:ext>
            </a:extLst>
          </p:cNvPr>
          <p:cNvSpPr txBox="1"/>
          <p:nvPr/>
        </p:nvSpPr>
        <p:spPr>
          <a:xfrm>
            <a:off x="7497893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variant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6" name="theme_card">
            <a:extLst>
              <a:ext uri="{FF2B5EF4-FFF2-40B4-BE49-F238E27FC236}">
                <a16:creationId xmlns:a16="http://schemas.microsoft.com/office/drawing/2014/main" id="{3404B42B-47A2-2538-D90D-4F09622A5932}"/>
              </a:ext>
            </a:extLst>
          </p:cNvPr>
          <p:cNvSpPr/>
          <p:nvPr/>
        </p:nvSpPr>
        <p:spPr>
          <a:xfrm>
            <a:off x="8534187" y="305301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heme_icon_dot">
            <a:extLst>
              <a:ext uri="{FF2B5EF4-FFF2-40B4-BE49-F238E27FC236}">
                <a16:creationId xmlns:a16="http://schemas.microsoft.com/office/drawing/2014/main" id="{14A4742E-F3E5-6CFE-02FB-740141815AF6}"/>
              </a:ext>
            </a:extLst>
          </p:cNvPr>
          <p:cNvSpPr/>
          <p:nvPr/>
        </p:nvSpPr>
        <p:spPr>
          <a:xfrm>
            <a:off x="8656103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T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8" name="theme_title">
            <a:extLst>
              <a:ext uri="{FF2B5EF4-FFF2-40B4-BE49-F238E27FC236}">
                <a16:creationId xmlns:a16="http://schemas.microsoft.com/office/drawing/2014/main" id="{881FC338-A94B-9961-367D-C2EE7012ADE8}"/>
              </a:ext>
            </a:extLst>
          </p:cNvPr>
          <p:cNvSpPr txBox="1"/>
          <p:nvPr/>
        </p:nvSpPr>
        <p:spPr>
          <a:xfrm>
            <a:off x="8926063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Theme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9" name="theme_line_0">
            <a:extLst>
              <a:ext uri="{FF2B5EF4-FFF2-40B4-BE49-F238E27FC236}">
                <a16:creationId xmlns:a16="http://schemas.microsoft.com/office/drawing/2014/main" id="{CE64B75D-7BBC-B0E8-DE90-1D1E21D28371}"/>
              </a:ext>
            </a:extLst>
          </p:cNvPr>
          <p:cNvSpPr txBox="1"/>
          <p:nvPr/>
        </p:nvSpPr>
        <p:spPr>
          <a:xfrm>
            <a:off x="8734478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harmony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0" name="theme_line_1">
            <a:extLst>
              <a:ext uri="{FF2B5EF4-FFF2-40B4-BE49-F238E27FC236}">
                <a16:creationId xmlns:a16="http://schemas.microsoft.com/office/drawing/2014/main" id="{8DF18EEF-2F31-BAA1-B8FD-41C04F76F599}"/>
              </a:ext>
            </a:extLst>
          </p:cNvPr>
          <p:cNvSpPr txBox="1"/>
          <p:nvPr/>
        </p:nvSpPr>
        <p:spPr>
          <a:xfrm>
            <a:off x="8734478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PPT accents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1" name="compose_card">
            <a:extLst>
              <a:ext uri="{FF2B5EF4-FFF2-40B4-BE49-F238E27FC236}">
                <a16:creationId xmlns:a16="http://schemas.microsoft.com/office/drawing/2014/main" id="{A778C2AD-FE08-7E04-9D12-EB7D023AA98E}"/>
              </a:ext>
            </a:extLst>
          </p:cNvPr>
          <p:cNvSpPr/>
          <p:nvPr/>
        </p:nvSpPr>
        <p:spPr>
          <a:xfrm>
            <a:off x="6061014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compose_icon_dot">
            <a:extLst>
              <a:ext uri="{FF2B5EF4-FFF2-40B4-BE49-F238E27FC236}">
                <a16:creationId xmlns:a16="http://schemas.microsoft.com/office/drawing/2014/main" id="{CE25B4A8-1518-38E4-BC80-4D542E56E0E7}"/>
              </a:ext>
            </a:extLst>
          </p:cNvPr>
          <p:cNvSpPr/>
          <p:nvPr/>
        </p:nvSpPr>
        <p:spPr>
          <a:xfrm>
            <a:off x="6182931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C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3" name="compose_title">
            <a:extLst>
              <a:ext uri="{FF2B5EF4-FFF2-40B4-BE49-F238E27FC236}">
                <a16:creationId xmlns:a16="http://schemas.microsoft.com/office/drawing/2014/main" id="{88E881FD-87AC-F398-760A-8E7882E81875}"/>
              </a:ext>
            </a:extLst>
          </p:cNvPr>
          <p:cNvSpPr txBox="1"/>
          <p:nvPr/>
        </p:nvSpPr>
        <p:spPr>
          <a:xfrm>
            <a:off x="6452890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Compose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4" name="compose_line_0">
            <a:extLst>
              <a:ext uri="{FF2B5EF4-FFF2-40B4-BE49-F238E27FC236}">
                <a16:creationId xmlns:a16="http://schemas.microsoft.com/office/drawing/2014/main" id="{265D057C-92F1-8342-EF24-CEEDAF33D31E}"/>
              </a:ext>
            </a:extLst>
          </p:cNvPr>
          <p:cNvSpPr txBox="1"/>
          <p:nvPr/>
        </p:nvSpPr>
        <p:spPr>
          <a:xfrm>
            <a:off x="6261306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regions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5" name="compose_line_1">
            <a:extLst>
              <a:ext uri="{FF2B5EF4-FFF2-40B4-BE49-F238E27FC236}">
                <a16:creationId xmlns:a16="http://schemas.microsoft.com/office/drawing/2014/main" id="{2F3A94E7-2678-DB79-925C-77362D462F9E}"/>
              </a:ext>
            </a:extLst>
          </p:cNvPr>
          <p:cNvSpPr txBox="1"/>
          <p:nvPr/>
        </p:nvSpPr>
        <p:spPr>
          <a:xfrm>
            <a:off x="6261306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overflow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6" name="objects_card">
            <a:extLst>
              <a:ext uri="{FF2B5EF4-FFF2-40B4-BE49-F238E27FC236}">
                <a16:creationId xmlns:a16="http://schemas.microsoft.com/office/drawing/2014/main" id="{5C26F872-D176-9451-461A-4B471B450E86}"/>
              </a:ext>
            </a:extLst>
          </p:cNvPr>
          <p:cNvSpPr/>
          <p:nvPr/>
        </p:nvSpPr>
        <p:spPr>
          <a:xfrm>
            <a:off x="7297600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objects_icon_dot">
            <a:extLst>
              <a:ext uri="{FF2B5EF4-FFF2-40B4-BE49-F238E27FC236}">
                <a16:creationId xmlns:a16="http://schemas.microsoft.com/office/drawing/2014/main" id="{D0551E1B-EFEF-9E8E-D0BE-DAFDC6068741}"/>
              </a:ext>
            </a:extLst>
          </p:cNvPr>
          <p:cNvSpPr/>
          <p:nvPr/>
        </p:nvSpPr>
        <p:spPr>
          <a:xfrm>
            <a:off x="7419518" y="424805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O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8" name="objects_title">
            <a:extLst>
              <a:ext uri="{FF2B5EF4-FFF2-40B4-BE49-F238E27FC236}">
                <a16:creationId xmlns:a16="http://schemas.microsoft.com/office/drawing/2014/main" id="{51236FA3-9D9B-674E-B1FB-E60F20734DFD}"/>
              </a:ext>
            </a:extLst>
          </p:cNvPr>
          <p:cNvSpPr txBox="1"/>
          <p:nvPr/>
        </p:nvSpPr>
        <p:spPr>
          <a:xfrm>
            <a:off x="7689476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Objects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9" name="objects_line_0">
            <a:extLst>
              <a:ext uri="{FF2B5EF4-FFF2-40B4-BE49-F238E27FC236}">
                <a16:creationId xmlns:a16="http://schemas.microsoft.com/office/drawing/2014/main" id="{BD542B71-D98D-D2AA-3181-7FE92B782BBD}"/>
              </a:ext>
            </a:extLst>
          </p:cNvPr>
          <p:cNvSpPr txBox="1"/>
          <p:nvPr/>
        </p:nvSpPr>
        <p:spPr>
          <a:xfrm>
            <a:off x="7497893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charts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0" name="objects_line_1">
            <a:extLst>
              <a:ext uri="{FF2B5EF4-FFF2-40B4-BE49-F238E27FC236}">
                <a16:creationId xmlns:a16="http://schemas.microsoft.com/office/drawing/2014/main" id="{6D540F6B-78E6-47C5-48FE-8F991B24184A}"/>
              </a:ext>
            </a:extLst>
          </p:cNvPr>
          <p:cNvSpPr txBox="1"/>
          <p:nvPr/>
        </p:nvSpPr>
        <p:spPr>
          <a:xfrm>
            <a:off x="7497893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icons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1" name="decorate_card">
            <a:extLst>
              <a:ext uri="{FF2B5EF4-FFF2-40B4-BE49-F238E27FC236}">
                <a16:creationId xmlns:a16="http://schemas.microsoft.com/office/drawing/2014/main" id="{C96B1EEC-7B0A-1242-75AF-3E8D121469BD}"/>
              </a:ext>
            </a:extLst>
          </p:cNvPr>
          <p:cNvSpPr/>
          <p:nvPr/>
        </p:nvSpPr>
        <p:spPr>
          <a:xfrm>
            <a:off x="8534187" y="404742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decorate_icon_dot">
            <a:extLst>
              <a:ext uri="{FF2B5EF4-FFF2-40B4-BE49-F238E27FC236}">
                <a16:creationId xmlns:a16="http://schemas.microsoft.com/office/drawing/2014/main" id="{699D3BE1-20D5-B407-2ED1-7950FB57CAE8}"/>
              </a:ext>
            </a:extLst>
          </p:cNvPr>
          <p:cNvSpPr/>
          <p:nvPr/>
        </p:nvSpPr>
        <p:spPr>
          <a:xfrm>
            <a:off x="8656103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D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3" name="decorate_title">
            <a:extLst>
              <a:ext uri="{FF2B5EF4-FFF2-40B4-BE49-F238E27FC236}">
                <a16:creationId xmlns:a16="http://schemas.microsoft.com/office/drawing/2014/main" id="{A4CF25B9-8094-B7EC-A1C3-1390C9076471}"/>
              </a:ext>
            </a:extLst>
          </p:cNvPr>
          <p:cNvSpPr txBox="1"/>
          <p:nvPr/>
        </p:nvSpPr>
        <p:spPr>
          <a:xfrm>
            <a:off x="8926063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Decorate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4" name="decorate_line_0">
            <a:extLst>
              <a:ext uri="{FF2B5EF4-FFF2-40B4-BE49-F238E27FC236}">
                <a16:creationId xmlns:a16="http://schemas.microsoft.com/office/drawing/2014/main" id="{ED2D77DE-10D7-AACB-F52E-4D741067A1BF}"/>
              </a:ext>
            </a:extLst>
          </p:cNvPr>
          <p:cNvSpPr txBox="1"/>
          <p:nvPr/>
        </p:nvSpPr>
        <p:spPr>
          <a:xfrm>
            <a:off x="8734478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type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5" name="decorate_line_1">
            <a:extLst>
              <a:ext uri="{FF2B5EF4-FFF2-40B4-BE49-F238E27FC236}">
                <a16:creationId xmlns:a16="http://schemas.microsoft.com/office/drawing/2014/main" id="{060BB952-309E-058C-C83A-FFEEC58D1306}"/>
              </a:ext>
            </a:extLst>
          </p:cNvPr>
          <p:cNvSpPr txBox="1"/>
          <p:nvPr/>
        </p:nvSpPr>
        <p:spPr>
          <a:xfrm>
            <a:off x="8734478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effects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6" name="styled_ir_card">
            <a:extLst>
              <a:ext uri="{FF2B5EF4-FFF2-40B4-BE49-F238E27FC236}">
                <a16:creationId xmlns:a16="http://schemas.microsoft.com/office/drawing/2014/main" id="{36E7FD0A-787D-B599-4282-464D044B8A62}"/>
              </a:ext>
            </a:extLst>
          </p:cNvPr>
          <p:cNvSpPr/>
          <p:nvPr/>
        </p:nvSpPr>
        <p:spPr>
          <a:xfrm>
            <a:off x="10075566" y="207604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styled_ir_icon_dot">
            <a:extLst>
              <a:ext uri="{FF2B5EF4-FFF2-40B4-BE49-F238E27FC236}">
                <a16:creationId xmlns:a16="http://schemas.microsoft.com/office/drawing/2014/main" id="{D2F4C3DC-EDB6-5920-8D20-6009831F4246}"/>
              </a:ext>
            </a:extLst>
          </p:cNvPr>
          <p:cNvSpPr/>
          <p:nvPr/>
        </p:nvSpPr>
        <p:spPr>
          <a:xfrm>
            <a:off x="10245379" y="229848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8" name="styled_ir_title">
            <a:extLst>
              <a:ext uri="{FF2B5EF4-FFF2-40B4-BE49-F238E27FC236}">
                <a16:creationId xmlns:a16="http://schemas.microsoft.com/office/drawing/2014/main" id="{CE533D3F-C95B-F3B0-BB6D-DB08D3ABD97A}"/>
              </a:ext>
            </a:extLst>
          </p:cNvPr>
          <p:cNvSpPr txBox="1"/>
          <p:nvPr/>
        </p:nvSpPr>
        <p:spPr>
          <a:xfrm>
            <a:off x="10580650" y="229412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Styled Deck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9" name="styled_ir_line_0">
            <a:extLst>
              <a:ext uri="{FF2B5EF4-FFF2-40B4-BE49-F238E27FC236}">
                <a16:creationId xmlns:a16="http://schemas.microsoft.com/office/drawing/2014/main" id="{1D7EAFF9-475F-A3B3-C90E-9D25BFFA9353}"/>
              </a:ext>
            </a:extLst>
          </p:cNvPr>
          <p:cNvSpPr txBox="1"/>
          <p:nvPr/>
        </p:nvSpPr>
        <p:spPr>
          <a:xfrm>
            <a:off x="10362941" y="263431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renderer-neutral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0" name="styled_ir_line_1">
            <a:extLst>
              <a:ext uri="{FF2B5EF4-FFF2-40B4-BE49-F238E27FC236}">
                <a16:creationId xmlns:a16="http://schemas.microsoft.com/office/drawing/2014/main" id="{278B748F-4E2F-6B07-2CB0-1B04200551D3}"/>
              </a:ext>
            </a:extLst>
          </p:cNvPr>
          <p:cNvSpPr txBox="1"/>
          <p:nvPr/>
        </p:nvSpPr>
        <p:spPr>
          <a:xfrm>
            <a:off x="10362941" y="280004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coherent contract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1" name="renderers_card">
            <a:extLst>
              <a:ext uri="{FF2B5EF4-FFF2-40B4-BE49-F238E27FC236}">
                <a16:creationId xmlns:a16="http://schemas.microsoft.com/office/drawing/2014/main" id="{3AD7FD2A-29EE-B9FE-DDBE-A47AA3F8CF59}"/>
              </a:ext>
            </a:extLst>
          </p:cNvPr>
          <p:cNvSpPr/>
          <p:nvPr/>
        </p:nvSpPr>
        <p:spPr>
          <a:xfrm>
            <a:off x="10075566" y="340192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renderers_icon_dot">
            <a:extLst>
              <a:ext uri="{FF2B5EF4-FFF2-40B4-BE49-F238E27FC236}">
                <a16:creationId xmlns:a16="http://schemas.microsoft.com/office/drawing/2014/main" id="{6AD6CE9E-9E72-6389-B700-0663E7C0D64E}"/>
              </a:ext>
            </a:extLst>
          </p:cNvPr>
          <p:cNvSpPr/>
          <p:nvPr/>
        </p:nvSpPr>
        <p:spPr>
          <a:xfrm>
            <a:off x="10245379" y="362436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3" name="renderers_title">
            <a:extLst>
              <a:ext uri="{FF2B5EF4-FFF2-40B4-BE49-F238E27FC236}">
                <a16:creationId xmlns:a16="http://schemas.microsoft.com/office/drawing/2014/main" id="{7F81B0E3-C2F0-6D1E-3FC3-5BD730AC1DC2}"/>
              </a:ext>
            </a:extLst>
          </p:cNvPr>
          <p:cNvSpPr txBox="1"/>
          <p:nvPr/>
        </p:nvSpPr>
        <p:spPr>
          <a:xfrm>
            <a:off x="10580650" y="362000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Renderers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4" name="renderers_line_0">
            <a:extLst>
              <a:ext uri="{FF2B5EF4-FFF2-40B4-BE49-F238E27FC236}">
                <a16:creationId xmlns:a16="http://schemas.microsoft.com/office/drawing/2014/main" id="{FE6B2E3D-BFEC-B432-7E4D-70821933FC3A}"/>
              </a:ext>
            </a:extLst>
          </p:cNvPr>
          <p:cNvSpPr txBox="1"/>
          <p:nvPr/>
        </p:nvSpPr>
        <p:spPr>
          <a:xfrm>
            <a:off x="10362941" y="396019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editable PPTX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5" name="renderers_line_1">
            <a:extLst>
              <a:ext uri="{FF2B5EF4-FFF2-40B4-BE49-F238E27FC236}">
                <a16:creationId xmlns:a16="http://schemas.microsoft.com/office/drawing/2014/main" id="{2EB21E90-B54F-07E9-CD0F-C1E7178F65FA}"/>
              </a:ext>
            </a:extLst>
          </p:cNvPr>
          <p:cNvSpPr txBox="1"/>
          <p:nvPr/>
        </p:nvSpPr>
        <p:spPr>
          <a:xfrm>
            <a:off x="10362941" y="412592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HTML / PDF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6" name="visual_check">
            <a:extLst>
              <a:ext uri="{FF2B5EF4-FFF2-40B4-BE49-F238E27FC236}">
                <a16:creationId xmlns:a16="http://schemas.microsoft.com/office/drawing/2014/main" id="{9A13D906-427F-2E72-87C5-07C0C6DFA281}"/>
              </a:ext>
            </a:extLst>
          </p:cNvPr>
          <p:cNvSpPr/>
          <p:nvPr/>
        </p:nvSpPr>
        <p:spPr>
          <a:xfrm>
            <a:off x="10075566" y="4413785"/>
            <a:ext cx="1706837" cy="523373"/>
          </a:xfrm>
          <a:prstGeom prst="roundRect">
            <a:avLst>
              <a:gd name="adj" fmla="val 26622"/>
            </a:avLst>
          </a:prstGeom>
          <a:solidFill>
            <a:srgbClr val="FFF1F2"/>
          </a:solidFill>
          <a:ln w="12627">
            <a:solidFill>
              <a:srgbClr val="BE123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visual_check_stripe">
            <a:extLst>
              <a:ext uri="{FF2B5EF4-FFF2-40B4-BE49-F238E27FC236}">
                <a16:creationId xmlns:a16="http://schemas.microsoft.com/office/drawing/2014/main" id="{BC7D7D4D-CDB3-D2B1-DF7F-53F82FB38698}"/>
              </a:ext>
            </a:extLst>
          </p:cNvPr>
          <p:cNvSpPr/>
          <p:nvPr/>
        </p:nvSpPr>
        <p:spPr>
          <a:xfrm>
            <a:off x="10075566" y="4501014"/>
            <a:ext cx="56604" cy="348916"/>
          </a:xfrm>
          <a:prstGeom prst="roundRect">
            <a:avLst/>
          </a:prstGeom>
          <a:solidFill>
            <a:srgbClr val="BE123C"/>
          </a:solidFill>
          <a:ln w="0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visual_check_seal_icon_dot">
            <a:extLst>
              <a:ext uri="{FF2B5EF4-FFF2-40B4-BE49-F238E27FC236}">
                <a16:creationId xmlns:a16="http://schemas.microsoft.com/office/drawing/2014/main" id="{D3CA43E2-497A-F055-06D5-98453533816B}"/>
              </a:ext>
            </a:extLst>
          </p:cNvPr>
          <p:cNvSpPr/>
          <p:nvPr/>
        </p:nvSpPr>
        <p:spPr>
          <a:xfrm>
            <a:off x="10171357" y="4527182"/>
            <a:ext cx="296085" cy="296579"/>
          </a:xfrm>
          <a:prstGeom prst="ellipse">
            <a:avLst/>
          </a:prstGeom>
          <a:solidFill>
            <a:srgbClr val="BE123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V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9" name="visual_check_label">
            <a:extLst>
              <a:ext uri="{FF2B5EF4-FFF2-40B4-BE49-F238E27FC236}">
                <a16:creationId xmlns:a16="http://schemas.microsoft.com/office/drawing/2014/main" id="{1FA38D50-4539-7824-F511-09CC8F0135C2}"/>
              </a:ext>
            </a:extLst>
          </p:cNvPr>
          <p:cNvSpPr txBox="1"/>
          <p:nvPr/>
        </p:nvSpPr>
        <p:spPr>
          <a:xfrm>
            <a:off x="10571942" y="4518459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PROOF POINT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10" name="visual_check_text">
            <a:extLst>
              <a:ext uri="{FF2B5EF4-FFF2-40B4-BE49-F238E27FC236}">
                <a16:creationId xmlns:a16="http://schemas.microsoft.com/office/drawing/2014/main" id="{C66A8CC3-17D3-DEF3-C8C4-E5764B96E023}"/>
              </a:ext>
            </a:extLst>
          </p:cNvPr>
          <p:cNvSpPr txBox="1"/>
          <p:nvPr/>
        </p:nvSpPr>
        <p:spPr>
          <a:xfrm>
            <a:off x="10571942" y="4701640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visual validation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11" name="coherence_band">
            <a:extLst>
              <a:ext uri="{FF2B5EF4-FFF2-40B4-BE49-F238E27FC236}">
                <a16:creationId xmlns:a16="http://schemas.microsoft.com/office/drawing/2014/main" id="{9CE2649A-E9A8-CF43-74B4-FA7C2FAA9D6E}"/>
              </a:ext>
            </a:extLst>
          </p:cNvPr>
          <p:cNvSpPr/>
          <p:nvPr/>
        </p:nvSpPr>
        <p:spPr>
          <a:xfrm>
            <a:off x="783752" y="5320966"/>
            <a:ext cx="10624192" cy="575711"/>
          </a:xfrm>
          <a:prstGeom prst="roundRect">
            <a:avLst>
              <a:gd name="adj" fmla="val 2420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coherence_title">
            <a:extLst>
              <a:ext uri="{FF2B5EF4-FFF2-40B4-BE49-F238E27FC236}">
                <a16:creationId xmlns:a16="http://schemas.microsoft.com/office/drawing/2014/main" id="{02BE80B0-D6AF-56EC-5BC2-579EBD023330}"/>
              </a:ext>
            </a:extLst>
          </p:cNvPr>
          <p:cNvSpPr txBox="1"/>
          <p:nvPr/>
        </p:nvSpPr>
        <p:spPr>
          <a:xfrm>
            <a:off x="1062419" y="5443086"/>
            <a:ext cx="16110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11827"/>
                </a:solidFill>
                <a:latin typeface="Aptos" panose="020B0004020202020204" pitchFamily="34" charset="0"/>
              </a:rPr>
              <a:t>Coherence checks</a:t>
            </a:r>
            <a:endParaRPr lang="ko-KR" altLang="en-US" sz="1241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3" name="coherence_body">
            <a:extLst>
              <a:ext uri="{FF2B5EF4-FFF2-40B4-BE49-F238E27FC236}">
                <a16:creationId xmlns:a16="http://schemas.microsoft.com/office/drawing/2014/main" id="{2E924E0D-03BC-42B7-DAE6-4A52623DF755}"/>
              </a:ext>
            </a:extLst>
          </p:cNvPr>
          <p:cNvSpPr txBox="1"/>
          <p:nvPr/>
        </p:nvSpPr>
        <p:spPr>
          <a:xfrm>
            <a:off x="2830215" y="5425641"/>
            <a:ext cx="8272936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One graph per slide; text is bounded; icons are centered; arrows keep role-level style.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33290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사용자 지정</PresentationFormat>
  <Paragraphs>67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2026-06-22T03:17:21Z</dcterms:created>
  <dcterms:modified xsi:type="dcterms:W3CDTF">2026-06-22T03:17:21Z</dcterms:modified>
</cp:coreProperties>
</file>