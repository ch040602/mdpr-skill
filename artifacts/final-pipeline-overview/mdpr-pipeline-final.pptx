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6294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8BE2AA-C7FD-3290-D8C1-FC351DA37B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084951"/>
            <a:ext cx="9144000" cy="2308013"/>
          </a:xfrm>
        </p:spPr>
        <p:txBody>
          <a:bodyPr anchor="b"/>
          <a:lstStyle>
            <a:lvl1pPr algn="ctr">
              <a:defRPr sz="58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A505DF1-161C-3875-5440-936C9CB91E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81970"/>
            <a:ext cx="9144000" cy="1600570"/>
          </a:xfrm>
        </p:spPr>
        <p:txBody>
          <a:bodyPr/>
          <a:lstStyle>
            <a:lvl1pPr marL="0" indent="0" algn="ctr">
              <a:buNone/>
              <a:defRPr sz="2320"/>
            </a:lvl1pPr>
            <a:lvl2pPr marL="441975" indent="0" algn="ctr">
              <a:buNone/>
              <a:defRPr sz="1933"/>
            </a:lvl2pPr>
            <a:lvl3pPr marL="883950" indent="0" algn="ctr">
              <a:buNone/>
              <a:defRPr sz="1740"/>
            </a:lvl3pPr>
            <a:lvl4pPr marL="1325926" indent="0" algn="ctr">
              <a:buNone/>
              <a:defRPr sz="1547"/>
            </a:lvl4pPr>
            <a:lvl5pPr marL="1767901" indent="0" algn="ctr">
              <a:buNone/>
              <a:defRPr sz="1547"/>
            </a:lvl5pPr>
            <a:lvl6pPr marL="2209876" indent="0" algn="ctr">
              <a:buNone/>
              <a:defRPr sz="1547"/>
            </a:lvl6pPr>
            <a:lvl7pPr marL="2651851" indent="0" algn="ctr">
              <a:buNone/>
              <a:defRPr sz="1547"/>
            </a:lvl7pPr>
            <a:lvl8pPr marL="3093827" indent="0" algn="ctr">
              <a:buNone/>
              <a:defRPr sz="1547"/>
            </a:lvl8pPr>
            <a:lvl9pPr marL="3535802" indent="0" algn="ctr">
              <a:buNone/>
              <a:defRPr sz="1547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CEECE89-056C-5459-D88F-9611DDD9B8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75A3BA-15A2-45A3-90E0-81E6670C4DBE}" type="datetimeFigureOut">
              <a:rPr lang="ko-KR" altLang="en-US" smtClean="0"/>
              <a:t>2026-06-27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71D6835-FDDA-ECD9-AD9A-2ECCAC25A3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21E3D5B-DEB6-141B-B83C-9B4381E22A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8F6202-0140-4DE3-8B22-3EA9DB6A3C8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4968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871DBA-BFEA-B86E-3C4E-FD66243716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8F84488-5176-EB44-C453-B7B96ED781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F429E1F-C617-E4D4-642A-53FE76BC48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75A3BA-15A2-45A3-90E0-81E6670C4DBE}" type="datetimeFigureOut">
              <a:rPr lang="ko-KR" altLang="en-US" smtClean="0"/>
              <a:t>2026-06-27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A84A34E-2A4C-4568-8148-F9E49339CD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86D43EA-2469-9C11-574A-FD2DD5EDC2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8F6202-0140-4DE3-8B22-3EA9DB6A3C8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616360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503751-2097-EFE7-7E62-27BF2C8E9B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652747"/>
            <a:ext cx="10515600" cy="2757646"/>
          </a:xfrm>
        </p:spPr>
        <p:txBody>
          <a:bodyPr anchor="b"/>
          <a:lstStyle>
            <a:lvl1pPr>
              <a:defRPr sz="58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25971C2-BE04-F012-EF00-CD97690B64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436481"/>
            <a:ext cx="10515600" cy="1450181"/>
          </a:xfrm>
        </p:spPr>
        <p:txBody>
          <a:bodyPr/>
          <a:lstStyle>
            <a:lvl1pPr marL="0" indent="0">
              <a:buNone/>
              <a:defRPr sz="2320">
                <a:solidFill>
                  <a:schemeClr val="tx1">
                    <a:tint val="82000"/>
                  </a:schemeClr>
                </a:solidFill>
              </a:defRPr>
            </a:lvl1pPr>
            <a:lvl2pPr marL="441975" indent="0">
              <a:buNone/>
              <a:defRPr sz="1933">
                <a:solidFill>
                  <a:schemeClr val="tx1">
                    <a:tint val="82000"/>
                  </a:schemeClr>
                </a:solidFill>
              </a:defRPr>
            </a:lvl2pPr>
            <a:lvl3pPr marL="883950" indent="0">
              <a:buNone/>
              <a:defRPr sz="1740">
                <a:solidFill>
                  <a:schemeClr val="tx1">
                    <a:tint val="82000"/>
                  </a:schemeClr>
                </a:solidFill>
              </a:defRPr>
            </a:lvl3pPr>
            <a:lvl4pPr marL="1325926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4pPr>
            <a:lvl5pPr marL="1767901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5pPr>
            <a:lvl6pPr marL="2209876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6pPr>
            <a:lvl7pPr marL="2651851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7pPr>
            <a:lvl8pPr marL="3093827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8pPr>
            <a:lvl9pPr marL="3535802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25B3236-EC56-C0F4-E255-B462074A21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75A3BA-15A2-45A3-90E0-81E6670C4DBE}" type="datetimeFigureOut">
              <a:rPr lang="ko-KR" altLang="en-US" smtClean="0"/>
              <a:t>2026-06-27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C399269-7F12-3DBB-C0F7-0DF35AB0AE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27AA494-61BE-73D1-245F-72111545A1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8F6202-0140-4DE3-8B22-3EA9DB6A3C8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188533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FA70FE-1899-ABA2-5F3F-AA10904DAC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165C53B-DC8E-F36A-A73F-876A0452DF0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764771"/>
            <a:ext cx="5181600" cy="420629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A1B8589-CC0D-A9D8-57C2-9B74D8F29A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764771"/>
            <a:ext cx="5181600" cy="420629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0459D9C-CAF7-FAE6-B841-8A397F514E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75A3BA-15A2-45A3-90E0-81E6670C4DBE}" type="datetimeFigureOut">
              <a:rPr lang="ko-KR" altLang="en-US" smtClean="0"/>
              <a:t>2026-06-27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EFABC3B-6CBD-0CA7-CA9B-A4EF58CC63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A2F668B-F8E6-85D2-3CA8-EA64553F3A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8F6202-0140-4DE3-8B22-3EA9DB6A3C8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73022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F30C73-77A9-889D-21D9-0ED33706A7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52954"/>
            <a:ext cx="10515600" cy="1281378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E48FB89-41D8-A328-C1C3-12B44EAD6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25124"/>
            <a:ext cx="5157787" cy="796448"/>
          </a:xfrm>
        </p:spPr>
        <p:txBody>
          <a:bodyPr anchor="b"/>
          <a:lstStyle>
            <a:lvl1pPr marL="0" indent="0">
              <a:buNone/>
              <a:defRPr sz="2320" b="1"/>
            </a:lvl1pPr>
            <a:lvl2pPr marL="441975" indent="0">
              <a:buNone/>
              <a:defRPr sz="1933" b="1"/>
            </a:lvl2pPr>
            <a:lvl3pPr marL="883950" indent="0">
              <a:buNone/>
              <a:defRPr sz="1740" b="1"/>
            </a:lvl3pPr>
            <a:lvl4pPr marL="1325926" indent="0">
              <a:buNone/>
              <a:defRPr sz="1547" b="1"/>
            </a:lvl4pPr>
            <a:lvl5pPr marL="1767901" indent="0">
              <a:buNone/>
              <a:defRPr sz="1547" b="1"/>
            </a:lvl5pPr>
            <a:lvl6pPr marL="2209876" indent="0">
              <a:buNone/>
              <a:defRPr sz="1547" b="1"/>
            </a:lvl6pPr>
            <a:lvl7pPr marL="2651851" indent="0">
              <a:buNone/>
              <a:defRPr sz="1547" b="1"/>
            </a:lvl7pPr>
            <a:lvl8pPr marL="3093827" indent="0">
              <a:buNone/>
              <a:defRPr sz="1547" b="1"/>
            </a:lvl8pPr>
            <a:lvl9pPr marL="3535802" indent="0">
              <a:buNone/>
              <a:defRPr sz="1547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B3EC8AD-92CB-DE8F-BCD4-DEEEBA29CB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421573"/>
            <a:ext cx="5157787" cy="356176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0E3ACB0-2F51-D926-22F7-3555278930B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25124"/>
            <a:ext cx="5183188" cy="796448"/>
          </a:xfrm>
        </p:spPr>
        <p:txBody>
          <a:bodyPr anchor="b"/>
          <a:lstStyle>
            <a:lvl1pPr marL="0" indent="0">
              <a:buNone/>
              <a:defRPr sz="2320" b="1"/>
            </a:lvl1pPr>
            <a:lvl2pPr marL="441975" indent="0">
              <a:buNone/>
              <a:defRPr sz="1933" b="1"/>
            </a:lvl2pPr>
            <a:lvl3pPr marL="883950" indent="0">
              <a:buNone/>
              <a:defRPr sz="1740" b="1"/>
            </a:lvl3pPr>
            <a:lvl4pPr marL="1325926" indent="0">
              <a:buNone/>
              <a:defRPr sz="1547" b="1"/>
            </a:lvl4pPr>
            <a:lvl5pPr marL="1767901" indent="0">
              <a:buNone/>
              <a:defRPr sz="1547" b="1"/>
            </a:lvl5pPr>
            <a:lvl6pPr marL="2209876" indent="0">
              <a:buNone/>
              <a:defRPr sz="1547" b="1"/>
            </a:lvl6pPr>
            <a:lvl7pPr marL="2651851" indent="0">
              <a:buNone/>
              <a:defRPr sz="1547" b="1"/>
            </a:lvl7pPr>
            <a:lvl8pPr marL="3093827" indent="0">
              <a:buNone/>
              <a:defRPr sz="1547" b="1"/>
            </a:lvl8pPr>
            <a:lvl9pPr marL="3535802" indent="0">
              <a:buNone/>
              <a:defRPr sz="1547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07531F14-87D4-3FBE-E438-1C9B94C2BD2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421573"/>
            <a:ext cx="5183188" cy="356176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B2D0020-8B2D-803F-C4BA-BD1544E4F8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75A3BA-15A2-45A3-90E0-81E6670C4DBE}" type="datetimeFigureOut">
              <a:rPr lang="ko-KR" altLang="en-US" smtClean="0"/>
              <a:t>2026-06-27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4B4DD5BF-4A06-A4F3-7065-1153A433DA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131DD47C-D74E-739C-83DA-BC29CB578E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8F6202-0140-4DE3-8B22-3EA9DB6A3C8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899313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84E5BC-0513-F0BF-BDE9-C7B3C40274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EF0B3CC-A4CD-D5A7-121B-F42EF5746B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75A3BA-15A2-45A3-90E0-81E6670C4DBE}" type="datetimeFigureOut">
              <a:rPr lang="ko-KR" altLang="en-US" smtClean="0"/>
              <a:t>2026-06-27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8253767-352B-0D78-44B7-5FD0C6A20D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8986A57-7DED-2F61-1DCC-BE7863A67C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8F6202-0140-4DE3-8B22-3EA9DB6A3C8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660141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05848FE-DE93-5276-DEF5-E8135CBE1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75A3BA-15A2-45A3-90E0-81E6670C4DBE}" type="datetimeFigureOut">
              <a:rPr lang="ko-KR" altLang="en-US" smtClean="0"/>
              <a:t>2026-06-27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7C3E31C-DE01-C8E7-566D-3D767C4657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3AE7EA7-3396-75D7-6261-119CD5D8D1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8F6202-0140-4DE3-8B22-3EA9DB6A3C8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35173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E67E62-3909-EC6D-73F0-6529C3529B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41960"/>
            <a:ext cx="3932237" cy="1546860"/>
          </a:xfrm>
        </p:spPr>
        <p:txBody>
          <a:bodyPr anchor="b"/>
          <a:lstStyle>
            <a:lvl1pPr>
              <a:defRPr sz="3093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29B442F-05AF-0188-5F65-A283DD68EB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54511"/>
            <a:ext cx="6172200" cy="4711171"/>
          </a:xfrm>
        </p:spPr>
        <p:txBody>
          <a:bodyPr/>
          <a:lstStyle>
            <a:lvl1pPr>
              <a:defRPr sz="3093"/>
            </a:lvl1pPr>
            <a:lvl2pPr>
              <a:defRPr sz="2707"/>
            </a:lvl2pPr>
            <a:lvl3pPr>
              <a:defRPr sz="2320"/>
            </a:lvl3pPr>
            <a:lvl4pPr>
              <a:defRPr sz="1933"/>
            </a:lvl4pPr>
            <a:lvl5pPr>
              <a:defRPr sz="1933"/>
            </a:lvl5pPr>
            <a:lvl6pPr>
              <a:defRPr sz="1933"/>
            </a:lvl6pPr>
            <a:lvl7pPr>
              <a:defRPr sz="1933"/>
            </a:lvl7pPr>
            <a:lvl8pPr>
              <a:defRPr sz="1933"/>
            </a:lvl8pPr>
            <a:lvl9pPr>
              <a:defRPr sz="1933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8FE149E-569B-FEDF-80B5-DAB8F5281A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1988820"/>
            <a:ext cx="3932237" cy="3684535"/>
          </a:xfrm>
        </p:spPr>
        <p:txBody>
          <a:bodyPr/>
          <a:lstStyle>
            <a:lvl1pPr marL="0" indent="0">
              <a:buNone/>
              <a:defRPr sz="1547"/>
            </a:lvl1pPr>
            <a:lvl2pPr marL="441975" indent="0">
              <a:buNone/>
              <a:defRPr sz="1353"/>
            </a:lvl2pPr>
            <a:lvl3pPr marL="883950" indent="0">
              <a:buNone/>
              <a:defRPr sz="1160"/>
            </a:lvl3pPr>
            <a:lvl4pPr marL="1325926" indent="0">
              <a:buNone/>
              <a:defRPr sz="967"/>
            </a:lvl4pPr>
            <a:lvl5pPr marL="1767901" indent="0">
              <a:buNone/>
              <a:defRPr sz="967"/>
            </a:lvl5pPr>
            <a:lvl6pPr marL="2209876" indent="0">
              <a:buNone/>
              <a:defRPr sz="967"/>
            </a:lvl6pPr>
            <a:lvl7pPr marL="2651851" indent="0">
              <a:buNone/>
              <a:defRPr sz="967"/>
            </a:lvl7pPr>
            <a:lvl8pPr marL="3093827" indent="0">
              <a:buNone/>
              <a:defRPr sz="967"/>
            </a:lvl8pPr>
            <a:lvl9pPr marL="3535802" indent="0">
              <a:buNone/>
              <a:defRPr sz="967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3EBC401-95C9-8A96-41FE-3ADB0A5F19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75A3BA-15A2-45A3-90E0-81E6670C4DBE}" type="datetimeFigureOut">
              <a:rPr lang="ko-KR" altLang="en-US" smtClean="0"/>
              <a:t>2026-06-27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DAB2696-320C-A169-A944-4CE6989F1D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C80A11D-119E-D5E9-85E1-810A34D54B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8F6202-0140-4DE3-8B22-3EA9DB6A3C8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300692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EC0CAD-B652-E568-5AE8-7839BC8772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41960"/>
            <a:ext cx="3932237" cy="1546860"/>
          </a:xfrm>
        </p:spPr>
        <p:txBody>
          <a:bodyPr anchor="b"/>
          <a:lstStyle>
            <a:lvl1pPr>
              <a:defRPr sz="3093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AA992B3C-5B2C-AA0D-B184-2F7F312FA7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54511"/>
            <a:ext cx="6172200" cy="4711171"/>
          </a:xfrm>
        </p:spPr>
        <p:txBody>
          <a:bodyPr/>
          <a:lstStyle>
            <a:lvl1pPr marL="0" indent="0">
              <a:buNone/>
              <a:defRPr sz="3093"/>
            </a:lvl1pPr>
            <a:lvl2pPr marL="441975" indent="0">
              <a:buNone/>
              <a:defRPr sz="2707"/>
            </a:lvl2pPr>
            <a:lvl3pPr marL="883950" indent="0">
              <a:buNone/>
              <a:defRPr sz="2320"/>
            </a:lvl3pPr>
            <a:lvl4pPr marL="1325926" indent="0">
              <a:buNone/>
              <a:defRPr sz="1933"/>
            </a:lvl4pPr>
            <a:lvl5pPr marL="1767901" indent="0">
              <a:buNone/>
              <a:defRPr sz="1933"/>
            </a:lvl5pPr>
            <a:lvl6pPr marL="2209876" indent="0">
              <a:buNone/>
              <a:defRPr sz="1933"/>
            </a:lvl6pPr>
            <a:lvl7pPr marL="2651851" indent="0">
              <a:buNone/>
              <a:defRPr sz="1933"/>
            </a:lvl7pPr>
            <a:lvl8pPr marL="3093827" indent="0">
              <a:buNone/>
              <a:defRPr sz="1933"/>
            </a:lvl8pPr>
            <a:lvl9pPr marL="3535802" indent="0">
              <a:buNone/>
              <a:defRPr sz="1933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06C3ACA-A893-0A3F-A4C8-F05C5F6F16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1988820"/>
            <a:ext cx="3932237" cy="3684535"/>
          </a:xfrm>
        </p:spPr>
        <p:txBody>
          <a:bodyPr/>
          <a:lstStyle>
            <a:lvl1pPr marL="0" indent="0">
              <a:buNone/>
              <a:defRPr sz="1547"/>
            </a:lvl1pPr>
            <a:lvl2pPr marL="441975" indent="0">
              <a:buNone/>
              <a:defRPr sz="1353"/>
            </a:lvl2pPr>
            <a:lvl3pPr marL="883950" indent="0">
              <a:buNone/>
              <a:defRPr sz="1160"/>
            </a:lvl3pPr>
            <a:lvl4pPr marL="1325926" indent="0">
              <a:buNone/>
              <a:defRPr sz="967"/>
            </a:lvl4pPr>
            <a:lvl5pPr marL="1767901" indent="0">
              <a:buNone/>
              <a:defRPr sz="967"/>
            </a:lvl5pPr>
            <a:lvl6pPr marL="2209876" indent="0">
              <a:buNone/>
              <a:defRPr sz="967"/>
            </a:lvl6pPr>
            <a:lvl7pPr marL="2651851" indent="0">
              <a:buNone/>
              <a:defRPr sz="967"/>
            </a:lvl7pPr>
            <a:lvl8pPr marL="3093827" indent="0">
              <a:buNone/>
              <a:defRPr sz="967"/>
            </a:lvl8pPr>
            <a:lvl9pPr marL="3535802" indent="0">
              <a:buNone/>
              <a:defRPr sz="967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B22DC5C-1A5E-AAA2-09BB-49A8D91540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75A3BA-15A2-45A3-90E0-81E6670C4DBE}" type="datetimeFigureOut">
              <a:rPr lang="ko-KR" altLang="en-US" smtClean="0"/>
              <a:t>2026-06-27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D39D7F0-C0DE-B83C-2A36-8ECF5D343A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6BCD5D6-9D91-FC44-288A-9D519C7130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8F6202-0140-4DE3-8B22-3EA9DB6A3C8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8704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6DF8ADB-91E8-5196-B232-7AD8C9B70C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DBA1BC8-A87C-4EBD-D1D2-F3CF4AEED9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2000CD3-DA9E-5137-1F62-B3EFABB665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75A3BA-15A2-45A3-90E0-81E6670C4DBE}" type="datetimeFigureOut">
              <a:rPr lang="ko-KR" altLang="en-US" smtClean="0"/>
              <a:t>2026-06-27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F1BB60B-6E3A-2642-578D-611AB7BB49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FA13224-6BEE-CA06-15B0-683D4FE80D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8F6202-0140-4DE3-8B22-3EA9DB6A3C8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934897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A49E050C-DDB9-FE05-CE47-D2E1A0EFAEF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52954"/>
            <a:ext cx="2628900" cy="5618110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CC2E71C-F1B7-8228-CAB2-84741A8759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52954"/>
            <a:ext cx="7734300" cy="5618110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521DA05-5092-098C-9E71-91BF092631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75A3BA-15A2-45A3-90E0-81E6670C4DBE}" type="datetimeFigureOut">
              <a:rPr lang="ko-KR" altLang="en-US" smtClean="0"/>
              <a:t>2026-06-27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CD719DB-9F7A-F824-F6D8-27881892F1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E82A0DF-01E4-A8F8-2E4C-934557C597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8F6202-0140-4DE3-8B22-3EA9DB6A3C8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92710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E174E9A2-7AC4-6CE0-45CD-82D8C59308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2954"/>
            <a:ext cx="10515600" cy="128137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D63D96D-FA0A-9F46-0927-43693F29DC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764771"/>
            <a:ext cx="10515600" cy="42062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BF80F11-45AE-29B7-81E2-B37E5078588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144472"/>
            <a:ext cx="2743200" cy="3529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E75A3BA-15A2-45A3-90E0-81E6670C4DBE}" type="datetimeFigureOut">
              <a:rPr lang="ko-KR" altLang="en-US" smtClean="0"/>
              <a:t>2026-06-27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2ECE79D-A426-5A3E-9406-1A9E6BBBB2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144472"/>
            <a:ext cx="4114800" cy="3529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4C97CC7-D6FF-84B3-4441-4C08A980AA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144472"/>
            <a:ext cx="2743200" cy="3529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88F6202-0140-4DE3-8B22-3EA9DB6A3C8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94512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883950" rtl="0" eaLnBrk="1" latinLnBrk="1" hangingPunct="1">
        <a:lnSpc>
          <a:spcPct val="90000"/>
        </a:lnSpc>
        <a:spcBef>
          <a:spcPct val="0"/>
        </a:spcBef>
        <a:buNone/>
        <a:defRPr sz="425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0988" indent="-220988" algn="l" defTabSz="883950" rtl="0" eaLnBrk="1" latinLnBrk="1" hangingPunct="1">
        <a:lnSpc>
          <a:spcPct val="90000"/>
        </a:lnSpc>
        <a:spcBef>
          <a:spcPts val="967"/>
        </a:spcBef>
        <a:buFont typeface="Arial" panose="020B0604020202020204" pitchFamily="34" charset="0"/>
        <a:buChar char="•"/>
        <a:defRPr sz="2707" kern="1200">
          <a:solidFill>
            <a:schemeClr val="tx1"/>
          </a:solidFill>
          <a:latin typeface="+mn-lt"/>
          <a:ea typeface="+mn-ea"/>
          <a:cs typeface="+mn-cs"/>
        </a:defRPr>
      </a:lvl1pPr>
      <a:lvl2pPr marL="662963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2320" kern="1200">
          <a:solidFill>
            <a:schemeClr val="tx1"/>
          </a:solidFill>
          <a:latin typeface="+mn-lt"/>
          <a:ea typeface="+mn-ea"/>
          <a:cs typeface="+mn-cs"/>
        </a:defRPr>
      </a:lvl2pPr>
      <a:lvl3pPr marL="1104938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933" kern="1200">
          <a:solidFill>
            <a:schemeClr val="tx1"/>
          </a:solidFill>
          <a:latin typeface="+mn-lt"/>
          <a:ea typeface="+mn-ea"/>
          <a:cs typeface="+mn-cs"/>
        </a:defRPr>
      </a:lvl3pPr>
      <a:lvl4pPr marL="1546913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4pPr>
      <a:lvl5pPr marL="1988889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5pPr>
      <a:lvl6pPr marL="2430864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6pPr>
      <a:lvl7pPr marL="2872839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7pPr>
      <a:lvl8pPr marL="3314814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8pPr>
      <a:lvl9pPr marL="3756790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1pPr>
      <a:lvl2pPr marL="441975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2pPr>
      <a:lvl3pPr marL="883950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3pPr>
      <a:lvl4pPr marL="1325926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4pPr>
      <a:lvl5pPr marL="1767901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5pPr>
      <a:lvl6pPr marL="2209876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6pPr>
      <a:lvl7pPr marL="2651851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7pPr>
      <a:lvl8pPr marL="3093827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8pPr>
      <a:lvl9pPr marL="3535802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z00_grid_top">
            <a:extLst>
              <a:ext uri="{FF2B5EF4-FFF2-40B4-BE49-F238E27FC236}">
                <a16:creationId xmlns:a16="http://schemas.microsoft.com/office/drawing/2014/main" id="{CA4B1B1F-2765-C9A8-0EE1-8D333BCDB16B}"/>
              </a:ext>
            </a:extLst>
          </p:cNvPr>
          <p:cNvCxnSpPr/>
          <p:nvPr/>
        </p:nvCxnSpPr>
        <p:spPr>
          <a:xfrm>
            <a:off x="627001" y="1099085"/>
            <a:ext cx="10937693" cy="0"/>
          </a:xfrm>
          <a:prstGeom prst="line">
            <a:avLst/>
          </a:prstGeom>
          <a:ln w="13970">
            <a:solidFill>
              <a:srgbClr val="E7D8C7"/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z00_grid_bottom">
            <a:extLst>
              <a:ext uri="{FF2B5EF4-FFF2-40B4-BE49-F238E27FC236}">
                <a16:creationId xmlns:a16="http://schemas.microsoft.com/office/drawing/2014/main" id="{872CBD0B-B854-295A-DDBA-6DDFBB003386}"/>
              </a:ext>
            </a:extLst>
          </p:cNvPr>
          <p:cNvCxnSpPr/>
          <p:nvPr/>
        </p:nvCxnSpPr>
        <p:spPr>
          <a:xfrm>
            <a:off x="627001" y="5198845"/>
            <a:ext cx="10937693" cy="0"/>
          </a:xfrm>
          <a:prstGeom prst="line">
            <a:avLst/>
          </a:prstGeom>
          <a:ln w="13970">
            <a:solidFill>
              <a:srgbClr val="E7D8C7"/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z00_grid_v_0">
            <a:extLst>
              <a:ext uri="{FF2B5EF4-FFF2-40B4-BE49-F238E27FC236}">
                <a16:creationId xmlns:a16="http://schemas.microsoft.com/office/drawing/2014/main" id="{A2EB6613-BDCF-55E9-506F-035F728DE36C}"/>
              </a:ext>
            </a:extLst>
          </p:cNvPr>
          <p:cNvCxnSpPr/>
          <p:nvPr/>
        </p:nvCxnSpPr>
        <p:spPr>
          <a:xfrm>
            <a:off x="3330945" y="1099085"/>
            <a:ext cx="0" cy="4317833"/>
          </a:xfrm>
          <a:prstGeom prst="line">
            <a:avLst/>
          </a:prstGeom>
          <a:ln w="13970">
            <a:solidFill>
              <a:srgbClr val="E7D8C7"/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z00_grid_v_1">
            <a:extLst>
              <a:ext uri="{FF2B5EF4-FFF2-40B4-BE49-F238E27FC236}">
                <a16:creationId xmlns:a16="http://schemas.microsoft.com/office/drawing/2014/main" id="{7F642C62-C50D-D2DC-28BB-97CF8769D478}"/>
              </a:ext>
            </a:extLst>
          </p:cNvPr>
          <p:cNvCxnSpPr/>
          <p:nvPr/>
        </p:nvCxnSpPr>
        <p:spPr>
          <a:xfrm>
            <a:off x="5838951" y="1099085"/>
            <a:ext cx="0" cy="4317833"/>
          </a:xfrm>
          <a:prstGeom prst="line">
            <a:avLst/>
          </a:prstGeom>
          <a:ln w="13970">
            <a:solidFill>
              <a:srgbClr val="E7D8C7"/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z00_grid_v_2">
            <a:extLst>
              <a:ext uri="{FF2B5EF4-FFF2-40B4-BE49-F238E27FC236}">
                <a16:creationId xmlns:a16="http://schemas.microsoft.com/office/drawing/2014/main" id="{88956942-5AF3-7115-09D4-BD89688D0848}"/>
              </a:ext>
            </a:extLst>
          </p:cNvPr>
          <p:cNvCxnSpPr/>
          <p:nvPr/>
        </p:nvCxnSpPr>
        <p:spPr>
          <a:xfrm>
            <a:off x="9857856" y="1099085"/>
            <a:ext cx="0" cy="4317833"/>
          </a:xfrm>
          <a:prstGeom prst="line">
            <a:avLst/>
          </a:prstGeom>
          <a:ln w="13970">
            <a:solidFill>
              <a:srgbClr val="E7D8C7"/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header_title">
            <a:extLst>
              <a:ext uri="{FF2B5EF4-FFF2-40B4-BE49-F238E27FC236}">
                <a16:creationId xmlns:a16="http://schemas.microsoft.com/office/drawing/2014/main" id="{E7C4B52B-5262-B6D0-A160-F68F97C1BDA0}"/>
              </a:ext>
            </a:extLst>
          </p:cNvPr>
          <p:cNvSpPr txBox="1"/>
          <p:nvPr/>
        </p:nvSpPr>
        <p:spPr>
          <a:xfrm>
            <a:off x="592168" y="401253"/>
            <a:ext cx="7140850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ctr">
            <a:noAutofit/>
          </a:bodyPr>
          <a:lstStyle/>
          <a:p>
            <a:r>
              <a:rPr lang="en-US" altLang="ko-KR" sz="2774" b="1">
                <a:solidFill>
                  <a:srgbClr val="111827"/>
                </a:solidFill>
                <a:latin typeface="Aptos" panose="020B0004020202020204" pitchFamily="34" charset="0"/>
              </a:rPr>
              <a:t>MDPR Deterministic Presentation Pipeline</a:t>
            </a:r>
            <a:endParaRPr lang="ko-KR" altLang="en-US" sz="2774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8" name="header_subtitle">
            <a:extLst>
              <a:ext uri="{FF2B5EF4-FFF2-40B4-BE49-F238E27FC236}">
                <a16:creationId xmlns:a16="http://schemas.microsoft.com/office/drawing/2014/main" id="{304D951F-3FA0-0C1D-38A1-91507B05EA77}"/>
              </a:ext>
            </a:extLst>
          </p:cNvPr>
          <p:cNvSpPr txBox="1"/>
          <p:nvPr/>
        </p:nvSpPr>
        <p:spPr>
          <a:xfrm>
            <a:off x="592168" y="785061"/>
            <a:ext cx="10188774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ctr">
            <a:noAutofit/>
          </a:bodyPr>
          <a:lstStyle/>
          <a:p>
            <a:r>
              <a:rPr lang="en-US" altLang="ko-KR" sz="1241">
                <a:solidFill>
                  <a:srgbClr val="64748B"/>
                </a:solidFill>
                <a:latin typeface="Aptos" panose="020B0004020202020204" pitchFamily="34" charset="0"/>
              </a:rPr>
              <a:t>Markdown becomes coherent PPTX/HTML/PDF through MDPR rules; mdpr-skill can add compact reasoning hints but never owns final design.</a:t>
            </a:r>
            <a:endParaRPr lang="ko-KR" altLang="en-US" sz="1241">
              <a:solidFill>
                <a:srgbClr val="64748B"/>
              </a:solidFill>
              <a:latin typeface="Aptos" panose="020B0004020202020204" pitchFamily="34" charset="0"/>
            </a:endParaRPr>
          </a:p>
        </p:txBody>
      </p:sp>
      <p:sp>
        <p:nvSpPr>
          <p:cNvPr id="9" name="zone_content_panel">
            <a:extLst>
              <a:ext uri="{FF2B5EF4-FFF2-40B4-BE49-F238E27FC236}">
                <a16:creationId xmlns:a16="http://schemas.microsoft.com/office/drawing/2014/main" id="{B1A402D1-68D2-40D2-B5AC-BAF5F1FF43B2}"/>
              </a:ext>
            </a:extLst>
          </p:cNvPr>
          <p:cNvSpPr/>
          <p:nvPr/>
        </p:nvSpPr>
        <p:spPr>
          <a:xfrm>
            <a:off x="783752" y="1308434"/>
            <a:ext cx="2438339" cy="3750845"/>
          </a:xfrm>
          <a:prstGeom prst="roundRect">
            <a:avLst>
              <a:gd name="adj" fmla="val 5714"/>
            </a:avLst>
          </a:prstGeom>
          <a:solidFill>
            <a:srgbClr val="EEF4EF"/>
          </a:solidFill>
          <a:ln w="12627">
            <a:solidFill>
              <a:srgbClr val="C8D8C8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zone_content_title">
            <a:extLst>
              <a:ext uri="{FF2B5EF4-FFF2-40B4-BE49-F238E27FC236}">
                <a16:creationId xmlns:a16="http://schemas.microsoft.com/office/drawing/2014/main" id="{BD69AD21-83C2-33F0-8FFC-41904E87D36D}"/>
              </a:ext>
            </a:extLst>
          </p:cNvPr>
          <p:cNvSpPr txBox="1"/>
          <p:nvPr/>
        </p:nvSpPr>
        <p:spPr>
          <a:xfrm>
            <a:off x="992752" y="1517784"/>
            <a:ext cx="2020338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460" b="1">
                <a:solidFill>
                  <a:srgbClr val="334155"/>
                </a:solidFill>
                <a:latin typeface="Aptos" panose="020B0004020202020204" pitchFamily="34" charset="0"/>
              </a:rPr>
              <a:t>1. Content Contract</a:t>
            </a:r>
            <a:endParaRPr lang="ko-KR" altLang="en-US" sz="1460" b="1">
              <a:solidFill>
                <a:srgbClr val="334155"/>
              </a:solidFill>
              <a:latin typeface="Aptos" panose="020B0004020202020204" pitchFamily="34" charset="0"/>
            </a:endParaRPr>
          </a:p>
        </p:txBody>
      </p:sp>
      <p:sp>
        <p:nvSpPr>
          <p:cNvPr id="11" name="zone_content_subtitle">
            <a:extLst>
              <a:ext uri="{FF2B5EF4-FFF2-40B4-BE49-F238E27FC236}">
                <a16:creationId xmlns:a16="http://schemas.microsoft.com/office/drawing/2014/main" id="{EC581DE1-5863-1A60-CFAD-BD178341572D}"/>
              </a:ext>
            </a:extLst>
          </p:cNvPr>
          <p:cNvSpPr txBox="1"/>
          <p:nvPr/>
        </p:nvSpPr>
        <p:spPr>
          <a:xfrm>
            <a:off x="992752" y="1814362"/>
            <a:ext cx="2020338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168">
                <a:solidFill>
                  <a:srgbClr val="64748B"/>
                </a:solidFill>
                <a:latin typeface="Aptos" panose="020B0004020202020204" pitchFamily="34" charset="0"/>
              </a:rPr>
              <a:t>semantic structure only</a:t>
            </a:r>
            <a:endParaRPr lang="ko-KR" altLang="en-US" sz="1168">
              <a:solidFill>
                <a:srgbClr val="64748B"/>
              </a:solidFill>
              <a:latin typeface="Aptos" panose="020B0004020202020204" pitchFamily="34" charset="0"/>
            </a:endParaRPr>
          </a:p>
        </p:txBody>
      </p:sp>
      <p:sp>
        <p:nvSpPr>
          <p:cNvPr id="12" name="zone_reasoning_panel">
            <a:extLst>
              <a:ext uri="{FF2B5EF4-FFF2-40B4-BE49-F238E27FC236}">
                <a16:creationId xmlns:a16="http://schemas.microsoft.com/office/drawing/2014/main" id="{156402AB-4EC5-DD74-9814-95D9C7E360D4}"/>
              </a:ext>
            </a:extLst>
          </p:cNvPr>
          <p:cNvSpPr/>
          <p:nvPr/>
        </p:nvSpPr>
        <p:spPr>
          <a:xfrm>
            <a:off x="3439800" y="1308434"/>
            <a:ext cx="2351255" cy="3750845"/>
          </a:xfrm>
          <a:prstGeom prst="roundRect">
            <a:avLst>
              <a:gd name="adj" fmla="val 5926"/>
            </a:avLst>
          </a:prstGeom>
          <a:solidFill>
            <a:srgbClr val="FFF3DE"/>
          </a:solidFill>
          <a:ln w="12627">
            <a:solidFill>
              <a:srgbClr val="E4BF75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zone_reasoning_title">
            <a:extLst>
              <a:ext uri="{FF2B5EF4-FFF2-40B4-BE49-F238E27FC236}">
                <a16:creationId xmlns:a16="http://schemas.microsoft.com/office/drawing/2014/main" id="{20F6C67E-B70C-E50C-F4A6-5BC6BA949E87}"/>
              </a:ext>
            </a:extLst>
          </p:cNvPr>
          <p:cNvSpPr txBox="1"/>
          <p:nvPr/>
        </p:nvSpPr>
        <p:spPr>
          <a:xfrm>
            <a:off x="3648800" y="1517784"/>
            <a:ext cx="1933254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460" b="1">
                <a:solidFill>
                  <a:srgbClr val="8B4E16"/>
                </a:solidFill>
                <a:latin typeface="Aptos" panose="020B0004020202020204" pitchFamily="34" charset="0"/>
              </a:rPr>
              <a:t>2. Agent Hints</a:t>
            </a:r>
            <a:endParaRPr lang="ko-KR" altLang="en-US" sz="1460" b="1">
              <a:solidFill>
                <a:srgbClr val="8B4E16"/>
              </a:solidFill>
              <a:latin typeface="Aptos" panose="020B0004020202020204" pitchFamily="34" charset="0"/>
            </a:endParaRPr>
          </a:p>
        </p:txBody>
      </p:sp>
      <p:sp>
        <p:nvSpPr>
          <p:cNvPr id="14" name="zone_reasoning_subtitle">
            <a:extLst>
              <a:ext uri="{FF2B5EF4-FFF2-40B4-BE49-F238E27FC236}">
                <a16:creationId xmlns:a16="http://schemas.microsoft.com/office/drawing/2014/main" id="{92D8154F-8E38-0FCC-3EED-7CE6F44107D9}"/>
              </a:ext>
            </a:extLst>
          </p:cNvPr>
          <p:cNvSpPr txBox="1"/>
          <p:nvPr/>
        </p:nvSpPr>
        <p:spPr>
          <a:xfrm>
            <a:off x="3648800" y="1814362"/>
            <a:ext cx="1933254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168">
                <a:solidFill>
                  <a:srgbClr val="64748B"/>
                </a:solidFill>
                <a:latin typeface="Aptos" panose="020B0004020202020204" pitchFamily="34" charset="0"/>
              </a:rPr>
              <a:t>small optional tags</a:t>
            </a:r>
            <a:endParaRPr lang="ko-KR" altLang="en-US" sz="1168">
              <a:solidFill>
                <a:srgbClr val="64748B"/>
              </a:solidFill>
              <a:latin typeface="Aptos" panose="020B0004020202020204" pitchFamily="34" charset="0"/>
            </a:endParaRPr>
          </a:p>
        </p:txBody>
      </p:sp>
      <p:sp>
        <p:nvSpPr>
          <p:cNvPr id="15" name="zone_rules_panel">
            <a:extLst>
              <a:ext uri="{FF2B5EF4-FFF2-40B4-BE49-F238E27FC236}">
                <a16:creationId xmlns:a16="http://schemas.microsoft.com/office/drawing/2014/main" id="{CF94BBD3-016C-FA11-B5A4-4E7F73BF285F}"/>
              </a:ext>
            </a:extLst>
          </p:cNvPr>
          <p:cNvSpPr/>
          <p:nvPr/>
        </p:nvSpPr>
        <p:spPr>
          <a:xfrm>
            <a:off x="5886847" y="1308434"/>
            <a:ext cx="3901343" cy="3750845"/>
          </a:xfrm>
          <a:prstGeom prst="roundRect">
            <a:avLst>
              <a:gd name="adj" fmla="val 3715"/>
            </a:avLst>
          </a:prstGeom>
          <a:solidFill>
            <a:srgbClr val="EAF7F3"/>
          </a:solidFill>
          <a:ln w="12627">
            <a:solidFill>
              <a:srgbClr val="7CC7BA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zone_rules_title">
            <a:extLst>
              <a:ext uri="{FF2B5EF4-FFF2-40B4-BE49-F238E27FC236}">
                <a16:creationId xmlns:a16="http://schemas.microsoft.com/office/drawing/2014/main" id="{8606292C-B854-645C-6DA0-706B2737DC08}"/>
              </a:ext>
            </a:extLst>
          </p:cNvPr>
          <p:cNvSpPr txBox="1"/>
          <p:nvPr/>
        </p:nvSpPr>
        <p:spPr>
          <a:xfrm>
            <a:off x="6095848" y="1517784"/>
            <a:ext cx="3483342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460" b="1">
                <a:solidFill>
                  <a:srgbClr val="115E59"/>
                </a:solidFill>
                <a:latin typeface="Aptos" panose="020B0004020202020204" pitchFamily="34" charset="0"/>
              </a:rPr>
              <a:t>3. MDPR Design Rules</a:t>
            </a:r>
            <a:endParaRPr lang="ko-KR" altLang="en-US" sz="1460" b="1">
              <a:solidFill>
                <a:srgbClr val="115E59"/>
              </a:solidFill>
              <a:latin typeface="Aptos" panose="020B0004020202020204" pitchFamily="34" charset="0"/>
            </a:endParaRPr>
          </a:p>
        </p:txBody>
      </p:sp>
      <p:sp>
        <p:nvSpPr>
          <p:cNvPr id="17" name="zone_rules_subtitle">
            <a:extLst>
              <a:ext uri="{FF2B5EF4-FFF2-40B4-BE49-F238E27FC236}">
                <a16:creationId xmlns:a16="http://schemas.microsoft.com/office/drawing/2014/main" id="{0742C7DE-9988-672C-0083-1B7B1500C999}"/>
              </a:ext>
            </a:extLst>
          </p:cNvPr>
          <p:cNvSpPr txBox="1"/>
          <p:nvPr/>
        </p:nvSpPr>
        <p:spPr>
          <a:xfrm>
            <a:off x="6095848" y="1814362"/>
            <a:ext cx="3483342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168">
                <a:solidFill>
                  <a:srgbClr val="64748B"/>
                </a:solidFill>
                <a:latin typeface="Aptos" panose="020B0004020202020204" pitchFamily="34" charset="0"/>
              </a:rPr>
              <a:t>final visual choices</a:t>
            </a:r>
            <a:endParaRPr lang="ko-KR" altLang="en-US" sz="1168">
              <a:solidFill>
                <a:srgbClr val="64748B"/>
              </a:solidFill>
              <a:latin typeface="Aptos" panose="020B0004020202020204" pitchFamily="34" charset="0"/>
            </a:endParaRPr>
          </a:p>
        </p:txBody>
      </p:sp>
      <p:sp>
        <p:nvSpPr>
          <p:cNvPr id="18" name="zone_outputs_panel">
            <a:extLst>
              <a:ext uri="{FF2B5EF4-FFF2-40B4-BE49-F238E27FC236}">
                <a16:creationId xmlns:a16="http://schemas.microsoft.com/office/drawing/2014/main" id="{517B4936-F0DE-12C4-559A-EE00E14EB294}"/>
              </a:ext>
            </a:extLst>
          </p:cNvPr>
          <p:cNvSpPr/>
          <p:nvPr/>
        </p:nvSpPr>
        <p:spPr>
          <a:xfrm>
            <a:off x="9927523" y="1308434"/>
            <a:ext cx="2002922" cy="3750845"/>
          </a:xfrm>
          <a:prstGeom prst="roundRect">
            <a:avLst>
              <a:gd name="adj" fmla="val 6957"/>
            </a:avLst>
          </a:prstGeom>
          <a:solidFill>
            <a:srgbClr val="F1F0FA"/>
          </a:solidFill>
          <a:ln w="12627">
            <a:solidFill>
              <a:srgbClr val="B8B5E6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zone_outputs_title">
            <a:extLst>
              <a:ext uri="{FF2B5EF4-FFF2-40B4-BE49-F238E27FC236}">
                <a16:creationId xmlns:a16="http://schemas.microsoft.com/office/drawing/2014/main" id="{90B49BC0-2FD5-C48F-E423-5439029BABBC}"/>
              </a:ext>
            </a:extLst>
          </p:cNvPr>
          <p:cNvSpPr txBox="1"/>
          <p:nvPr/>
        </p:nvSpPr>
        <p:spPr>
          <a:xfrm>
            <a:off x="10136524" y="1517784"/>
            <a:ext cx="158492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460" b="1">
                <a:solidFill>
                  <a:srgbClr val="4338CA"/>
                </a:solidFill>
                <a:latin typeface="Aptos" panose="020B0004020202020204" pitchFamily="34" charset="0"/>
              </a:rPr>
              <a:t>4. Outputs</a:t>
            </a:r>
            <a:endParaRPr lang="ko-KR" altLang="en-US" sz="1460" b="1">
              <a:solidFill>
                <a:srgbClr val="4338CA"/>
              </a:solidFill>
              <a:latin typeface="Aptos" panose="020B0004020202020204" pitchFamily="34" charset="0"/>
            </a:endParaRPr>
          </a:p>
        </p:txBody>
      </p:sp>
      <p:sp>
        <p:nvSpPr>
          <p:cNvPr id="20" name="zone_outputs_subtitle">
            <a:extLst>
              <a:ext uri="{FF2B5EF4-FFF2-40B4-BE49-F238E27FC236}">
                <a16:creationId xmlns:a16="http://schemas.microsoft.com/office/drawing/2014/main" id="{9F286B1B-78BA-374D-8973-582371CB3166}"/>
              </a:ext>
            </a:extLst>
          </p:cNvPr>
          <p:cNvSpPr txBox="1"/>
          <p:nvPr/>
        </p:nvSpPr>
        <p:spPr>
          <a:xfrm>
            <a:off x="10136524" y="1814362"/>
            <a:ext cx="158492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168">
                <a:solidFill>
                  <a:srgbClr val="64748B"/>
                </a:solidFill>
                <a:latin typeface="Aptos" panose="020B0004020202020204" pitchFamily="34" charset="0"/>
              </a:rPr>
              <a:t>PPTX, HTML, PDF</a:t>
            </a:r>
            <a:endParaRPr lang="ko-KR" altLang="en-US" sz="1168">
              <a:solidFill>
                <a:srgbClr val="64748B"/>
              </a:solidFill>
              <a:latin typeface="Aptos" panose="020B0004020202020204" pitchFamily="34" charset="0"/>
            </a:endParaRPr>
          </a:p>
        </p:txBody>
      </p:sp>
      <p:cxnSp>
        <p:nvCxnSpPr>
          <p:cNvPr id="21" name="main_start_markdown">
            <a:extLst>
              <a:ext uri="{FF2B5EF4-FFF2-40B4-BE49-F238E27FC236}">
                <a16:creationId xmlns:a16="http://schemas.microsoft.com/office/drawing/2014/main" id="{9790F57E-46A1-99D7-D155-44AA1C857D6E}"/>
              </a:ext>
            </a:extLst>
          </p:cNvPr>
          <p:cNvCxnSpPr/>
          <p:nvPr/>
        </p:nvCxnSpPr>
        <p:spPr>
          <a:xfrm>
            <a:off x="2002921" y="2477302"/>
            <a:ext cx="0" cy="209350"/>
          </a:xfrm>
          <a:prstGeom prst="line">
            <a:avLst/>
          </a:prstGeom>
          <a:ln w="36322">
            <a:solidFill>
              <a:srgbClr val="111827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main_markdown_splitter">
            <a:extLst>
              <a:ext uri="{FF2B5EF4-FFF2-40B4-BE49-F238E27FC236}">
                <a16:creationId xmlns:a16="http://schemas.microsoft.com/office/drawing/2014/main" id="{C2F4E314-4309-189B-0F7B-14DDE809F276}"/>
              </a:ext>
            </a:extLst>
          </p:cNvPr>
          <p:cNvCxnSpPr/>
          <p:nvPr/>
        </p:nvCxnSpPr>
        <p:spPr>
          <a:xfrm>
            <a:off x="2002921" y="3628724"/>
            <a:ext cx="0" cy="279133"/>
          </a:xfrm>
          <a:prstGeom prst="line">
            <a:avLst/>
          </a:prstGeom>
          <a:ln w="27940">
            <a:solidFill>
              <a:srgbClr val="475569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main_splitter_ir_seg_1">
            <a:extLst>
              <a:ext uri="{FF2B5EF4-FFF2-40B4-BE49-F238E27FC236}">
                <a16:creationId xmlns:a16="http://schemas.microsoft.com/office/drawing/2014/main" id="{1814A0B9-D200-45B9-D791-787139377B76}"/>
              </a:ext>
            </a:extLst>
          </p:cNvPr>
          <p:cNvCxnSpPr/>
          <p:nvPr/>
        </p:nvCxnSpPr>
        <p:spPr>
          <a:xfrm>
            <a:off x="2995674" y="4396339"/>
            <a:ext cx="330917" cy="0"/>
          </a:xfrm>
          <a:prstGeom prst="line">
            <a:avLst/>
          </a:prstGeom>
          <a:ln w="27940">
            <a:solidFill>
              <a:srgbClr val="475569"/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main_splitter_ir_seg_2">
            <a:extLst>
              <a:ext uri="{FF2B5EF4-FFF2-40B4-BE49-F238E27FC236}">
                <a16:creationId xmlns:a16="http://schemas.microsoft.com/office/drawing/2014/main" id="{F65BE2D3-8DC0-DC47-C67B-7790192DD61B}"/>
              </a:ext>
            </a:extLst>
          </p:cNvPr>
          <p:cNvCxnSpPr/>
          <p:nvPr/>
        </p:nvCxnSpPr>
        <p:spPr>
          <a:xfrm flipV="1">
            <a:off x="3326591" y="2534001"/>
            <a:ext cx="0" cy="1862338"/>
          </a:xfrm>
          <a:prstGeom prst="line">
            <a:avLst/>
          </a:prstGeom>
          <a:ln w="27940">
            <a:solidFill>
              <a:srgbClr val="475569"/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main_splitter_ir_seg_3">
            <a:extLst>
              <a:ext uri="{FF2B5EF4-FFF2-40B4-BE49-F238E27FC236}">
                <a16:creationId xmlns:a16="http://schemas.microsoft.com/office/drawing/2014/main" id="{A9C92626-572E-48B9-438D-E241DC1AD3BB}"/>
              </a:ext>
            </a:extLst>
          </p:cNvPr>
          <p:cNvCxnSpPr/>
          <p:nvPr/>
        </p:nvCxnSpPr>
        <p:spPr>
          <a:xfrm>
            <a:off x="3326591" y="2534001"/>
            <a:ext cx="330918" cy="0"/>
          </a:xfrm>
          <a:prstGeom prst="line">
            <a:avLst/>
          </a:prstGeom>
          <a:ln w="27940">
            <a:solidFill>
              <a:srgbClr val="475569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hint_ir_reasoning">
            <a:extLst>
              <a:ext uri="{FF2B5EF4-FFF2-40B4-BE49-F238E27FC236}">
                <a16:creationId xmlns:a16="http://schemas.microsoft.com/office/drawing/2014/main" id="{65BDC9DF-43D0-58D4-DA57-0DF1D60E0ADB}"/>
              </a:ext>
            </a:extLst>
          </p:cNvPr>
          <p:cNvCxnSpPr/>
          <p:nvPr/>
        </p:nvCxnSpPr>
        <p:spPr>
          <a:xfrm>
            <a:off x="4615428" y="2991953"/>
            <a:ext cx="0" cy="497205"/>
          </a:xfrm>
          <a:prstGeom prst="line">
            <a:avLst/>
          </a:prstGeom>
          <a:ln w="20955">
            <a:solidFill>
              <a:srgbClr val="A85520"/>
            </a:solidFill>
            <a:prstDash val="dash"/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main_ir_rules">
            <a:extLst>
              <a:ext uri="{FF2B5EF4-FFF2-40B4-BE49-F238E27FC236}">
                <a16:creationId xmlns:a16="http://schemas.microsoft.com/office/drawing/2014/main" id="{E83D9E9B-F1B6-14A2-F26A-D6B873D238C9}"/>
              </a:ext>
            </a:extLst>
          </p:cNvPr>
          <p:cNvCxnSpPr/>
          <p:nvPr/>
        </p:nvCxnSpPr>
        <p:spPr>
          <a:xfrm>
            <a:off x="5573346" y="2534001"/>
            <a:ext cx="653127" cy="0"/>
          </a:xfrm>
          <a:prstGeom prst="line">
            <a:avLst/>
          </a:prstGeom>
          <a:ln w="36322">
            <a:solidFill>
              <a:srgbClr val="111827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hint_reasoning_rules_seg_1">
            <a:extLst>
              <a:ext uri="{FF2B5EF4-FFF2-40B4-BE49-F238E27FC236}">
                <a16:creationId xmlns:a16="http://schemas.microsoft.com/office/drawing/2014/main" id="{343934FC-AB4E-D744-36DB-13A425EC2CE2}"/>
              </a:ext>
            </a:extLst>
          </p:cNvPr>
          <p:cNvCxnSpPr/>
          <p:nvPr/>
        </p:nvCxnSpPr>
        <p:spPr>
          <a:xfrm>
            <a:off x="5573346" y="4186989"/>
            <a:ext cx="330918" cy="0"/>
          </a:xfrm>
          <a:prstGeom prst="line">
            <a:avLst/>
          </a:prstGeom>
          <a:ln w="20955">
            <a:solidFill>
              <a:srgbClr val="A85520"/>
            </a:solidFill>
            <a:prstDash val="dash"/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hint_reasoning_rules_seg_2">
            <a:extLst>
              <a:ext uri="{FF2B5EF4-FFF2-40B4-BE49-F238E27FC236}">
                <a16:creationId xmlns:a16="http://schemas.microsoft.com/office/drawing/2014/main" id="{5DF9EA26-3342-CA24-96A8-F36ACE6F81FA}"/>
              </a:ext>
            </a:extLst>
          </p:cNvPr>
          <p:cNvCxnSpPr/>
          <p:nvPr/>
        </p:nvCxnSpPr>
        <p:spPr>
          <a:xfrm flipV="1">
            <a:off x="5904264" y="3453394"/>
            <a:ext cx="0" cy="733595"/>
          </a:xfrm>
          <a:prstGeom prst="line">
            <a:avLst/>
          </a:prstGeom>
          <a:ln w="20955">
            <a:solidFill>
              <a:srgbClr val="A85520"/>
            </a:solidFill>
            <a:prstDash val="dash"/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hint_reasoning_rules_seg_3">
            <a:extLst>
              <a:ext uri="{FF2B5EF4-FFF2-40B4-BE49-F238E27FC236}">
                <a16:creationId xmlns:a16="http://schemas.microsoft.com/office/drawing/2014/main" id="{14D59559-6681-7A96-8583-9CF907AF1287}"/>
              </a:ext>
            </a:extLst>
          </p:cNvPr>
          <p:cNvCxnSpPr/>
          <p:nvPr/>
        </p:nvCxnSpPr>
        <p:spPr>
          <a:xfrm>
            <a:off x="5904264" y="3453394"/>
            <a:ext cx="156750" cy="0"/>
          </a:xfrm>
          <a:prstGeom prst="line">
            <a:avLst/>
          </a:prstGeom>
          <a:ln w="20955">
            <a:solidFill>
              <a:srgbClr val="A85520"/>
            </a:solidFill>
            <a:prstDash val="dash"/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rule_features_recipes">
            <a:extLst>
              <a:ext uri="{FF2B5EF4-FFF2-40B4-BE49-F238E27FC236}">
                <a16:creationId xmlns:a16="http://schemas.microsoft.com/office/drawing/2014/main" id="{9DA8A0E9-4322-DD5F-7CC2-CB64BD286875}"/>
              </a:ext>
            </a:extLst>
          </p:cNvPr>
          <p:cNvCxnSpPr/>
          <p:nvPr/>
        </p:nvCxnSpPr>
        <p:spPr>
          <a:xfrm>
            <a:off x="7140850" y="3497881"/>
            <a:ext cx="156750" cy="0"/>
          </a:xfrm>
          <a:prstGeom prst="line">
            <a:avLst/>
          </a:prstGeom>
          <a:ln w="19558">
            <a:solidFill>
              <a:srgbClr val="0F766E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rule_recipes_theme">
            <a:extLst>
              <a:ext uri="{FF2B5EF4-FFF2-40B4-BE49-F238E27FC236}">
                <a16:creationId xmlns:a16="http://schemas.microsoft.com/office/drawing/2014/main" id="{DE8AE2CA-F28F-66FF-1DE3-3B4D4387D13C}"/>
              </a:ext>
            </a:extLst>
          </p:cNvPr>
          <p:cNvCxnSpPr/>
          <p:nvPr/>
        </p:nvCxnSpPr>
        <p:spPr>
          <a:xfrm>
            <a:off x="8377436" y="3497881"/>
            <a:ext cx="156751" cy="0"/>
          </a:xfrm>
          <a:prstGeom prst="line">
            <a:avLst/>
          </a:prstGeom>
          <a:ln w="19558">
            <a:solidFill>
              <a:srgbClr val="0F766E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rule_features_compose">
            <a:extLst>
              <a:ext uri="{FF2B5EF4-FFF2-40B4-BE49-F238E27FC236}">
                <a16:creationId xmlns:a16="http://schemas.microsoft.com/office/drawing/2014/main" id="{7283F9E5-25C1-3B9F-1DFC-56201C1AC617}"/>
              </a:ext>
            </a:extLst>
          </p:cNvPr>
          <p:cNvCxnSpPr/>
          <p:nvPr/>
        </p:nvCxnSpPr>
        <p:spPr>
          <a:xfrm>
            <a:off x="6600932" y="3942748"/>
            <a:ext cx="0" cy="104675"/>
          </a:xfrm>
          <a:prstGeom prst="line">
            <a:avLst/>
          </a:prstGeom>
          <a:ln w="19558">
            <a:solidFill>
              <a:srgbClr val="0F766E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rule_recipes_objects">
            <a:extLst>
              <a:ext uri="{FF2B5EF4-FFF2-40B4-BE49-F238E27FC236}">
                <a16:creationId xmlns:a16="http://schemas.microsoft.com/office/drawing/2014/main" id="{4077CD53-255D-1C5B-658F-358AF9C8DB27}"/>
              </a:ext>
            </a:extLst>
          </p:cNvPr>
          <p:cNvCxnSpPr/>
          <p:nvPr/>
        </p:nvCxnSpPr>
        <p:spPr>
          <a:xfrm>
            <a:off x="7837519" y="3942748"/>
            <a:ext cx="0" cy="104675"/>
          </a:xfrm>
          <a:prstGeom prst="line">
            <a:avLst/>
          </a:prstGeom>
          <a:ln w="19558">
            <a:solidFill>
              <a:srgbClr val="0F766E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rule_theme_decorate">
            <a:extLst>
              <a:ext uri="{FF2B5EF4-FFF2-40B4-BE49-F238E27FC236}">
                <a16:creationId xmlns:a16="http://schemas.microsoft.com/office/drawing/2014/main" id="{9743DDFA-0476-C161-7ED3-6707C565B2D9}"/>
              </a:ext>
            </a:extLst>
          </p:cNvPr>
          <p:cNvCxnSpPr/>
          <p:nvPr/>
        </p:nvCxnSpPr>
        <p:spPr>
          <a:xfrm>
            <a:off x="9074104" y="3942748"/>
            <a:ext cx="0" cy="104675"/>
          </a:xfrm>
          <a:prstGeom prst="line">
            <a:avLst/>
          </a:prstGeom>
          <a:ln w="19558">
            <a:solidFill>
              <a:srgbClr val="0F766E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rule_compose_objects">
            <a:extLst>
              <a:ext uri="{FF2B5EF4-FFF2-40B4-BE49-F238E27FC236}">
                <a16:creationId xmlns:a16="http://schemas.microsoft.com/office/drawing/2014/main" id="{5DBF7B4E-FE9A-1E50-9C6F-15CE73D31CD3}"/>
              </a:ext>
            </a:extLst>
          </p:cNvPr>
          <p:cNvCxnSpPr/>
          <p:nvPr/>
        </p:nvCxnSpPr>
        <p:spPr>
          <a:xfrm>
            <a:off x="7140850" y="4492291"/>
            <a:ext cx="156750" cy="0"/>
          </a:xfrm>
          <a:prstGeom prst="line">
            <a:avLst/>
          </a:prstGeom>
          <a:ln w="19558">
            <a:solidFill>
              <a:srgbClr val="0F766E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rule_objects_decorate">
            <a:extLst>
              <a:ext uri="{FF2B5EF4-FFF2-40B4-BE49-F238E27FC236}">
                <a16:creationId xmlns:a16="http://schemas.microsoft.com/office/drawing/2014/main" id="{BA231A34-5258-5AEA-50C5-93BD96B9F36D}"/>
              </a:ext>
            </a:extLst>
          </p:cNvPr>
          <p:cNvCxnSpPr/>
          <p:nvPr/>
        </p:nvCxnSpPr>
        <p:spPr>
          <a:xfrm>
            <a:off x="8377436" y="4492291"/>
            <a:ext cx="156751" cy="0"/>
          </a:xfrm>
          <a:prstGeom prst="line">
            <a:avLst/>
          </a:prstGeom>
          <a:ln w="19558">
            <a:solidFill>
              <a:srgbClr val="0F766E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main_rules_styled_ir">
            <a:extLst>
              <a:ext uri="{FF2B5EF4-FFF2-40B4-BE49-F238E27FC236}">
                <a16:creationId xmlns:a16="http://schemas.microsoft.com/office/drawing/2014/main" id="{129D8337-2005-E916-A614-1706335AD186}"/>
              </a:ext>
            </a:extLst>
          </p:cNvPr>
          <p:cNvCxnSpPr/>
          <p:nvPr/>
        </p:nvCxnSpPr>
        <p:spPr>
          <a:xfrm>
            <a:off x="9448564" y="2534001"/>
            <a:ext cx="627002" cy="0"/>
          </a:xfrm>
          <a:prstGeom prst="line">
            <a:avLst/>
          </a:prstGeom>
          <a:ln w="36322">
            <a:solidFill>
              <a:srgbClr val="111827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main_styled_renderers">
            <a:extLst>
              <a:ext uri="{FF2B5EF4-FFF2-40B4-BE49-F238E27FC236}">
                <a16:creationId xmlns:a16="http://schemas.microsoft.com/office/drawing/2014/main" id="{D6FB6AEC-E149-511E-7875-A1D8BFD87DA0}"/>
              </a:ext>
            </a:extLst>
          </p:cNvPr>
          <p:cNvCxnSpPr/>
          <p:nvPr/>
        </p:nvCxnSpPr>
        <p:spPr>
          <a:xfrm>
            <a:off x="10928984" y="2991953"/>
            <a:ext cx="0" cy="409976"/>
          </a:xfrm>
          <a:prstGeom prst="line">
            <a:avLst/>
          </a:prstGeom>
          <a:ln w="27940">
            <a:solidFill>
              <a:srgbClr val="475569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validation_loop">
            <a:extLst>
              <a:ext uri="{FF2B5EF4-FFF2-40B4-BE49-F238E27FC236}">
                <a16:creationId xmlns:a16="http://schemas.microsoft.com/office/drawing/2014/main" id="{8C45973C-79C6-0EA5-CBF2-F4703D6484F3}"/>
              </a:ext>
            </a:extLst>
          </p:cNvPr>
          <p:cNvCxnSpPr/>
          <p:nvPr/>
        </p:nvCxnSpPr>
        <p:spPr>
          <a:xfrm>
            <a:off x="10928984" y="4317833"/>
            <a:ext cx="0" cy="95952"/>
          </a:xfrm>
          <a:prstGeom prst="line">
            <a:avLst/>
          </a:prstGeom>
          <a:ln w="23749">
            <a:solidFill>
              <a:srgbClr val="BE123C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source_chip">
            <a:extLst>
              <a:ext uri="{FF2B5EF4-FFF2-40B4-BE49-F238E27FC236}">
                <a16:creationId xmlns:a16="http://schemas.microsoft.com/office/drawing/2014/main" id="{2046CE01-8BE2-2313-3BF0-435F6E247C6D}"/>
              </a:ext>
            </a:extLst>
          </p:cNvPr>
          <p:cNvSpPr/>
          <p:nvPr/>
        </p:nvSpPr>
        <p:spPr>
          <a:xfrm>
            <a:off x="1654587" y="2163278"/>
            <a:ext cx="696669" cy="314024"/>
          </a:xfrm>
          <a:prstGeom prst="roundRect">
            <a:avLst>
              <a:gd name="adj" fmla="val 44370"/>
            </a:avLst>
          </a:prstGeom>
          <a:solidFill>
            <a:srgbClr val="EEF4EF"/>
          </a:solidFill>
          <a:ln w="12627">
            <a:solidFill>
              <a:srgbClr val="C8D8C8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334155"/>
                </a:solidFill>
                <a:latin typeface="Aptos" panose="020B0004020202020204" pitchFamily="34" charset="0"/>
              </a:rPr>
              <a:t>source</a:t>
            </a:r>
            <a:endParaRPr lang="ko-KR" altLang="en-US" sz="980" b="1">
              <a:solidFill>
                <a:srgbClr val="334155"/>
              </a:solidFill>
              <a:latin typeface="Aptos" panose="020B0004020202020204" pitchFamily="34" charset="0"/>
            </a:endParaRPr>
          </a:p>
        </p:txBody>
      </p:sp>
      <p:sp>
        <p:nvSpPr>
          <p:cNvPr id="42" name="markdown_card">
            <a:extLst>
              <a:ext uri="{FF2B5EF4-FFF2-40B4-BE49-F238E27FC236}">
                <a16:creationId xmlns:a16="http://schemas.microsoft.com/office/drawing/2014/main" id="{9020923E-A7A0-EAC6-8C09-87A3EE088D4F}"/>
              </a:ext>
            </a:extLst>
          </p:cNvPr>
          <p:cNvSpPr/>
          <p:nvPr/>
        </p:nvSpPr>
        <p:spPr>
          <a:xfrm>
            <a:off x="1010169" y="2686652"/>
            <a:ext cx="1985505" cy="942072"/>
          </a:xfrm>
          <a:prstGeom prst="roundRect">
            <a:avLst>
              <a:gd name="adj" fmla="val 14790"/>
            </a:avLst>
          </a:prstGeom>
          <a:solidFill>
            <a:srgbClr val="FFFDF8"/>
          </a:solidFill>
          <a:ln w="12627">
            <a:solidFill>
              <a:srgbClr val="DACFC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markdown_icon_dot">
            <a:extLst>
              <a:ext uri="{FF2B5EF4-FFF2-40B4-BE49-F238E27FC236}">
                <a16:creationId xmlns:a16="http://schemas.microsoft.com/office/drawing/2014/main" id="{4542739E-5F83-78CC-3298-614547F85055}"/>
              </a:ext>
            </a:extLst>
          </p:cNvPr>
          <p:cNvSpPr/>
          <p:nvPr/>
        </p:nvSpPr>
        <p:spPr>
          <a:xfrm>
            <a:off x="1179982" y="2909085"/>
            <a:ext cx="217709" cy="218073"/>
          </a:xfrm>
          <a:prstGeom prst="ellipse">
            <a:avLst/>
          </a:prstGeom>
          <a:solidFill>
            <a:srgbClr val="86A789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M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44" name="markdown_title">
            <a:extLst>
              <a:ext uri="{FF2B5EF4-FFF2-40B4-BE49-F238E27FC236}">
                <a16:creationId xmlns:a16="http://schemas.microsoft.com/office/drawing/2014/main" id="{CBAEE2E1-39B2-66C1-4F9A-ECDC25FBA690}"/>
              </a:ext>
            </a:extLst>
          </p:cNvPr>
          <p:cNvSpPr txBox="1"/>
          <p:nvPr/>
        </p:nvSpPr>
        <p:spPr>
          <a:xfrm>
            <a:off x="1515254" y="2904724"/>
            <a:ext cx="1358503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095" b="1">
                <a:solidFill>
                  <a:srgbClr val="111827"/>
                </a:solidFill>
                <a:latin typeface="Aptos" panose="020B0004020202020204" pitchFamily="34" charset="0"/>
              </a:rPr>
              <a:t>Markdown</a:t>
            </a:r>
            <a:endParaRPr lang="ko-KR" altLang="en-US" sz="1095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45" name="markdown_line_0">
            <a:extLst>
              <a:ext uri="{FF2B5EF4-FFF2-40B4-BE49-F238E27FC236}">
                <a16:creationId xmlns:a16="http://schemas.microsoft.com/office/drawing/2014/main" id="{4EAAA773-C6EA-BCE4-466E-6833ECE34A77}"/>
              </a:ext>
            </a:extLst>
          </p:cNvPr>
          <p:cNvSpPr txBox="1"/>
          <p:nvPr/>
        </p:nvSpPr>
        <p:spPr>
          <a:xfrm>
            <a:off x="1297545" y="3244917"/>
            <a:ext cx="1576212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headings, tables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46" name="markdown_line_1">
            <a:extLst>
              <a:ext uri="{FF2B5EF4-FFF2-40B4-BE49-F238E27FC236}">
                <a16:creationId xmlns:a16="http://schemas.microsoft.com/office/drawing/2014/main" id="{00D1B0E9-94B5-FB89-7C32-A9E670024E32}"/>
              </a:ext>
            </a:extLst>
          </p:cNvPr>
          <p:cNvSpPr txBox="1"/>
          <p:nvPr/>
        </p:nvSpPr>
        <p:spPr>
          <a:xfrm>
            <a:off x="1297545" y="3410652"/>
            <a:ext cx="1576212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charts and images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47" name="splitter_card">
            <a:extLst>
              <a:ext uri="{FF2B5EF4-FFF2-40B4-BE49-F238E27FC236}">
                <a16:creationId xmlns:a16="http://schemas.microsoft.com/office/drawing/2014/main" id="{0ED08C59-624C-7D0B-17E2-F42869D236D5}"/>
              </a:ext>
            </a:extLst>
          </p:cNvPr>
          <p:cNvSpPr/>
          <p:nvPr/>
        </p:nvSpPr>
        <p:spPr>
          <a:xfrm>
            <a:off x="1010169" y="3907857"/>
            <a:ext cx="1985505" cy="976964"/>
          </a:xfrm>
          <a:prstGeom prst="roundRect">
            <a:avLst>
              <a:gd name="adj" fmla="val 14262"/>
            </a:avLst>
          </a:prstGeom>
          <a:solidFill>
            <a:srgbClr val="FFFDF8"/>
          </a:solidFill>
          <a:ln w="12627">
            <a:solidFill>
              <a:srgbClr val="DACFC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splitter_icon_dot">
            <a:extLst>
              <a:ext uri="{FF2B5EF4-FFF2-40B4-BE49-F238E27FC236}">
                <a16:creationId xmlns:a16="http://schemas.microsoft.com/office/drawing/2014/main" id="{C9EDA9EE-D1CB-2515-1C31-6D2D3AA2E6E8}"/>
              </a:ext>
            </a:extLst>
          </p:cNvPr>
          <p:cNvSpPr/>
          <p:nvPr/>
        </p:nvSpPr>
        <p:spPr>
          <a:xfrm>
            <a:off x="1179982" y="4130291"/>
            <a:ext cx="217709" cy="218072"/>
          </a:xfrm>
          <a:prstGeom prst="ellipse">
            <a:avLst/>
          </a:prstGeom>
          <a:solidFill>
            <a:srgbClr val="86A789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S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49" name="splitter_title">
            <a:extLst>
              <a:ext uri="{FF2B5EF4-FFF2-40B4-BE49-F238E27FC236}">
                <a16:creationId xmlns:a16="http://schemas.microsoft.com/office/drawing/2014/main" id="{D85CE15A-8BD4-5750-388C-4E8298B531E0}"/>
              </a:ext>
            </a:extLst>
          </p:cNvPr>
          <p:cNvSpPr txBox="1"/>
          <p:nvPr/>
        </p:nvSpPr>
        <p:spPr>
          <a:xfrm>
            <a:off x="1515254" y="4125929"/>
            <a:ext cx="1358503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095" b="1">
                <a:solidFill>
                  <a:srgbClr val="111827"/>
                </a:solidFill>
                <a:latin typeface="Aptos" panose="020B0004020202020204" pitchFamily="34" charset="0"/>
              </a:rPr>
              <a:t>MDPR Splitter</a:t>
            </a:r>
            <a:endParaRPr lang="ko-KR" altLang="en-US" sz="1095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50" name="splitter_line_0">
            <a:extLst>
              <a:ext uri="{FF2B5EF4-FFF2-40B4-BE49-F238E27FC236}">
                <a16:creationId xmlns:a16="http://schemas.microsoft.com/office/drawing/2014/main" id="{89CE7732-9DCB-1E2A-E832-3C0746F54E6A}"/>
              </a:ext>
            </a:extLst>
          </p:cNvPr>
          <p:cNvSpPr txBox="1"/>
          <p:nvPr/>
        </p:nvSpPr>
        <p:spPr>
          <a:xfrm>
            <a:off x="1297545" y="4466122"/>
            <a:ext cx="1576212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Pandoc or simple AST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51" name="splitter_line_1">
            <a:extLst>
              <a:ext uri="{FF2B5EF4-FFF2-40B4-BE49-F238E27FC236}">
                <a16:creationId xmlns:a16="http://schemas.microsoft.com/office/drawing/2014/main" id="{A1C04D44-4F81-3800-8E90-C6330BACDF02}"/>
              </a:ext>
            </a:extLst>
          </p:cNvPr>
          <p:cNvSpPr txBox="1"/>
          <p:nvPr/>
        </p:nvSpPr>
        <p:spPr>
          <a:xfrm>
            <a:off x="1297545" y="4631857"/>
            <a:ext cx="1576212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slide/object split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52" name="ir_core_card">
            <a:extLst>
              <a:ext uri="{FF2B5EF4-FFF2-40B4-BE49-F238E27FC236}">
                <a16:creationId xmlns:a16="http://schemas.microsoft.com/office/drawing/2014/main" id="{9855BA5D-7DC4-3F69-DBDA-D29E877A1231}"/>
              </a:ext>
            </a:extLst>
          </p:cNvPr>
          <p:cNvSpPr/>
          <p:nvPr/>
        </p:nvSpPr>
        <p:spPr>
          <a:xfrm>
            <a:off x="3657509" y="2076049"/>
            <a:ext cx="1915838" cy="915904"/>
          </a:xfrm>
          <a:prstGeom prst="roundRect">
            <a:avLst>
              <a:gd name="adj" fmla="val 15213"/>
            </a:avLst>
          </a:prstGeom>
          <a:solidFill>
            <a:srgbClr val="FFFFFF"/>
          </a:solidFill>
          <a:ln w="12627">
            <a:solidFill>
              <a:srgbClr val="E4BF75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ir_core_icon_dot">
            <a:extLst>
              <a:ext uri="{FF2B5EF4-FFF2-40B4-BE49-F238E27FC236}">
                <a16:creationId xmlns:a16="http://schemas.microsoft.com/office/drawing/2014/main" id="{23D326C9-E24B-4FA9-4C3D-3851C6C78CEF}"/>
              </a:ext>
            </a:extLst>
          </p:cNvPr>
          <p:cNvSpPr/>
          <p:nvPr/>
        </p:nvSpPr>
        <p:spPr>
          <a:xfrm>
            <a:off x="3827321" y="2298483"/>
            <a:ext cx="217709" cy="218072"/>
          </a:xfrm>
          <a:prstGeom prst="ellipse">
            <a:avLst/>
          </a:prstGeom>
          <a:solidFill>
            <a:srgbClr val="E9B44C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I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54" name="ir_core_title">
            <a:extLst>
              <a:ext uri="{FF2B5EF4-FFF2-40B4-BE49-F238E27FC236}">
                <a16:creationId xmlns:a16="http://schemas.microsoft.com/office/drawing/2014/main" id="{EA22A16D-04F2-E1F5-B469-481756BFA0D8}"/>
              </a:ext>
            </a:extLst>
          </p:cNvPr>
          <p:cNvSpPr txBox="1"/>
          <p:nvPr/>
        </p:nvSpPr>
        <p:spPr>
          <a:xfrm>
            <a:off x="4162593" y="2294121"/>
            <a:ext cx="1288836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095" b="1">
                <a:solidFill>
                  <a:srgbClr val="111827"/>
                </a:solidFill>
                <a:latin typeface="Aptos" panose="020B0004020202020204" pitchFamily="34" charset="0"/>
              </a:rPr>
              <a:t>Slide Element IR</a:t>
            </a:r>
            <a:endParaRPr lang="ko-KR" altLang="en-US" sz="1095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55" name="ir_core_line_0">
            <a:extLst>
              <a:ext uri="{FF2B5EF4-FFF2-40B4-BE49-F238E27FC236}">
                <a16:creationId xmlns:a16="http://schemas.microsoft.com/office/drawing/2014/main" id="{66AD04E9-1EDA-1850-AE2E-D9BFFBC6B18A}"/>
              </a:ext>
            </a:extLst>
          </p:cNvPr>
          <p:cNvSpPr txBox="1"/>
          <p:nvPr/>
        </p:nvSpPr>
        <p:spPr>
          <a:xfrm>
            <a:off x="3944884" y="2634314"/>
            <a:ext cx="1506545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semantic blocks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56" name="ir_core_line_1">
            <a:extLst>
              <a:ext uri="{FF2B5EF4-FFF2-40B4-BE49-F238E27FC236}">
                <a16:creationId xmlns:a16="http://schemas.microsoft.com/office/drawing/2014/main" id="{EBC6818F-2B5F-2435-1A3A-3C16944A3CF0}"/>
              </a:ext>
            </a:extLst>
          </p:cNvPr>
          <p:cNvSpPr txBox="1"/>
          <p:nvPr/>
        </p:nvSpPr>
        <p:spPr>
          <a:xfrm>
            <a:off x="3944884" y="2800049"/>
            <a:ext cx="1506545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graph kept whole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57" name="reasoning_card">
            <a:extLst>
              <a:ext uri="{FF2B5EF4-FFF2-40B4-BE49-F238E27FC236}">
                <a16:creationId xmlns:a16="http://schemas.microsoft.com/office/drawing/2014/main" id="{85E84AE3-BCA4-7A0F-CB89-2AA45BA09E38}"/>
              </a:ext>
            </a:extLst>
          </p:cNvPr>
          <p:cNvSpPr/>
          <p:nvPr/>
        </p:nvSpPr>
        <p:spPr>
          <a:xfrm>
            <a:off x="3657509" y="3489158"/>
            <a:ext cx="1915838" cy="1395663"/>
          </a:xfrm>
          <a:prstGeom prst="roundRect">
            <a:avLst>
              <a:gd name="adj" fmla="val 9983"/>
            </a:avLst>
          </a:prstGeom>
          <a:solidFill>
            <a:srgbClr val="FFFFFF"/>
          </a:solidFill>
          <a:ln w="12627">
            <a:solidFill>
              <a:srgbClr val="E4BF75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reasoning_icon_dot">
            <a:extLst>
              <a:ext uri="{FF2B5EF4-FFF2-40B4-BE49-F238E27FC236}">
                <a16:creationId xmlns:a16="http://schemas.microsoft.com/office/drawing/2014/main" id="{2F084376-BD51-7B91-B330-A65629F360FC}"/>
              </a:ext>
            </a:extLst>
          </p:cNvPr>
          <p:cNvSpPr/>
          <p:nvPr/>
        </p:nvSpPr>
        <p:spPr>
          <a:xfrm>
            <a:off x="3827321" y="3711592"/>
            <a:ext cx="217709" cy="218072"/>
          </a:xfrm>
          <a:prstGeom prst="ellipse">
            <a:avLst/>
          </a:prstGeom>
          <a:solidFill>
            <a:srgbClr val="E9B44C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H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59" name="reasoning_title">
            <a:extLst>
              <a:ext uri="{FF2B5EF4-FFF2-40B4-BE49-F238E27FC236}">
                <a16:creationId xmlns:a16="http://schemas.microsoft.com/office/drawing/2014/main" id="{1382D06F-3DB7-D0DB-1B0B-D732439E112D}"/>
              </a:ext>
            </a:extLst>
          </p:cNvPr>
          <p:cNvSpPr txBox="1"/>
          <p:nvPr/>
        </p:nvSpPr>
        <p:spPr>
          <a:xfrm>
            <a:off x="4162593" y="3707230"/>
            <a:ext cx="1288836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095" b="1">
                <a:solidFill>
                  <a:srgbClr val="111827"/>
                </a:solidFill>
                <a:latin typeface="Aptos" panose="020B0004020202020204" pitchFamily="34" charset="0"/>
              </a:rPr>
              <a:t>Hint Packet</a:t>
            </a:r>
            <a:endParaRPr lang="ko-KR" altLang="en-US" sz="1095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60" name="reasoning_line_0">
            <a:extLst>
              <a:ext uri="{FF2B5EF4-FFF2-40B4-BE49-F238E27FC236}">
                <a16:creationId xmlns:a16="http://schemas.microsoft.com/office/drawing/2014/main" id="{46DDCA3D-3EA3-38DF-7FCE-EE638BF8FC41}"/>
              </a:ext>
            </a:extLst>
          </p:cNvPr>
          <p:cNvSpPr txBox="1"/>
          <p:nvPr/>
        </p:nvSpPr>
        <p:spPr>
          <a:xfrm>
            <a:off x="3944884" y="4047423"/>
            <a:ext cx="1506545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intent + importance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61" name="reasoning_guard">
            <a:extLst>
              <a:ext uri="{FF2B5EF4-FFF2-40B4-BE49-F238E27FC236}">
                <a16:creationId xmlns:a16="http://schemas.microsoft.com/office/drawing/2014/main" id="{0C5D30D6-3AFF-3DBB-C11F-9C4B2749AA3F}"/>
              </a:ext>
            </a:extLst>
          </p:cNvPr>
          <p:cNvSpPr/>
          <p:nvPr/>
        </p:nvSpPr>
        <p:spPr>
          <a:xfrm>
            <a:off x="3901342" y="4309110"/>
            <a:ext cx="1428171" cy="314024"/>
          </a:xfrm>
          <a:prstGeom prst="roundRect">
            <a:avLst>
              <a:gd name="adj" fmla="val 44370"/>
            </a:avLst>
          </a:prstGeom>
          <a:solidFill>
            <a:srgbClr val="FFF7E6"/>
          </a:solidFill>
          <a:ln w="12627">
            <a:solidFill>
              <a:srgbClr val="E9B44C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7C3D12"/>
                </a:solidFill>
                <a:latin typeface="Aptos" panose="020B0004020202020204" pitchFamily="34" charset="0"/>
              </a:rPr>
              <a:t>hints only</a:t>
            </a:r>
            <a:endParaRPr lang="ko-KR" altLang="en-US" sz="980" b="1">
              <a:solidFill>
                <a:srgbClr val="7C3D12"/>
              </a:solidFill>
              <a:latin typeface="Aptos" panose="020B0004020202020204" pitchFamily="34" charset="0"/>
            </a:endParaRPr>
          </a:p>
        </p:txBody>
      </p:sp>
      <p:sp>
        <p:nvSpPr>
          <p:cNvPr id="62" name="reasoning_limit">
            <a:extLst>
              <a:ext uri="{FF2B5EF4-FFF2-40B4-BE49-F238E27FC236}">
                <a16:creationId xmlns:a16="http://schemas.microsoft.com/office/drawing/2014/main" id="{528CBC99-FD75-2C5D-1C2A-4178C03D1C50}"/>
              </a:ext>
            </a:extLst>
          </p:cNvPr>
          <p:cNvSpPr txBox="1"/>
          <p:nvPr/>
        </p:nvSpPr>
        <p:spPr>
          <a:xfrm>
            <a:off x="3875217" y="4570797"/>
            <a:ext cx="1480420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ctr">
            <a:noAutofit/>
          </a:bodyPr>
          <a:lstStyle/>
          <a:p>
            <a:r>
              <a:rPr lang="en-US" altLang="ko-KR" sz="980" b="1">
                <a:solidFill>
                  <a:srgbClr val="64748B"/>
                </a:solidFill>
                <a:latin typeface="Aptos" panose="020B0004020202020204" pitchFamily="34" charset="0"/>
              </a:rPr>
              <a:t>no coords/styles</a:t>
            </a:r>
            <a:endParaRPr lang="ko-KR" altLang="en-US" sz="980" b="1">
              <a:solidFill>
                <a:srgbClr val="64748B"/>
              </a:solidFill>
              <a:latin typeface="Aptos" panose="020B0004020202020204" pitchFamily="34" charset="0"/>
            </a:endParaRPr>
          </a:p>
        </p:txBody>
      </p:sp>
      <p:sp>
        <p:nvSpPr>
          <p:cNvPr id="63" name="rule_engine_card">
            <a:extLst>
              <a:ext uri="{FF2B5EF4-FFF2-40B4-BE49-F238E27FC236}">
                <a16:creationId xmlns:a16="http://schemas.microsoft.com/office/drawing/2014/main" id="{745D7222-9359-5B65-D254-93A4D34ED514}"/>
              </a:ext>
            </a:extLst>
          </p:cNvPr>
          <p:cNvSpPr/>
          <p:nvPr/>
        </p:nvSpPr>
        <p:spPr>
          <a:xfrm>
            <a:off x="6226473" y="2185085"/>
            <a:ext cx="3222091" cy="697832"/>
          </a:xfrm>
          <a:prstGeom prst="roundRect">
            <a:avLst>
              <a:gd name="adj" fmla="val 19967"/>
            </a:avLst>
          </a:prstGeom>
          <a:solidFill>
            <a:srgbClr val="DCFCE7"/>
          </a:solidFill>
          <a:ln w="12627">
            <a:solidFill>
              <a:srgbClr val="7CC7BA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4" name="rule_engine_title">
            <a:extLst>
              <a:ext uri="{FF2B5EF4-FFF2-40B4-BE49-F238E27FC236}">
                <a16:creationId xmlns:a16="http://schemas.microsoft.com/office/drawing/2014/main" id="{CFF8F8A8-63AF-A833-1CD8-97A9BE328252}"/>
              </a:ext>
            </a:extLst>
          </p:cNvPr>
          <p:cNvSpPr txBox="1"/>
          <p:nvPr/>
        </p:nvSpPr>
        <p:spPr>
          <a:xfrm>
            <a:off x="6487723" y="2307206"/>
            <a:ext cx="2699590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ctr">
            <a:noAutofit/>
          </a:bodyPr>
          <a:lstStyle/>
          <a:p>
            <a:r>
              <a:rPr lang="en-US" altLang="ko-KR" sz="1241" b="1">
                <a:solidFill>
                  <a:srgbClr val="14532D"/>
                </a:solidFill>
                <a:latin typeface="Aptos" panose="020B0004020202020204" pitchFamily="34" charset="0"/>
              </a:rPr>
              <a:t>Rule Engine Boundary</a:t>
            </a:r>
            <a:endParaRPr lang="ko-KR" altLang="en-US" sz="1241" b="1">
              <a:solidFill>
                <a:srgbClr val="14532D"/>
              </a:solidFill>
              <a:latin typeface="Aptos" panose="020B0004020202020204" pitchFamily="34" charset="0"/>
            </a:endParaRPr>
          </a:p>
        </p:txBody>
      </p:sp>
      <p:sp>
        <p:nvSpPr>
          <p:cNvPr id="65" name="rule_engine_body">
            <a:extLst>
              <a:ext uri="{FF2B5EF4-FFF2-40B4-BE49-F238E27FC236}">
                <a16:creationId xmlns:a16="http://schemas.microsoft.com/office/drawing/2014/main" id="{A8141090-0E27-A657-A556-9537606F0871}"/>
              </a:ext>
            </a:extLst>
          </p:cNvPr>
          <p:cNvSpPr txBox="1"/>
          <p:nvPr/>
        </p:nvSpPr>
        <p:spPr>
          <a:xfrm>
            <a:off x="6487723" y="2577615"/>
            <a:ext cx="2699590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ctr">
            <a:noAutofit/>
          </a:bodyPr>
          <a:lstStyle/>
          <a:p>
            <a:r>
              <a:rPr lang="en-US" altLang="ko-KR" sz="1022">
                <a:solidFill>
                  <a:srgbClr val="166534"/>
                </a:solidFill>
                <a:latin typeface="Aptos" panose="020B0004020202020204" pitchFamily="34" charset="0"/>
              </a:rPr>
              <a:t>recipes, colors, z-order</a:t>
            </a:r>
            <a:endParaRPr lang="ko-KR" altLang="en-US" sz="1022">
              <a:solidFill>
                <a:srgbClr val="166534"/>
              </a:solidFill>
              <a:latin typeface="Aptos" panose="020B0004020202020204" pitchFamily="34" charset="0"/>
            </a:endParaRPr>
          </a:p>
        </p:txBody>
      </p:sp>
      <p:sp>
        <p:nvSpPr>
          <p:cNvPr id="66" name="features_card">
            <a:extLst>
              <a:ext uri="{FF2B5EF4-FFF2-40B4-BE49-F238E27FC236}">
                <a16:creationId xmlns:a16="http://schemas.microsoft.com/office/drawing/2014/main" id="{4BCD436C-646C-A0DC-6641-7CB4A070D304}"/>
              </a:ext>
            </a:extLst>
          </p:cNvPr>
          <p:cNvSpPr/>
          <p:nvPr/>
        </p:nvSpPr>
        <p:spPr>
          <a:xfrm>
            <a:off x="6061014" y="3053013"/>
            <a:ext cx="1079836" cy="889735"/>
          </a:xfrm>
          <a:prstGeom prst="roundRect">
            <a:avLst>
              <a:gd name="adj" fmla="val 15660"/>
            </a:avLst>
          </a:prstGeom>
          <a:solidFill>
            <a:srgbClr val="F8FAFC"/>
          </a:solidFill>
          <a:ln w="12627">
            <a:solidFill>
              <a:srgbClr val="BBF7D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features_icon_dot">
            <a:extLst>
              <a:ext uri="{FF2B5EF4-FFF2-40B4-BE49-F238E27FC236}">
                <a16:creationId xmlns:a16="http://schemas.microsoft.com/office/drawing/2014/main" id="{6401D63F-2F77-88D7-FE3A-776F72CA763D}"/>
              </a:ext>
            </a:extLst>
          </p:cNvPr>
          <p:cNvSpPr/>
          <p:nvPr/>
        </p:nvSpPr>
        <p:spPr>
          <a:xfrm>
            <a:off x="6182931" y="3253640"/>
            <a:ext cx="156751" cy="157012"/>
          </a:xfrm>
          <a:prstGeom prst="ellipse">
            <a:avLst/>
          </a:prstGeom>
          <a:solidFill>
            <a:srgbClr val="14B8A6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F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68" name="features_title">
            <a:extLst>
              <a:ext uri="{FF2B5EF4-FFF2-40B4-BE49-F238E27FC236}">
                <a16:creationId xmlns:a16="http://schemas.microsoft.com/office/drawing/2014/main" id="{8B187371-857B-37CB-06B0-640C6ECA9396}"/>
              </a:ext>
            </a:extLst>
          </p:cNvPr>
          <p:cNvSpPr txBox="1"/>
          <p:nvPr/>
        </p:nvSpPr>
        <p:spPr>
          <a:xfrm>
            <a:off x="6452890" y="3218748"/>
            <a:ext cx="566043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980" b="1">
                <a:solidFill>
                  <a:srgbClr val="111827"/>
                </a:solidFill>
                <a:latin typeface="Aptos" panose="020B0004020202020204" pitchFamily="34" charset="0"/>
              </a:rPr>
              <a:t>Features</a:t>
            </a:r>
            <a:endParaRPr lang="ko-KR" altLang="en-US" sz="980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69" name="features_line_0">
            <a:extLst>
              <a:ext uri="{FF2B5EF4-FFF2-40B4-BE49-F238E27FC236}">
                <a16:creationId xmlns:a16="http://schemas.microsoft.com/office/drawing/2014/main" id="{37ABD299-C4E3-6FC1-6571-1F89DCED2022}"/>
              </a:ext>
            </a:extLst>
          </p:cNvPr>
          <p:cNvSpPr txBox="1"/>
          <p:nvPr/>
        </p:nvSpPr>
        <p:spPr>
          <a:xfrm>
            <a:off x="6261306" y="3558941"/>
            <a:ext cx="757627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density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70" name="features_line_1">
            <a:extLst>
              <a:ext uri="{FF2B5EF4-FFF2-40B4-BE49-F238E27FC236}">
                <a16:creationId xmlns:a16="http://schemas.microsoft.com/office/drawing/2014/main" id="{BC3DF741-6A07-300A-BF43-0F9A3737AC5E}"/>
              </a:ext>
            </a:extLst>
          </p:cNvPr>
          <p:cNvSpPr txBox="1"/>
          <p:nvPr/>
        </p:nvSpPr>
        <p:spPr>
          <a:xfrm>
            <a:off x="6261306" y="3733399"/>
            <a:ext cx="757627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size risk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71" name="recipes_card">
            <a:extLst>
              <a:ext uri="{FF2B5EF4-FFF2-40B4-BE49-F238E27FC236}">
                <a16:creationId xmlns:a16="http://schemas.microsoft.com/office/drawing/2014/main" id="{3AE53943-B32E-1C70-CBF0-E191E03AA065}"/>
              </a:ext>
            </a:extLst>
          </p:cNvPr>
          <p:cNvSpPr/>
          <p:nvPr/>
        </p:nvSpPr>
        <p:spPr>
          <a:xfrm>
            <a:off x="7297600" y="3053013"/>
            <a:ext cx="1079836" cy="889735"/>
          </a:xfrm>
          <a:prstGeom prst="roundRect">
            <a:avLst>
              <a:gd name="adj" fmla="val 15660"/>
            </a:avLst>
          </a:prstGeom>
          <a:solidFill>
            <a:srgbClr val="F8FAFC"/>
          </a:solidFill>
          <a:ln w="12627">
            <a:solidFill>
              <a:srgbClr val="BBF7D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recipes_icon_dot">
            <a:extLst>
              <a:ext uri="{FF2B5EF4-FFF2-40B4-BE49-F238E27FC236}">
                <a16:creationId xmlns:a16="http://schemas.microsoft.com/office/drawing/2014/main" id="{3A9ED321-12C9-7721-0503-4A9D7FF21569}"/>
              </a:ext>
            </a:extLst>
          </p:cNvPr>
          <p:cNvSpPr/>
          <p:nvPr/>
        </p:nvSpPr>
        <p:spPr>
          <a:xfrm>
            <a:off x="7419518" y="3253640"/>
            <a:ext cx="156750" cy="157012"/>
          </a:xfrm>
          <a:prstGeom prst="ellipse">
            <a:avLst/>
          </a:prstGeom>
          <a:solidFill>
            <a:srgbClr val="14B8A6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R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73" name="recipes_title">
            <a:extLst>
              <a:ext uri="{FF2B5EF4-FFF2-40B4-BE49-F238E27FC236}">
                <a16:creationId xmlns:a16="http://schemas.microsoft.com/office/drawing/2014/main" id="{D292963D-F50D-D3C6-B016-29FC83232F7B}"/>
              </a:ext>
            </a:extLst>
          </p:cNvPr>
          <p:cNvSpPr txBox="1"/>
          <p:nvPr/>
        </p:nvSpPr>
        <p:spPr>
          <a:xfrm>
            <a:off x="7689476" y="3218748"/>
            <a:ext cx="566043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980" b="1">
                <a:solidFill>
                  <a:srgbClr val="111827"/>
                </a:solidFill>
                <a:latin typeface="Aptos" panose="020B0004020202020204" pitchFamily="34" charset="0"/>
              </a:rPr>
              <a:t>Recipes</a:t>
            </a:r>
            <a:endParaRPr lang="ko-KR" altLang="en-US" sz="980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74" name="recipes_line_0">
            <a:extLst>
              <a:ext uri="{FF2B5EF4-FFF2-40B4-BE49-F238E27FC236}">
                <a16:creationId xmlns:a16="http://schemas.microsoft.com/office/drawing/2014/main" id="{BA80A026-EF70-E7F9-D6FC-58F9B8C5DC7C}"/>
              </a:ext>
            </a:extLst>
          </p:cNvPr>
          <p:cNvSpPr txBox="1"/>
          <p:nvPr/>
        </p:nvSpPr>
        <p:spPr>
          <a:xfrm>
            <a:off x="7497893" y="3558941"/>
            <a:ext cx="757627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profile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75" name="recipes_line_1">
            <a:extLst>
              <a:ext uri="{FF2B5EF4-FFF2-40B4-BE49-F238E27FC236}">
                <a16:creationId xmlns:a16="http://schemas.microsoft.com/office/drawing/2014/main" id="{22828760-E8A7-80A6-FD72-C01863D13259}"/>
              </a:ext>
            </a:extLst>
          </p:cNvPr>
          <p:cNvSpPr txBox="1"/>
          <p:nvPr/>
        </p:nvSpPr>
        <p:spPr>
          <a:xfrm>
            <a:off x="7497893" y="3733399"/>
            <a:ext cx="757627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variant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76" name="theme_card">
            <a:extLst>
              <a:ext uri="{FF2B5EF4-FFF2-40B4-BE49-F238E27FC236}">
                <a16:creationId xmlns:a16="http://schemas.microsoft.com/office/drawing/2014/main" id="{F3DD550B-6C10-2BBD-9378-C0BD0F4E03FE}"/>
              </a:ext>
            </a:extLst>
          </p:cNvPr>
          <p:cNvSpPr/>
          <p:nvPr/>
        </p:nvSpPr>
        <p:spPr>
          <a:xfrm>
            <a:off x="8534187" y="3053013"/>
            <a:ext cx="1079835" cy="889735"/>
          </a:xfrm>
          <a:prstGeom prst="roundRect">
            <a:avLst>
              <a:gd name="adj" fmla="val 15660"/>
            </a:avLst>
          </a:prstGeom>
          <a:solidFill>
            <a:srgbClr val="F8FAFC"/>
          </a:solidFill>
          <a:ln w="12627">
            <a:solidFill>
              <a:srgbClr val="BBF7D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7" name="theme_icon_dot">
            <a:extLst>
              <a:ext uri="{FF2B5EF4-FFF2-40B4-BE49-F238E27FC236}">
                <a16:creationId xmlns:a16="http://schemas.microsoft.com/office/drawing/2014/main" id="{C8AD4E8D-9C9C-37FF-C685-DD9484FC0EE6}"/>
              </a:ext>
            </a:extLst>
          </p:cNvPr>
          <p:cNvSpPr/>
          <p:nvPr/>
        </p:nvSpPr>
        <p:spPr>
          <a:xfrm>
            <a:off x="8656103" y="3253640"/>
            <a:ext cx="156751" cy="157012"/>
          </a:xfrm>
          <a:prstGeom prst="ellipse">
            <a:avLst/>
          </a:prstGeom>
          <a:solidFill>
            <a:srgbClr val="14B8A6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T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78" name="theme_title">
            <a:extLst>
              <a:ext uri="{FF2B5EF4-FFF2-40B4-BE49-F238E27FC236}">
                <a16:creationId xmlns:a16="http://schemas.microsoft.com/office/drawing/2014/main" id="{79A61A7D-44BE-AA88-7E75-533D5E0E1DC6}"/>
              </a:ext>
            </a:extLst>
          </p:cNvPr>
          <p:cNvSpPr txBox="1"/>
          <p:nvPr/>
        </p:nvSpPr>
        <p:spPr>
          <a:xfrm>
            <a:off x="8926063" y="3218748"/>
            <a:ext cx="566043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980" b="1">
                <a:solidFill>
                  <a:srgbClr val="111827"/>
                </a:solidFill>
                <a:latin typeface="Aptos" panose="020B0004020202020204" pitchFamily="34" charset="0"/>
              </a:rPr>
              <a:t>Theme</a:t>
            </a:r>
            <a:endParaRPr lang="ko-KR" altLang="en-US" sz="980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79" name="theme_line_0">
            <a:extLst>
              <a:ext uri="{FF2B5EF4-FFF2-40B4-BE49-F238E27FC236}">
                <a16:creationId xmlns:a16="http://schemas.microsoft.com/office/drawing/2014/main" id="{9B5EF170-567F-3AFB-D19A-56B45412ADDF}"/>
              </a:ext>
            </a:extLst>
          </p:cNvPr>
          <p:cNvSpPr txBox="1"/>
          <p:nvPr/>
        </p:nvSpPr>
        <p:spPr>
          <a:xfrm>
            <a:off x="8734478" y="3558941"/>
            <a:ext cx="757627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harmony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80" name="theme_line_1">
            <a:extLst>
              <a:ext uri="{FF2B5EF4-FFF2-40B4-BE49-F238E27FC236}">
                <a16:creationId xmlns:a16="http://schemas.microsoft.com/office/drawing/2014/main" id="{DF3EAC28-04E8-A030-B434-B67EE8880479}"/>
              </a:ext>
            </a:extLst>
          </p:cNvPr>
          <p:cNvSpPr txBox="1"/>
          <p:nvPr/>
        </p:nvSpPr>
        <p:spPr>
          <a:xfrm>
            <a:off x="8734478" y="3733399"/>
            <a:ext cx="757627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PPT accents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81" name="compose_card">
            <a:extLst>
              <a:ext uri="{FF2B5EF4-FFF2-40B4-BE49-F238E27FC236}">
                <a16:creationId xmlns:a16="http://schemas.microsoft.com/office/drawing/2014/main" id="{5C3523A9-ADDE-8AF4-EB8D-A507CC5E59A7}"/>
              </a:ext>
            </a:extLst>
          </p:cNvPr>
          <p:cNvSpPr/>
          <p:nvPr/>
        </p:nvSpPr>
        <p:spPr>
          <a:xfrm>
            <a:off x="6061014" y="4047423"/>
            <a:ext cx="1079836" cy="889735"/>
          </a:xfrm>
          <a:prstGeom prst="roundRect">
            <a:avLst>
              <a:gd name="adj" fmla="val 15660"/>
            </a:avLst>
          </a:prstGeom>
          <a:solidFill>
            <a:srgbClr val="F8FAFC"/>
          </a:solidFill>
          <a:ln w="12627">
            <a:solidFill>
              <a:srgbClr val="BBF7D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compose_icon_dot">
            <a:extLst>
              <a:ext uri="{FF2B5EF4-FFF2-40B4-BE49-F238E27FC236}">
                <a16:creationId xmlns:a16="http://schemas.microsoft.com/office/drawing/2014/main" id="{4BE5AA95-DEEF-8596-4F0D-10C194ACA286}"/>
              </a:ext>
            </a:extLst>
          </p:cNvPr>
          <p:cNvSpPr/>
          <p:nvPr/>
        </p:nvSpPr>
        <p:spPr>
          <a:xfrm>
            <a:off x="6182931" y="4248050"/>
            <a:ext cx="156751" cy="157012"/>
          </a:xfrm>
          <a:prstGeom prst="ellipse">
            <a:avLst/>
          </a:prstGeom>
          <a:solidFill>
            <a:srgbClr val="14B8A6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C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83" name="compose_title">
            <a:extLst>
              <a:ext uri="{FF2B5EF4-FFF2-40B4-BE49-F238E27FC236}">
                <a16:creationId xmlns:a16="http://schemas.microsoft.com/office/drawing/2014/main" id="{6C18A6BC-EFA5-39BD-2243-D757F2BE7693}"/>
              </a:ext>
            </a:extLst>
          </p:cNvPr>
          <p:cNvSpPr txBox="1"/>
          <p:nvPr/>
        </p:nvSpPr>
        <p:spPr>
          <a:xfrm>
            <a:off x="6452890" y="4213158"/>
            <a:ext cx="566043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980" b="1">
                <a:solidFill>
                  <a:srgbClr val="111827"/>
                </a:solidFill>
                <a:latin typeface="Aptos" panose="020B0004020202020204" pitchFamily="34" charset="0"/>
              </a:rPr>
              <a:t>Compose</a:t>
            </a:r>
            <a:endParaRPr lang="ko-KR" altLang="en-US" sz="980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84" name="compose_line_0">
            <a:extLst>
              <a:ext uri="{FF2B5EF4-FFF2-40B4-BE49-F238E27FC236}">
                <a16:creationId xmlns:a16="http://schemas.microsoft.com/office/drawing/2014/main" id="{594DD277-53B1-1F39-BE4C-1ECED0AEE911}"/>
              </a:ext>
            </a:extLst>
          </p:cNvPr>
          <p:cNvSpPr txBox="1"/>
          <p:nvPr/>
        </p:nvSpPr>
        <p:spPr>
          <a:xfrm>
            <a:off x="6261306" y="4553351"/>
            <a:ext cx="757627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regions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85" name="compose_line_1">
            <a:extLst>
              <a:ext uri="{FF2B5EF4-FFF2-40B4-BE49-F238E27FC236}">
                <a16:creationId xmlns:a16="http://schemas.microsoft.com/office/drawing/2014/main" id="{E21B0CFD-D3EA-82FA-0EE0-1BE11821767B}"/>
              </a:ext>
            </a:extLst>
          </p:cNvPr>
          <p:cNvSpPr txBox="1"/>
          <p:nvPr/>
        </p:nvSpPr>
        <p:spPr>
          <a:xfrm>
            <a:off x="6261306" y="4727809"/>
            <a:ext cx="757627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overflow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86" name="objects_card">
            <a:extLst>
              <a:ext uri="{FF2B5EF4-FFF2-40B4-BE49-F238E27FC236}">
                <a16:creationId xmlns:a16="http://schemas.microsoft.com/office/drawing/2014/main" id="{06688210-B3AA-B93D-6A17-DE6731E94EEF}"/>
              </a:ext>
            </a:extLst>
          </p:cNvPr>
          <p:cNvSpPr/>
          <p:nvPr/>
        </p:nvSpPr>
        <p:spPr>
          <a:xfrm>
            <a:off x="7297600" y="4047423"/>
            <a:ext cx="1079836" cy="889735"/>
          </a:xfrm>
          <a:prstGeom prst="roundRect">
            <a:avLst>
              <a:gd name="adj" fmla="val 15660"/>
            </a:avLst>
          </a:prstGeom>
          <a:solidFill>
            <a:srgbClr val="F8FAFC"/>
          </a:solidFill>
          <a:ln w="12627">
            <a:solidFill>
              <a:srgbClr val="BBF7D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objects_icon_dot">
            <a:extLst>
              <a:ext uri="{FF2B5EF4-FFF2-40B4-BE49-F238E27FC236}">
                <a16:creationId xmlns:a16="http://schemas.microsoft.com/office/drawing/2014/main" id="{2B16306B-D055-8615-A137-0641614C88B8}"/>
              </a:ext>
            </a:extLst>
          </p:cNvPr>
          <p:cNvSpPr/>
          <p:nvPr/>
        </p:nvSpPr>
        <p:spPr>
          <a:xfrm>
            <a:off x="7419518" y="4248050"/>
            <a:ext cx="156750" cy="157012"/>
          </a:xfrm>
          <a:prstGeom prst="ellipse">
            <a:avLst/>
          </a:prstGeom>
          <a:solidFill>
            <a:srgbClr val="14B8A6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O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88" name="objects_title">
            <a:extLst>
              <a:ext uri="{FF2B5EF4-FFF2-40B4-BE49-F238E27FC236}">
                <a16:creationId xmlns:a16="http://schemas.microsoft.com/office/drawing/2014/main" id="{9A889512-B09F-FBE8-B944-60647B569D45}"/>
              </a:ext>
            </a:extLst>
          </p:cNvPr>
          <p:cNvSpPr txBox="1"/>
          <p:nvPr/>
        </p:nvSpPr>
        <p:spPr>
          <a:xfrm>
            <a:off x="7689476" y="4213158"/>
            <a:ext cx="566043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980" b="1">
                <a:solidFill>
                  <a:srgbClr val="111827"/>
                </a:solidFill>
                <a:latin typeface="Aptos" panose="020B0004020202020204" pitchFamily="34" charset="0"/>
              </a:rPr>
              <a:t>Objects</a:t>
            </a:r>
            <a:endParaRPr lang="ko-KR" altLang="en-US" sz="980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89" name="objects_line_0">
            <a:extLst>
              <a:ext uri="{FF2B5EF4-FFF2-40B4-BE49-F238E27FC236}">
                <a16:creationId xmlns:a16="http://schemas.microsoft.com/office/drawing/2014/main" id="{5D612A22-2A9D-EB66-0B77-4904A8FF8F31}"/>
              </a:ext>
            </a:extLst>
          </p:cNvPr>
          <p:cNvSpPr txBox="1"/>
          <p:nvPr/>
        </p:nvSpPr>
        <p:spPr>
          <a:xfrm>
            <a:off x="7497893" y="4553351"/>
            <a:ext cx="757627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charts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90" name="objects_line_1">
            <a:extLst>
              <a:ext uri="{FF2B5EF4-FFF2-40B4-BE49-F238E27FC236}">
                <a16:creationId xmlns:a16="http://schemas.microsoft.com/office/drawing/2014/main" id="{C981F517-41DD-73AB-7DCC-440DDE3818A6}"/>
              </a:ext>
            </a:extLst>
          </p:cNvPr>
          <p:cNvSpPr txBox="1"/>
          <p:nvPr/>
        </p:nvSpPr>
        <p:spPr>
          <a:xfrm>
            <a:off x="7497893" y="4727809"/>
            <a:ext cx="757627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icons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91" name="decorate_card">
            <a:extLst>
              <a:ext uri="{FF2B5EF4-FFF2-40B4-BE49-F238E27FC236}">
                <a16:creationId xmlns:a16="http://schemas.microsoft.com/office/drawing/2014/main" id="{8B5AF0F3-55C2-3C65-D26F-ED8D61DCB28E}"/>
              </a:ext>
            </a:extLst>
          </p:cNvPr>
          <p:cNvSpPr/>
          <p:nvPr/>
        </p:nvSpPr>
        <p:spPr>
          <a:xfrm>
            <a:off x="8534187" y="4047423"/>
            <a:ext cx="1079835" cy="889735"/>
          </a:xfrm>
          <a:prstGeom prst="roundRect">
            <a:avLst>
              <a:gd name="adj" fmla="val 15660"/>
            </a:avLst>
          </a:prstGeom>
          <a:solidFill>
            <a:srgbClr val="F8FAFC"/>
          </a:solidFill>
          <a:ln w="12627">
            <a:solidFill>
              <a:srgbClr val="BBF7D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2" name="decorate_icon_dot">
            <a:extLst>
              <a:ext uri="{FF2B5EF4-FFF2-40B4-BE49-F238E27FC236}">
                <a16:creationId xmlns:a16="http://schemas.microsoft.com/office/drawing/2014/main" id="{A1CCDC85-0A03-2EF2-5FA1-7A205F2792E1}"/>
              </a:ext>
            </a:extLst>
          </p:cNvPr>
          <p:cNvSpPr/>
          <p:nvPr/>
        </p:nvSpPr>
        <p:spPr>
          <a:xfrm>
            <a:off x="8656103" y="4248050"/>
            <a:ext cx="156751" cy="157012"/>
          </a:xfrm>
          <a:prstGeom prst="ellipse">
            <a:avLst/>
          </a:prstGeom>
          <a:solidFill>
            <a:srgbClr val="14B8A6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D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93" name="decorate_title">
            <a:extLst>
              <a:ext uri="{FF2B5EF4-FFF2-40B4-BE49-F238E27FC236}">
                <a16:creationId xmlns:a16="http://schemas.microsoft.com/office/drawing/2014/main" id="{ED31583C-777F-15D3-DD54-123BA46C7423}"/>
              </a:ext>
            </a:extLst>
          </p:cNvPr>
          <p:cNvSpPr txBox="1"/>
          <p:nvPr/>
        </p:nvSpPr>
        <p:spPr>
          <a:xfrm>
            <a:off x="8926063" y="4213158"/>
            <a:ext cx="566043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980" b="1">
                <a:solidFill>
                  <a:srgbClr val="111827"/>
                </a:solidFill>
                <a:latin typeface="Aptos" panose="020B0004020202020204" pitchFamily="34" charset="0"/>
              </a:rPr>
              <a:t>Decorate</a:t>
            </a:r>
            <a:endParaRPr lang="ko-KR" altLang="en-US" sz="980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94" name="decorate_line_0">
            <a:extLst>
              <a:ext uri="{FF2B5EF4-FFF2-40B4-BE49-F238E27FC236}">
                <a16:creationId xmlns:a16="http://schemas.microsoft.com/office/drawing/2014/main" id="{3B2B83E8-A92B-C569-7BBE-522C053FD48B}"/>
              </a:ext>
            </a:extLst>
          </p:cNvPr>
          <p:cNvSpPr txBox="1"/>
          <p:nvPr/>
        </p:nvSpPr>
        <p:spPr>
          <a:xfrm>
            <a:off x="8734478" y="4553351"/>
            <a:ext cx="757627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type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95" name="decorate_line_1">
            <a:extLst>
              <a:ext uri="{FF2B5EF4-FFF2-40B4-BE49-F238E27FC236}">
                <a16:creationId xmlns:a16="http://schemas.microsoft.com/office/drawing/2014/main" id="{6F43CADB-366A-3C71-7E85-4E6DA281FD58}"/>
              </a:ext>
            </a:extLst>
          </p:cNvPr>
          <p:cNvSpPr txBox="1"/>
          <p:nvPr/>
        </p:nvSpPr>
        <p:spPr>
          <a:xfrm>
            <a:off x="8734478" y="4727809"/>
            <a:ext cx="757627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effects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96" name="styled_ir_card">
            <a:extLst>
              <a:ext uri="{FF2B5EF4-FFF2-40B4-BE49-F238E27FC236}">
                <a16:creationId xmlns:a16="http://schemas.microsoft.com/office/drawing/2014/main" id="{523403BB-7AE8-CF6F-0FCE-8A377F9B7E12}"/>
              </a:ext>
            </a:extLst>
          </p:cNvPr>
          <p:cNvSpPr/>
          <p:nvPr/>
        </p:nvSpPr>
        <p:spPr>
          <a:xfrm>
            <a:off x="10075566" y="2076049"/>
            <a:ext cx="1706837" cy="915904"/>
          </a:xfrm>
          <a:prstGeom prst="roundRect">
            <a:avLst>
              <a:gd name="adj" fmla="val 15213"/>
            </a:avLst>
          </a:prstGeom>
          <a:solidFill>
            <a:srgbClr val="FFFDF8"/>
          </a:solidFill>
          <a:ln w="12627">
            <a:solidFill>
              <a:srgbClr val="DACFC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styled_ir_icon_dot">
            <a:extLst>
              <a:ext uri="{FF2B5EF4-FFF2-40B4-BE49-F238E27FC236}">
                <a16:creationId xmlns:a16="http://schemas.microsoft.com/office/drawing/2014/main" id="{C2A28057-A018-382A-64F2-E9DD51D76C0C}"/>
              </a:ext>
            </a:extLst>
          </p:cNvPr>
          <p:cNvSpPr/>
          <p:nvPr/>
        </p:nvSpPr>
        <p:spPr>
          <a:xfrm>
            <a:off x="10245379" y="2298483"/>
            <a:ext cx="217709" cy="218072"/>
          </a:xfrm>
          <a:prstGeom prst="ellipse">
            <a:avLst/>
          </a:prstGeom>
          <a:solidFill>
            <a:srgbClr val="818CF8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S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98" name="styled_ir_title">
            <a:extLst>
              <a:ext uri="{FF2B5EF4-FFF2-40B4-BE49-F238E27FC236}">
                <a16:creationId xmlns:a16="http://schemas.microsoft.com/office/drawing/2014/main" id="{7FF261AD-E7B8-293A-7333-EE8240B43A5F}"/>
              </a:ext>
            </a:extLst>
          </p:cNvPr>
          <p:cNvSpPr txBox="1"/>
          <p:nvPr/>
        </p:nvSpPr>
        <p:spPr>
          <a:xfrm>
            <a:off x="10580650" y="2294121"/>
            <a:ext cx="1079836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095" b="1">
                <a:solidFill>
                  <a:srgbClr val="111827"/>
                </a:solidFill>
                <a:latin typeface="Aptos" panose="020B0004020202020204" pitchFamily="34" charset="0"/>
              </a:rPr>
              <a:t>Styled Deck IR</a:t>
            </a:r>
            <a:endParaRPr lang="ko-KR" altLang="en-US" sz="1095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99" name="styled_ir_line_0">
            <a:extLst>
              <a:ext uri="{FF2B5EF4-FFF2-40B4-BE49-F238E27FC236}">
                <a16:creationId xmlns:a16="http://schemas.microsoft.com/office/drawing/2014/main" id="{425D0084-2DD0-964E-5452-B2B4AC4B219C}"/>
              </a:ext>
            </a:extLst>
          </p:cNvPr>
          <p:cNvSpPr txBox="1"/>
          <p:nvPr/>
        </p:nvSpPr>
        <p:spPr>
          <a:xfrm>
            <a:off x="10362941" y="2634314"/>
            <a:ext cx="1297545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renderer-neutral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100" name="styled_ir_line_1">
            <a:extLst>
              <a:ext uri="{FF2B5EF4-FFF2-40B4-BE49-F238E27FC236}">
                <a16:creationId xmlns:a16="http://schemas.microsoft.com/office/drawing/2014/main" id="{A843B5E0-13DB-DCC4-C60C-30BB989B03D6}"/>
              </a:ext>
            </a:extLst>
          </p:cNvPr>
          <p:cNvSpPr txBox="1"/>
          <p:nvPr/>
        </p:nvSpPr>
        <p:spPr>
          <a:xfrm>
            <a:off x="10362941" y="2800049"/>
            <a:ext cx="1297545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coherent contract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101" name="renderers_card">
            <a:extLst>
              <a:ext uri="{FF2B5EF4-FFF2-40B4-BE49-F238E27FC236}">
                <a16:creationId xmlns:a16="http://schemas.microsoft.com/office/drawing/2014/main" id="{62EF4FAA-D3FC-7290-8E23-46046C7A56DD}"/>
              </a:ext>
            </a:extLst>
          </p:cNvPr>
          <p:cNvSpPr/>
          <p:nvPr/>
        </p:nvSpPr>
        <p:spPr>
          <a:xfrm>
            <a:off x="10075566" y="3401929"/>
            <a:ext cx="1706837" cy="915904"/>
          </a:xfrm>
          <a:prstGeom prst="roundRect">
            <a:avLst>
              <a:gd name="adj" fmla="val 15213"/>
            </a:avLst>
          </a:prstGeom>
          <a:solidFill>
            <a:srgbClr val="FFFDF8"/>
          </a:solidFill>
          <a:ln w="12627">
            <a:solidFill>
              <a:srgbClr val="DACFC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renderers_icon_dot">
            <a:extLst>
              <a:ext uri="{FF2B5EF4-FFF2-40B4-BE49-F238E27FC236}">
                <a16:creationId xmlns:a16="http://schemas.microsoft.com/office/drawing/2014/main" id="{482B26D0-99EF-3D19-7400-8BD36B55764C}"/>
              </a:ext>
            </a:extLst>
          </p:cNvPr>
          <p:cNvSpPr/>
          <p:nvPr/>
        </p:nvSpPr>
        <p:spPr>
          <a:xfrm>
            <a:off x="10245379" y="3624363"/>
            <a:ext cx="217709" cy="218072"/>
          </a:xfrm>
          <a:prstGeom prst="ellipse">
            <a:avLst/>
          </a:prstGeom>
          <a:solidFill>
            <a:srgbClr val="818CF8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R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103" name="renderers_title">
            <a:extLst>
              <a:ext uri="{FF2B5EF4-FFF2-40B4-BE49-F238E27FC236}">
                <a16:creationId xmlns:a16="http://schemas.microsoft.com/office/drawing/2014/main" id="{380D8D62-40A9-99D7-B169-6173EE086559}"/>
              </a:ext>
            </a:extLst>
          </p:cNvPr>
          <p:cNvSpPr txBox="1"/>
          <p:nvPr/>
        </p:nvSpPr>
        <p:spPr>
          <a:xfrm>
            <a:off x="10580650" y="3620001"/>
            <a:ext cx="1079836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095" b="1">
                <a:solidFill>
                  <a:srgbClr val="111827"/>
                </a:solidFill>
                <a:latin typeface="Aptos" panose="020B0004020202020204" pitchFamily="34" charset="0"/>
              </a:rPr>
              <a:t>Renderers</a:t>
            </a:r>
            <a:endParaRPr lang="ko-KR" altLang="en-US" sz="1095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104" name="renderers_line_0">
            <a:extLst>
              <a:ext uri="{FF2B5EF4-FFF2-40B4-BE49-F238E27FC236}">
                <a16:creationId xmlns:a16="http://schemas.microsoft.com/office/drawing/2014/main" id="{63258503-2E6F-C29E-3E76-B190B493E347}"/>
              </a:ext>
            </a:extLst>
          </p:cNvPr>
          <p:cNvSpPr txBox="1"/>
          <p:nvPr/>
        </p:nvSpPr>
        <p:spPr>
          <a:xfrm>
            <a:off x="10362941" y="3960194"/>
            <a:ext cx="1297545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editable PPTX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105" name="renderers_line_1">
            <a:extLst>
              <a:ext uri="{FF2B5EF4-FFF2-40B4-BE49-F238E27FC236}">
                <a16:creationId xmlns:a16="http://schemas.microsoft.com/office/drawing/2014/main" id="{74CAE021-E395-D4A1-3A42-4D6C4F96B079}"/>
              </a:ext>
            </a:extLst>
          </p:cNvPr>
          <p:cNvSpPr txBox="1"/>
          <p:nvPr/>
        </p:nvSpPr>
        <p:spPr>
          <a:xfrm>
            <a:off x="10362941" y="4125929"/>
            <a:ext cx="1297545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HTML / PDF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106" name="visual_check">
            <a:extLst>
              <a:ext uri="{FF2B5EF4-FFF2-40B4-BE49-F238E27FC236}">
                <a16:creationId xmlns:a16="http://schemas.microsoft.com/office/drawing/2014/main" id="{7B785062-9613-AD97-17D7-EA42482124F5}"/>
              </a:ext>
            </a:extLst>
          </p:cNvPr>
          <p:cNvSpPr/>
          <p:nvPr/>
        </p:nvSpPr>
        <p:spPr>
          <a:xfrm>
            <a:off x="10075566" y="4413785"/>
            <a:ext cx="1706837" cy="523373"/>
          </a:xfrm>
          <a:prstGeom prst="roundRect">
            <a:avLst>
              <a:gd name="adj" fmla="val 26622"/>
            </a:avLst>
          </a:prstGeom>
          <a:solidFill>
            <a:srgbClr val="FFF1F2"/>
          </a:solidFill>
          <a:ln w="12627">
            <a:solidFill>
              <a:srgbClr val="BE123C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7" name="visual_check_stripe">
            <a:extLst>
              <a:ext uri="{FF2B5EF4-FFF2-40B4-BE49-F238E27FC236}">
                <a16:creationId xmlns:a16="http://schemas.microsoft.com/office/drawing/2014/main" id="{5D91FBA7-FFE2-8974-B6E1-136EE316BE27}"/>
              </a:ext>
            </a:extLst>
          </p:cNvPr>
          <p:cNvSpPr/>
          <p:nvPr/>
        </p:nvSpPr>
        <p:spPr>
          <a:xfrm>
            <a:off x="10075566" y="4501014"/>
            <a:ext cx="56604" cy="348916"/>
          </a:xfrm>
          <a:prstGeom prst="roundRect">
            <a:avLst/>
          </a:prstGeom>
          <a:solidFill>
            <a:srgbClr val="BE123C"/>
          </a:solidFill>
          <a:ln w="0">
            <a:solidFill>
              <a:srgbClr val="BE123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8" name="visual_check_seal_icon_dot">
            <a:extLst>
              <a:ext uri="{FF2B5EF4-FFF2-40B4-BE49-F238E27FC236}">
                <a16:creationId xmlns:a16="http://schemas.microsoft.com/office/drawing/2014/main" id="{FEE0972C-FD20-BF3E-B1FE-8D53C92C252E}"/>
              </a:ext>
            </a:extLst>
          </p:cNvPr>
          <p:cNvSpPr/>
          <p:nvPr/>
        </p:nvSpPr>
        <p:spPr>
          <a:xfrm>
            <a:off x="10171357" y="4527182"/>
            <a:ext cx="296085" cy="296579"/>
          </a:xfrm>
          <a:prstGeom prst="ellipse">
            <a:avLst/>
          </a:prstGeom>
          <a:solidFill>
            <a:srgbClr val="BE123C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V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109" name="visual_check_label">
            <a:extLst>
              <a:ext uri="{FF2B5EF4-FFF2-40B4-BE49-F238E27FC236}">
                <a16:creationId xmlns:a16="http://schemas.microsoft.com/office/drawing/2014/main" id="{BD2DF70F-FB12-82EE-F74B-0A0F5DD87C9F}"/>
              </a:ext>
            </a:extLst>
          </p:cNvPr>
          <p:cNvSpPr txBox="1"/>
          <p:nvPr/>
        </p:nvSpPr>
        <p:spPr>
          <a:xfrm>
            <a:off x="10571942" y="4518459"/>
            <a:ext cx="1088544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ctr">
            <a:noAutofit/>
          </a:bodyPr>
          <a:lstStyle/>
          <a:p>
            <a:r>
              <a:rPr lang="en-US" altLang="ko-KR" sz="980" b="1">
                <a:solidFill>
                  <a:srgbClr val="881337"/>
                </a:solidFill>
                <a:latin typeface="Aptos" panose="020B0004020202020204" pitchFamily="34" charset="0"/>
              </a:rPr>
              <a:t>PROOF POINT</a:t>
            </a:r>
            <a:endParaRPr lang="ko-KR" altLang="en-US" sz="980" b="1">
              <a:solidFill>
                <a:srgbClr val="881337"/>
              </a:solidFill>
              <a:latin typeface="Aptos" panose="020B0004020202020204" pitchFamily="34" charset="0"/>
            </a:endParaRPr>
          </a:p>
        </p:txBody>
      </p:sp>
      <p:sp>
        <p:nvSpPr>
          <p:cNvPr id="110" name="visual_check_text">
            <a:extLst>
              <a:ext uri="{FF2B5EF4-FFF2-40B4-BE49-F238E27FC236}">
                <a16:creationId xmlns:a16="http://schemas.microsoft.com/office/drawing/2014/main" id="{F7335E6E-F882-71C2-1E4B-28D8E687008D}"/>
              </a:ext>
            </a:extLst>
          </p:cNvPr>
          <p:cNvSpPr txBox="1"/>
          <p:nvPr/>
        </p:nvSpPr>
        <p:spPr>
          <a:xfrm>
            <a:off x="10571942" y="4701640"/>
            <a:ext cx="1088544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ctr">
            <a:noAutofit/>
          </a:bodyPr>
          <a:lstStyle/>
          <a:p>
            <a:r>
              <a:rPr lang="en-US" altLang="ko-KR" sz="980" b="1">
                <a:solidFill>
                  <a:srgbClr val="881337"/>
                </a:solidFill>
                <a:latin typeface="Aptos" panose="020B0004020202020204" pitchFamily="34" charset="0"/>
              </a:rPr>
              <a:t>visual validation</a:t>
            </a:r>
            <a:endParaRPr lang="ko-KR" altLang="en-US" sz="980" b="1">
              <a:solidFill>
                <a:srgbClr val="881337"/>
              </a:solidFill>
              <a:latin typeface="Aptos" panose="020B0004020202020204" pitchFamily="34" charset="0"/>
            </a:endParaRPr>
          </a:p>
        </p:txBody>
      </p:sp>
      <p:sp>
        <p:nvSpPr>
          <p:cNvPr id="111" name="coherence_band">
            <a:extLst>
              <a:ext uri="{FF2B5EF4-FFF2-40B4-BE49-F238E27FC236}">
                <a16:creationId xmlns:a16="http://schemas.microsoft.com/office/drawing/2014/main" id="{08CB1353-7F17-2F85-7472-B2C3FC78BB42}"/>
              </a:ext>
            </a:extLst>
          </p:cNvPr>
          <p:cNvSpPr/>
          <p:nvPr/>
        </p:nvSpPr>
        <p:spPr>
          <a:xfrm>
            <a:off x="783752" y="5320966"/>
            <a:ext cx="10624192" cy="575711"/>
          </a:xfrm>
          <a:prstGeom prst="roundRect">
            <a:avLst>
              <a:gd name="adj" fmla="val 24202"/>
            </a:avLst>
          </a:prstGeom>
          <a:solidFill>
            <a:srgbClr val="FFFDF8"/>
          </a:solidFill>
          <a:ln w="12627">
            <a:solidFill>
              <a:srgbClr val="DACFC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2" name="coherence_title">
            <a:extLst>
              <a:ext uri="{FF2B5EF4-FFF2-40B4-BE49-F238E27FC236}">
                <a16:creationId xmlns:a16="http://schemas.microsoft.com/office/drawing/2014/main" id="{1E1224B4-0E3D-E283-C8C2-781E03C6EAEC}"/>
              </a:ext>
            </a:extLst>
          </p:cNvPr>
          <p:cNvSpPr txBox="1"/>
          <p:nvPr/>
        </p:nvSpPr>
        <p:spPr>
          <a:xfrm>
            <a:off x="1062419" y="5443086"/>
            <a:ext cx="1611045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ctr">
            <a:noAutofit/>
          </a:bodyPr>
          <a:lstStyle/>
          <a:p>
            <a:r>
              <a:rPr lang="en-US" altLang="ko-KR" sz="1241" b="1">
                <a:solidFill>
                  <a:srgbClr val="111827"/>
                </a:solidFill>
                <a:latin typeface="Aptos" panose="020B0004020202020204" pitchFamily="34" charset="0"/>
              </a:rPr>
              <a:t>Coherence checks</a:t>
            </a:r>
            <a:endParaRPr lang="ko-KR" altLang="en-US" sz="1241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113" name="coherence_body">
            <a:extLst>
              <a:ext uri="{FF2B5EF4-FFF2-40B4-BE49-F238E27FC236}">
                <a16:creationId xmlns:a16="http://schemas.microsoft.com/office/drawing/2014/main" id="{3490E3A9-14B4-E37A-FB39-F8879CD42ED9}"/>
              </a:ext>
            </a:extLst>
          </p:cNvPr>
          <p:cNvSpPr txBox="1"/>
          <p:nvPr/>
        </p:nvSpPr>
        <p:spPr>
          <a:xfrm>
            <a:off x="2830215" y="5425641"/>
            <a:ext cx="8272936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ctr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One graph per slide; text is bounded; icons are centered; arrows keep role-level style.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275447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172</Words>
  <Application>Microsoft Office PowerPoint</Application>
  <PresentationFormat>사용자 지정</PresentationFormat>
  <Paragraphs>67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5" baseType="lpstr">
      <vt:lpstr>맑은 고딕</vt:lpstr>
      <vt:lpstr>Aptos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채승훈</dc:creator>
  <cp:lastModifiedBy>채승훈</cp:lastModifiedBy>
  <cp:revision>1</cp:revision>
  <dcterms:created xsi:type="dcterms:W3CDTF">2026-06-27T08:14:44Z</dcterms:created>
  <dcterms:modified xsi:type="dcterms:W3CDTF">2026-06-27T08:14:44Z</dcterms:modified>
</cp:coreProperties>
</file>