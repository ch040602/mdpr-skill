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6294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866012-F9F2-9917-4D3A-0D8A33AB69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4951"/>
            <a:ext cx="9144000" cy="2308013"/>
          </a:xfrm>
        </p:spPr>
        <p:txBody>
          <a:bodyPr anchor="b"/>
          <a:lstStyle>
            <a:lvl1pPr algn="ctr"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A1DB47B-55C9-8632-3974-2EE9B942D1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81970"/>
            <a:ext cx="9144000" cy="1600570"/>
          </a:xfrm>
        </p:spPr>
        <p:txBody>
          <a:bodyPr/>
          <a:lstStyle>
            <a:lvl1pPr marL="0" indent="0" algn="ctr">
              <a:buNone/>
              <a:defRPr sz="2320"/>
            </a:lvl1pPr>
            <a:lvl2pPr marL="441975" indent="0" algn="ctr">
              <a:buNone/>
              <a:defRPr sz="1933"/>
            </a:lvl2pPr>
            <a:lvl3pPr marL="883950" indent="0" algn="ctr">
              <a:buNone/>
              <a:defRPr sz="1740"/>
            </a:lvl3pPr>
            <a:lvl4pPr marL="1325926" indent="0" algn="ctr">
              <a:buNone/>
              <a:defRPr sz="1547"/>
            </a:lvl4pPr>
            <a:lvl5pPr marL="1767901" indent="0" algn="ctr">
              <a:buNone/>
              <a:defRPr sz="1547"/>
            </a:lvl5pPr>
            <a:lvl6pPr marL="2209876" indent="0" algn="ctr">
              <a:buNone/>
              <a:defRPr sz="1547"/>
            </a:lvl6pPr>
            <a:lvl7pPr marL="2651851" indent="0" algn="ctr">
              <a:buNone/>
              <a:defRPr sz="1547"/>
            </a:lvl7pPr>
            <a:lvl8pPr marL="3093827" indent="0" algn="ctr">
              <a:buNone/>
              <a:defRPr sz="1547"/>
            </a:lvl8pPr>
            <a:lvl9pPr marL="3535802" indent="0" algn="ctr">
              <a:buNone/>
              <a:defRPr sz="1547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054542E-DB74-C756-B37E-8E68991F87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3BB0C-C4A9-4DBD-94E1-487EC034410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49FF34E-51DE-D3F7-9371-BE3AC47CB7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D03A3C-AF63-72DF-E6FE-E6D78A269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3825E-68D6-403F-A3BD-24E345D7196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5503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198A24-B9A6-696A-1523-BDC606E52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B60D129-D37E-8C6F-60F0-6BFC2D7626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1A1F6-B7F0-1509-BE32-9F0AD062D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3BB0C-C4A9-4DBD-94E1-487EC034410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23ADACA-3E71-A94E-7D1D-41855356D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1C8E84-3FC9-98E8-09FC-32EEE27D5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3825E-68D6-403F-A3BD-24E345D7196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80651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3125D4-6319-707E-80CD-635359873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652747"/>
            <a:ext cx="10515600" cy="2757646"/>
          </a:xfrm>
        </p:spPr>
        <p:txBody>
          <a:bodyPr anchor="b"/>
          <a:lstStyle>
            <a:lvl1pPr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5450EFF-1608-7941-252A-CB340B9132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36481"/>
            <a:ext cx="10515600" cy="1450181"/>
          </a:xfrm>
        </p:spPr>
        <p:txBody>
          <a:bodyPr/>
          <a:lstStyle>
            <a:lvl1pPr marL="0" indent="0">
              <a:buNone/>
              <a:defRPr sz="2320">
                <a:solidFill>
                  <a:schemeClr val="tx1">
                    <a:tint val="82000"/>
                  </a:schemeClr>
                </a:solidFill>
              </a:defRPr>
            </a:lvl1pPr>
            <a:lvl2pPr marL="441975" indent="0">
              <a:buNone/>
              <a:defRPr sz="1933">
                <a:solidFill>
                  <a:schemeClr val="tx1">
                    <a:tint val="82000"/>
                  </a:schemeClr>
                </a:solidFill>
              </a:defRPr>
            </a:lvl2pPr>
            <a:lvl3pPr marL="883950" indent="0">
              <a:buNone/>
              <a:defRPr sz="1740">
                <a:solidFill>
                  <a:schemeClr val="tx1">
                    <a:tint val="82000"/>
                  </a:schemeClr>
                </a:solidFill>
              </a:defRPr>
            </a:lvl3pPr>
            <a:lvl4pPr marL="132592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4pPr>
            <a:lvl5pPr marL="176790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5pPr>
            <a:lvl6pPr marL="220987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6pPr>
            <a:lvl7pPr marL="265185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7pPr>
            <a:lvl8pPr marL="3093827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8pPr>
            <a:lvl9pPr marL="3535802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BF1C81-4705-B1B0-0475-C33CE8B49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3BB0C-C4A9-4DBD-94E1-487EC034410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F6C6F-2E12-CA8F-2922-4612361033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107CCFB-B352-901C-6F5D-A678E5617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3825E-68D6-403F-A3BD-24E345D7196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75626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FAC64E-045A-C6F4-ABCB-E59D7E913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D31720-9EAA-0535-22B8-97283F4DAD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EA5839F-1F73-674A-3694-DC6D15D87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67E2F8E-8ABA-6239-F597-8B4E9C3AA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3BB0C-C4A9-4DBD-94E1-487EC034410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80A00FB-3CC1-F88D-8D40-605AE2922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72F7E1F-09A4-9255-237D-91C1FB9C5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3825E-68D6-403F-A3BD-24E345D7196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99641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F7D7FB-AE62-4EE0-6858-EB0FB6AB3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52954"/>
            <a:ext cx="10515600" cy="1281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C921FF1-1033-5FF1-6431-B40712811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25124"/>
            <a:ext cx="5157787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F895B9B-970C-3487-3014-27589A59F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421573"/>
            <a:ext cx="5157787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85AC8D8-A3A8-075B-232B-7A9AD4B06D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25124"/>
            <a:ext cx="5183188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678DD18-2C11-CFE8-54E0-A0FCB6F2A9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21573"/>
            <a:ext cx="5183188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089894B-DB5F-63FD-C259-18222B30D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3BB0C-C4A9-4DBD-94E1-487EC034410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DC9A4A2-0B8D-7CDC-437E-044159A65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26F08F8-1D7A-947A-5930-BAAAC49DA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3825E-68D6-403F-A3BD-24E345D7196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1962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FD9874-6B4E-2FBE-B606-5332197E1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7331581-222C-CFBE-C1F9-64DFFC0BA4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3BB0C-C4A9-4DBD-94E1-487EC034410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15DD2BF-1558-A26B-3192-30EBE1CC0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D155633-4563-394C-A20C-31AA948F3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3825E-68D6-403F-A3BD-24E345D7196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91107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6E3F466-F917-B1D9-309B-A9AC47DB5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3BB0C-C4A9-4DBD-94E1-487EC034410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6233ECE-A0C2-F40B-B1D6-F006272DEC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91FC5D-9667-FC98-48AF-B40FE907E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3825E-68D6-403F-A3BD-24E345D7196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421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7A746C-C131-D33C-EB63-08212C75F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A637BF9-7C5F-B24E-4F12-A9668824B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>
              <a:defRPr sz="3093"/>
            </a:lvl1pPr>
            <a:lvl2pPr>
              <a:defRPr sz="2707"/>
            </a:lvl2pPr>
            <a:lvl3pPr>
              <a:defRPr sz="2320"/>
            </a:lvl3pPr>
            <a:lvl4pPr>
              <a:defRPr sz="1933"/>
            </a:lvl4pPr>
            <a:lvl5pPr>
              <a:defRPr sz="1933"/>
            </a:lvl5pPr>
            <a:lvl6pPr>
              <a:defRPr sz="1933"/>
            </a:lvl6pPr>
            <a:lvl7pPr>
              <a:defRPr sz="1933"/>
            </a:lvl7pPr>
            <a:lvl8pPr>
              <a:defRPr sz="1933"/>
            </a:lvl8pPr>
            <a:lvl9pPr>
              <a:defRPr sz="19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7208866-B90C-7972-A13B-08541393BE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7880E2-29CC-E30E-C124-A0BCF022C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3BB0C-C4A9-4DBD-94E1-487EC034410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14CF99-382D-7B4D-4A23-04F9B600DB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824D76A-DDF4-4D52-FCAD-78A07C875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3825E-68D6-403F-A3BD-24E345D7196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93235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BCBEE4-A75B-5DE2-99B5-22EB45BE0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75124F0-D286-DFC1-E312-6F71E33CBCA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 marL="0" indent="0">
              <a:buNone/>
              <a:defRPr sz="3093"/>
            </a:lvl1pPr>
            <a:lvl2pPr marL="441975" indent="0">
              <a:buNone/>
              <a:defRPr sz="2707"/>
            </a:lvl2pPr>
            <a:lvl3pPr marL="883950" indent="0">
              <a:buNone/>
              <a:defRPr sz="2320"/>
            </a:lvl3pPr>
            <a:lvl4pPr marL="1325926" indent="0">
              <a:buNone/>
              <a:defRPr sz="1933"/>
            </a:lvl4pPr>
            <a:lvl5pPr marL="1767901" indent="0">
              <a:buNone/>
              <a:defRPr sz="1933"/>
            </a:lvl5pPr>
            <a:lvl6pPr marL="2209876" indent="0">
              <a:buNone/>
              <a:defRPr sz="1933"/>
            </a:lvl6pPr>
            <a:lvl7pPr marL="2651851" indent="0">
              <a:buNone/>
              <a:defRPr sz="1933"/>
            </a:lvl7pPr>
            <a:lvl8pPr marL="3093827" indent="0">
              <a:buNone/>
              <a:defRPr sz="1933"/>
            </a:lvl8pPr>
            <a:lvl9pPr marL="3535802" indent="0">
              <a:buNone/>
              <a:defRPr sz="1933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F5BBCA8-E817-8CE4-C161-0E6B2EA236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98B4E0A-3692-AC92-E84F-1787F5819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3BB0C-C4A9-4DBD-94E1-487EC034410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39735F8-8D22-35E4-9F0D-0F77FAD8E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E76A9E-5275-8475-CE63-B903256D5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3825E-68D6-403F-A3BD-24E345D7196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34038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E5A51B-9FEC-6A5F-E23B-DA20317656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9B6ADF3-A70D-B6A6-66E3-18F4C8FE52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C7A339-95F1-345B-3052-C6448AC20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3BB0C-C4A9-4DBD-94E1-487EC034410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6B5D18-6640-33FA-E59F-04A3D62E4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83A11AB-C70E-DC86-0C46-2E5D64220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3825E-68D6-403F-A3BD-24E345D7196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586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3DD31E9-2FA4-79C8-E270-BE0ED0C499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52954"/>
            <a:ext cx="2628900" cy="561811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445E7CD-8D16-FBAB-D7A9-17EDAF310A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52954"/>
            <a:ext cx="7734300" cy="561811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E7176D-8B6A-B812-C7F5-668FAA1FA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3BB0C-C4A9-4DBD-94E1-487EC034410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A9EAC77-B0DB-3D60-0683-C2A0B94C8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ACF984-C3F5-6886-E2DD-C3C0CAF74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3825E-68D6-403F-A3BD-24E345D7196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93465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A8C46B3-DC0B-D020-AEA6-3E940129C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954"/>
            <a:ext cx="10515600" cy="1281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9980230-05E0-638B-4F42-C59556226F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64771"/>
            <a:ext cx="10515600" cy="4206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0D5608-81B8-C510-1DA3-02559A2480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03BB0C-C4A9-4DBD-94E1-487EC0344102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8AAA252-434A-6D4E-2959-4207D8ED50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44472"/>
            <a:ext cx="41148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7A9F14-26D9-C68D-E4E2-5AD29C4A21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A3825E-68D6-403F-A3BD-24E345D7196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4521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83950" rtl="0" eaLnBrk="1" latinLnBrk="1" hangingPunct="1">
        <a:lnSpc>
          <a:spcPct val="90000"/>
        </a:lnSpc>
        <a:spcBef>
          <a:spcPct val="0"/>
        </a:spcBef>
        <a:buNone/>
        <a:defRPr sz="42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0988" indent="-220988" algn="l" defTabSz="883950" rtl="0" eaLnBrk="1" latinLnBrk="1" hangingPunct="1">
        <a:lnSpc>
          <a:spcPct val="90000"/>
        </a:lnSpc>
        <a:spcBef>
          <a:spcPts val="967"/>
        </a:spcBef>
        <a:buFont typeface="Arial" panose="020B0604020202020204" pitchFamily="34" charset="0"/>
        <a:buChar char="•"/>
        <a:defRPr sz="2707" kern="1200">
          <a:solidFill>
            <a:schemeClr val="tx1"/>
          </a:solidFill>
          <a:latin typeface="+mn-lt"/>
          <a:ea typeface="+mn-ea"/>
          <a:cs typeface="+mn-cs"/>
        </a:defRPr>
      </a:lvl1pPr>
      <a:lvl2pPr marL="66296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2pPr>
      <a:lvl3pPr marL="1104938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933" kern="1200">
          <a:solidFill>
            <a:schemeClr val="tx1"/>
          </a:solidFill>
          <a:latin typeface="+mn-lt"/>
          <a:ea typeface="+mn-ea"/>
          <a:cs typeface="+mn-cs"/>
        </a:defRPr>
      </a:lvl3pPr>
      <a:lvl4pPr marL="154691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98888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43086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87283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31481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756790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1pPr>
      <a:lvl2pPr marL="441975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2pPr>
      <a:lvl3pPr marL="88395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3pPr>
      <a:lvl4pPr marL="132592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76790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20987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65185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093827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535802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z00_grid_top">
            <a:extLst>
              <a:ext uri="{FF2B5EF4-FFF2-40B4-BE49-F238E27FC236}">
                <a16:creationId xmlns:a16="http://schemas.microsoft.com/office/drawing/2014/main" id="{8E41F5A5-216F-6777-04FB-3406CC289ABC}"/>
              </a:ext>
            </a:extLst>
          </p:cNvPr>
          <p:cNvCxnSpPr/>
          <p:nvPr/>
        </p:nvCxnSpPr>
        <p:spPr>
          <a:xfrm>
            <a:off x="627001" y="1099085"/>
            <a:ext cx="10937693" cy="0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z00_grid_bottom">
            <a:extLst>
              <a:ext uri="{FF2B5EF4-FFF2-40B4-BE49-F238E27FC236}">
                <a16:creationId xmlns:a16="http://schemas.microsoft.com/office/drawing/2014/main" id="{8E550511-86AA-C7C6-B258-CE50FCBCCC81}"/>
              </a:ext>
            </a:extLst>
          </p:cNvPr>
          <p:cNvCxnSpPr/>
          <p:nvPr/>
        </p:nvCxnSpPr>
        <p:spPr>
          <a:xfrm>
            <a:off x="627001" y="5416918"/>
            <a:ext cx="10937693" cy="0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z00_grid_v_0">
            <a:extLst>
              <a:ext uri="{FF2B5EF4-FFF2-40B4-BE49-F238E27FC236}">
                <a16:creationId xmlns:a16="http://schemas.microsoft.com/office/drawing/2014/main" id="{7AD820B3-1D55-0AF6-2650-C4D09A1AA830}"/>
              </a:ext>
            </a:extLst>
          </p:cNvPr>
          <p:cNvCxnSpPr/>
          <p:nvPr/>
        </p:nvCxnSpPr>
        <p:spPr>
          <a:xfrm>
            <a:off x="3309174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z00_grid_v_1">
            <a:extLst>
              <a:ext uri="{FF2B5EF4-FFF2-40B4-BE49-F238E27FC236}">
                <a16:creationId xmlns:a16="http://schemas.microsoft.com/office/drawing/2014/main" id="{77261A17-D0EB-9B75-6DFF-6FA2D3C5D5F2}"/>
              </a:ext>
            </a:extLst>
          </p:cNvPr>
          <p:cNvCxnSpPr/>
          <p:nvPr/>
        </p:nvCxnSpPr>
        <p:spPr>
          <a:xfrm>
            <a:off x="6008764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z00_grid_v_2">
            <a:extLst>
              <a:ext uri="{FF2B5EF4-FFF2-40B4-BE49-F238E27FC236}">
                <a16:creationId xmlns:a16="http://schemas.microsoft.com/office/drawing/2014/main" id="{9E12C6B0-AF03-E1CF-8AE1-B24EC38CFDE6}"/>
              </a:ext>
            </a:extLst>
          </p:cNvPr>
          <p:cNvCxnSpPr/>
          <p:nvPr/>
        </p:nvCxnSpPr>
        <p:spPr>
          <a:xfrm>
            <a:off x="9614022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header_title">
            <a:extLst>
              <a:ext uri="{FF2B5EF4-FFF2-40B4-BE49-F238E27FC236}">
                <a16:creationId xmlns:a16="http://schemas.microsoft.com/office/drawing/2014/main" id="{975E17A7-AA73-4100-8B82-AE89C4275F1A}"/>
              </a:ext>
            </a:extLst>
          </p:cNvPr>
          <p:cNvSpPr txBox="1"/>
          <p:nvPr/>
        </p:nvSpPr>
        <p:spPr>
          <a:xfrm>
            <a:off x="592168" y="401253"/>
            <a:ext cx="7140850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2774" b="1">
                <a:solidFill>
                  <a:srgbClr val="111827"/>
                </a:solidFill>
                <a:latin typeface="Aptos" panose="020B0004020202020204" pitchFamily="34" charset="0"/>
              </a:rPr>
              <a:t>MDPR Deterministic Presentation Pipeline</a:t>
            </a:r>
            <a:endParaRPr lang="ko-KR" altLang="en-US" sz="2774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" name="header_subtitle">
            <a:extLst>
              <a:ext uri="{FF2B5EF4-FFF2-40B4-BE49-F238E27FC236}">
                <a16:creationId xmlns:a16="http://schemas.microsoft.com/office/drawing/2014/main" id="{E6A594DF-B86A-EA9A-621E-970342E8E5EF}"/>
              </a:ext>
            </a:extLst>
          </p:cNvPr>
          <p:cNvSpPr txBox="1"/>
          <p:nvPr/>
        </p:nvSpPr>
        <p:spPr>
          <a:xfrm>
            <a:off x="592168" y="785061"/>
            <a:ext cx="1018877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241">
                <a:solidFill>
                  <a:srgbClr val="64748B"/>
                </a:solidFill>
                <a:latin typeface="Aptos" panose="020B0004020202020204" pitchFamily="34" charset="0"/>
              </a:rPr>
              <a:t>Markdown becomes coherent PPTX/HTML/PDF through MDPR rules; mdpr-skill can add compact reasoning hints but never owns final design.</a:t>
            </a:r>
            <a:endParaRPr lang="ko-KR" altLang="en-US" sz="1241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9" name="zone_content_panel">
            <a:extLst>
              <a:ext uri="{FF2B5EF4-FFF2-40B4-BE49-F238E27FC236}">
                <a16:creationId xmlns:a16="http://schemas.microsoft.com/office/drawing/2014/main" id="{C17B2C7A-DA64-1F9F-C1CE-351253AFABE7}"/>
              </a:ext>
            </a:extLst>
          </p:cNvPr>
          <p:cNvSpPr/>
          <p:nvPr/>
        </p:nvSpPr>
        <p:spPr>
          <a:xfrm>
            <a:off x="783752" y="1308434"/>
            <a:ext cx="2438339" cy="3750845"/>
          </a:xfrm>
          <a:prstGeom prst="roundRect">
            <a:avLst/>
          </a:prstGeom>
          <a:solidFill>
            <a:srgbClr val="EEF4EF"/>
          </a:solidFill>
          <a:ln w="12627">
            <a:solidFill>
              <a:srgbClr val="C8D8C8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zone_content_title">
            <a:extLst>
              <a:ext uri="{FF2B5EF4-FFF2-40B4-BE49-F238E27FC236}">
                <a16:creationId xmlns:a16="http://schemas.microsoft.com/office/drawing/2014/main" id="{50CF204C-12CC-3A64-0BF1-16CE930E1FBA}"/>
              </a:ext>
            </a:extLst>
          </p:cNvPr>
          <p:cNvSpPr txBox="1"/>
          <p:nvPr/>
        </p:nvSpPr>
        <p:spPr>
          <a:xfrm>
            <a:off x="975336" y="1526507"/>
            <a:ext cx="2055171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460" b="1">
                <a:solidFill>
                  <a:srgbClr val="334155"/>
                </a:solidFill>
                <a:latin typeface="Aptos" panose="020B0004020202020204" pitchFamily="34" charset="0"/>
              </a:rPr>
              <a:t>1. Content Contract</a:t>
            </a:r>
            <a:endParaRPr lang="ko-KR" altLang="en-US" sz="1460" b="1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1" name="zone_content_subtitle">
            <a:extLst>
              <a:ext uri="{FF2B5EF4-FFF2-40B4-BE49-F238E27FC236}">
                <a16:creationId xmlns:a16="http://schemas.microsoft.com/office/drawing/2014/main" id="{920A5A43-A47F-7377-220B-2E73D5C5A077}"/>
              </a:ext>
            </a:extLst>
          </p:cNvPr>
          <p:cNvSpPr txBox="1"/>
          <p:nvPr/>
        </p:nvSpPr>
        <p:spPr>
          <a:xfrm>
            <a:off x="975336" y="1831808"/>
            <a:ext cx="2055171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semantic structure only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2" name="zone_reasoning_panel">
            <a:extLst>
              <a:ext uri="{FF2B5EF4-FFF2-40B4-BE49-F238E27FC236}">
                <a16:creationId xmlns:a16="http://schemas.microsoft.com/office/drawing/2014/main" id="{BF2E2A58-4BB1-2E5C-D67F-297821ADF458}"/>
              </a:ext>
            </a:extLst>
          </p:cNvPr>
          <p:cNvSpPr/>
          <p:nvPr/>
        </p:nvSpPr>
        <p:spPr>
          <a:xfrm>
            <a:off x="3439800" y="1308434"/>
            <a:ext cx="2438339" cy="3750845"/>
          </a:xfrm>
          <a:prstGeom prst="roundRect">
            <a:avLst/>
          </a:prstGeom>
          <a:solidFill>
            <a:srgbClr val="FFF3DE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zone_reasoning_title">
            <a:extLst>
              <a:ext uri="{FF2B5EF4-FFF2-40B4-BE49-F238E27FC236}">
                <a16:creationId xmlns:a16="http://schemas.microsoft.com/office/drawing/2014/main" id="{59732B1D-A79E-F6BB-CEE5-ED0759693403}"/>
              </a:ext>
            </a:extLst>
          </p:cNvPr>
          <p:cNvSpPr txBox="1"/>
          <p:nvPr/>
        </p:nvSpPr>
        <p:spPr>
          <a:xfrm>
            <a:off x="3631383" y="1526507"/>
            <a:ext cx="2055171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460" b="1">
                <a:solidFill>
                  <a:srgbClr val="8B4E16"/>
                </a:solidFill>
                <a:latin typeface="Aptos" panose="020B0004020202020204" pitchFamily="34" charset="0"/>
              </a:rPr>
              <a:t>2. Agent Hints</a:t>
            </a:r>
            <a:endParaRPr lang="ko-KR" altLang="en-US" sz="1460" b="1">
              <a:solidFill>
                <a:srgbClr val="8B4E16"/>
              </a:solidFill>
              <a:latin typeface="Aptos" panose="020B0004020202020204" pitchFamily="34" charset="0"/>
            </a:endParaRPr>
          </a:p>
        </p:txBody>
      </p:sp>
      <p:sp>
        <p:nvSpPr>
          <p:cNvPr id="14" name="zone_reasoning_subtitle">
            <a:extLst>
              <a:ext uri="{FF2B5EF4-FFF2-40B4-BE49-F238E27FC236}">
                <a16:creationId xmlns:a16="http://schemas.microsoft.com/office/drawing/2014/main" id="{49848A74-CB6D-3748-B702-421DE2D10944}"/>
              </a:ext>
            </a:extLst>
          </p:cNvPr>
          <p:cNvSpPr txBox="1"/>
          <p:nvPr/>
        </p:nvSpPr>
        <p:spPr>
          <a:xfrm>
            <a:off x="3631383" y="1831808"/>
            <a:ext cx="2055171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small optional tags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5" name="zone_rules_panel">
            <a:extLst>
              <a:ext uri="{FF2B5EF4-FFF2-40B4-BE49-F238E27FC236}">
                <a16:creationId xmlns:a16="http://schemas.microsoft.com/office/drawing/2014/main" id="{4F776D08-EF99-1ABE-92B9-951ABEA1E025}"/>
              </a:ext>
            </a:extLst>
          </p:cNvPr>
          <p:cNvSpPr/>
          <p:nvPr/>
        </p:nvSpPr>
        <p:spPr>
          <a:xfrm>
            <a:off x="6095848" y="1308434"/>
            <a:ext cx="3439799" cy="3750845"/>
          </a:xfrm>
          <a:prstGeom prst="roundRect">
            <a:avLst/>
          </a:prstGeom>
          <a:solidFill>
            <a:srgbClr val="EAF7F3"/>
          </a:solidFill>
          <a:ln w="12627">
            <a:solidFill>
              <a:srgbClr val="7CC7BA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zone_rules_title">
            <a:extLst>
              <a:ext uri="{FF2B5EF4-FFF2-40B4-BE49-F238E27FC236}">
                <a16:creationId xmlns:a16="http://schemas.microsoft.com/office/drawing/2014/main" id="{DACA111E-E58F-F5E4-D131-69FABA0BB7DA}"/>
              </a:ext>
            </a:extLst>
          </p:cNvPr>
          <p:cNvSpPr txBox="1"/>
          <p:nvPr/>
        </p:nvSpPr>
        <p:spPr>
          <a:xfrm>
            <a:off x="6287431" y="1526507"/>
            <a:ext cx="3056632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460" b="1">
                <a:solidFill>
                  <a:srgbClr val="115E59"/>
                </a:solidFill>
                <a:latin typeface="Aptos" panose="020B0004020202020204" pitchFamily="34" charset="0"/>
              </a:rPr>
              <a:t>3. MDPR Design Rules</a:t>
            </a:r>
            <a:endParaRPr lang="ko-KR" altLang="en-US" sz="1460" b="1">
              <a:solidFill>
                <a:srgbClr val="115E59"/>
              </a:solidFill>
              <a:latin typeface="Aptos" panose="020B0004020202020204" pitchFamily="34" charset="0"/>
            </a:endParaRPr>
          </a:p>
        </p:txBody>
      </p:sp>
      <p:sp>
        <p:nvSpPr>
          <p:cNvPr id="17" name="zone_rules_subtitle">
            <a:extLst>
              <a:ext uri="{FF2B5EF4-FFF2-40B4-BE49-F238E27FC236}">
                <a16:creationId xmlns:a16="http://schemas.microsoft.com/office/drawing/2014/main" id="{D52D1F2B-CA8F-0CD7-60FE-A6714E482CB5}"/>
              </a:ext>
            </a:extLst>
          </p:cNvPr>
          <p:cNvSpPr txBox="1"/>
          <p:nvPr/>
        </p:nvSpPr>
        <p:spPr>
          <a:xfrm>
            <a:off x="6287431" y="1831808"/>
            <a:ext cx="3056632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final visual choices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8" name="zone_outputs_panel">
            <a:extLst>
              <a:ext uri="{FF2B5EF4-FFF2-40B4-BE49-F238E27FC236}">
                <a16:creationId xmlns:a16="http://schemas.microsoft.com/office/drawing/2014/main" id="{00356D85-1DAB-5FB3-92B5-D899E6C07026}"/>
              </a:ext>
            </a:extLst>
          </p:cNvPr>
          <p:cNvSpPr/>
          <p:nvPr/>
        </p:nvSpPr>
        <p:spPr>
          <a:xfrm>
            <a:off x="9753356" y="1308434"/>
            <a:ext cx="2177088" cy="3750845"/>
          </a:xfrm>
          <a:prstGeom prst="roundRect">
            <a:avLst/>
          </a:prstGeom>
          <a:solidFill>
            <a:srgbClr val="F1F0FA"/>
          </a:solidFill>
          <a:ln w="12627">
            <a:solidFill>
              <a:srgbClr val="B8B5E6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zone_outputs_title">
            <a:extLst>
              <a:ext uri="{FF2B5EF4-FFF2-40B4-BE49-F238E27FC236}">
                <a16:creationId xmlns:a16="http://schemas.microsoft.com/office/drawing/2014/main" id="{538E7FC3-6910-621F-580A-DB44CF76F6F1}"/>
              </a:ext>
            </a:extLst>
          </p:cNvPr>
          <p:cNvSpPr txBox="1"/>
          <p:nvPr/>
        </p:nvSpPr>
        <p:spPr>
          <a:xfrm>
            <a:off x="9944940" y="1526507"/>
            <a:ext cx="1793921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460" b="1">
                <a:solidFill>
                  <a:srgbClr val="4338CA"/>
                </a:solidFill>
                <a:latin typeface="Aptos" panose="020B0004020202020204" pitchFamily="34" charset="0"/>
              </a:rPr>
              <a:t>4. Outputs</a:t>
            </a:r>
            <a:endParaRPr lang="ko-KR" altLang="en-US" sz="1460" b="1">
              <a:solidFill>
                <a:srgbClr val="4338CA"/>
              </a:solidFill>
              <a:latin typeface="Aptos" panose="020B0004020202020204" pitchFamily="34" charset="0"/>
            </a:endParaRPr>
          </a:p>
        </p:txBody>
      </p:sp>
      <p:sp>
        <p:nvSpPr>
          <p:cNvPr id="20" name="zone_outputs_subtitle">
            <a:extLst>
              <a:ext uri="{FF2B5EF4-FFF2-40B4-BE49-F238E27FC236}">
                <a16:creationId xmlns:a16="http://schemas.microsoft.com/office/drawing/2014/main" id="{031CD366-E1D5-5D44-417E-752FB58E8CF5}"/>
              </a:ext>
            </a:extLst>
          </p:cNvPr>
          <p:cNvSpPr txBox="1"/>
          <p:nvPr/>
        </p:nvSpPr>
        <p:spPr>
          <a:xfrm>
            <a:off x="9944940" y="1831808"/>
            <a:ext cx="1793921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PPTX, HTML, PDF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cxnSp>
        <p:nvCxnSpPr>
          <p:cNvPr id="21" name="main_start_markdown">
            <a:extLst>
              <a:ext uri="{FF2B5EF4-FFF2-40B4-BE49-F238E27FC236}">
                <a16:creationId xmlns:a16="http://schemas.microsoft.com/office/drawing/2014/main" id="{AC151358-B371-69C1-C7F1-9D6165D719D1}"/>
              </a:ext>
            </a:extLst>
          </p:cNvPr>
          <p:cNvCxnSpPr/>
          <p:nvPr/>
        </p:nvCxnSpPr>
        <p:spPr>
          <a:xfrm>
            <a:off x="2002921" y="2442411"/>
            <a:ext cx="0" cy="226795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main_markdown_splitter">
            <a:extLst>
              <a:ext uri="{FF2B5EF4-FFF2-40B4-BE49-F238E27FC236}">
                <a16:creationId xmlns:a16="http://schemas.microsoft.com/office/drawing/2014/main" id="{9442DF3F-D031-FB37-8179-66083F859D5C}"/>
              </a:ext>
            </a:extLst>
          </p:cNvPr>
          <p:cNvCxnSpPr/>
          <p:nvPr/>
        </p:nvCxnSpPr>
        <p:spPr>
          <a:xfrm>
            <a:off x="2002921" y="3585110"/>
            <a:ext cx="0" cy="322747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main_splitter_ir_seg_1">
            <a:extLst>
              <a:ext uri="{FF2B5EF4-FFF2-40B4-BE49-F238E27FC236}">
                <a16:creationId xmlns:a16="http://schemas.microsoft.com/office/drawing/2014/main" id="{74035F2C-A7D1-3D5D-902A-A49048C1A80D}"/>
              </a:ext>
            </a:extLst>
          </p:cNvPr>
          <p:cNvCxnSpPr/>
          <p:nvPr/>
        </p:nvCxnSpPr>
        <p:spPr>
          <a:xfrm>
            <a:off x="3004382" y="4396339"/>
            <a:ext cx="330918" cy="0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main_splitter_ir_seg_2">
            <a:extLst>
              <a:ext uri="{FF2B5EF4-FFF2-40B4-BE49-F238E27FC236}">
                <a16:creationId xmlns:a16="http://schemas.microsoft.com/office/drawing/2014/main" id="{B50B2413-8572-AD2A-DB9E-4F800DACF51F}"/>
              </a:ext>
            </a:extLst>
          </p:cNvPr>
          <p:cNvCxnSpPr/>
          <p:nvPr/>
        </p:nvCxnSpPr>
        <p:spPr>
          <a:xfrm flipV="1">
            <a:off x="3335300" y="2494748"/>
            <a:ext cx="0" cy="1901591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main_splitter_ir_seg_3">
            <a:extLst>
              <a:ext uri="{FF2B5EF4-FFF2-40B4-BE49-F238E27FC236}">
                <a16:creationId xmlns:a16="http://schemas.microsoft.com/office/drawing/2014/main" id="{1AE3C45A-360D-90F1-EC95-70815B1B655C}"/>
              </a:ext>
            </a:extLst>
          </p:cNvPr>
          <p:cNvCxnSpPr/>
          <p:nvPr/>
        </p:nvCxnSpPr>
        <p:spPr>
          <a:xfrm>
            <a:off x="3335300" y="2494748"/>
            <a:ext cx="365750" cy="0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hint_ir_reasoning">
            <a:extLst>
              <a:ext uri="{FF2B5EF4-FFF2-40B4-BE49-F238E27FC236}">
                <a16:creationId xmlns:a16="http://schemas.microsoft.com/office/drawing/2014/main" id="{25ED6D03-8E39-2C33-12C8-92380A380B7A}"/>
              </a:ext>
            </a:extLst>
          </p:cNvPr>
          <p:cNvCxnSpPr/>
          <p:nvPr/>
        </p:nvCxnSpPr>
        <p:spPr>
          <a:xfrm>
            <a:off x="4658969" y="2983230"/>
            <a:ext cx="0" cy="418699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main_ir_rules">
            <a:extLst>
              <a:ext uri="{FF2B5EF4-FFF2-40B4-BE49-F238E27FC236}">
                <a16:creationId xmlns:a16="http://schemas.microsoft.com/office/drawing/2014/main" id="{AC719C91-C608-D5EE-2D4D-EDA2C57FF545}"/>
              </a:ext>
            </a:extLst>
          </p:cNvPr>
          <p:cNvCxnSpPr/>
          <p:nvPr/>
        </p:nvCxnSpPr>
        <p:spPr>
          <a:xfrm>
            <a:off x="5616888" y="2494748"/>
            <a:ext cx="740210" cy="0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hint_reasoning_rules_seg_1">
            <a:extLst>
              <a:ext uri="{FF2B5EF4-FFF2-40B4-BE49-F238E27FC236}">
                <a16:creationId xmlns:a16="http://schemas.microsoft.com/office/drawing/2014/main" id="{A32CB938-E426-E812-B131-6864ECDE7219}"/>
              </a:ext>
            </a:extLst>
          </p:cNvPr>
          <p:cNvCxnSpPr/>
          <p:nvPr/>
        </p:nvCxnSpPr>
        <p:spPr>
          <a:xfrm>
            <a:off x="5616888" y="4143375"/>
            <a:ext cx="330918" cy="0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hint_reasoning_rules_seg_2">
            <a:extLst>
              <a:ext uri="{FF2B5EF4-FFF2-40B4-BE49-F238E27FC236}">
                <a16:creationId xmlns:a16="http://schemas.microsoft.com/office/drawing/2014/main" id="{3CD70FBF-9FA7-F3E6-D05F-A9119436A386}"/>
              </a:ext>
            </a:extLst>
          </p:cNvPr>
          <p:cNvCxnSpPr/>
          <p:nvPr/>
        </p:nvCxnSpPr>
        <p:spPr>
          <a:xfrm flipV="1">
            <a:off x="5947806" y="3340869"/>
            <a:ext cx="0" cy="802506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hint_reasoning_rules_seg_3">
            <a:extLst>
              <a:ext uri="{FF2B5EF4-FFF2-40B4-BE49-F238E27FC236}">
                <a16:creationId xmlns:a16="http://schemas.microsoft.com/office/drawing/2014/main" id="{B2544806-2E59-6A3A-7104-CC968432BDDA}"/>
              </a:ext>
            </a:extLst>
          </p:cNvPr>
          <p:cNvCxnSpPr/>
          <p:nvPr/>
        </p:nvCxnSpPr>
        <p:spPr>
          <a:xfrm>
            <a:off x="5947806" y="3340869"/>
            <a:ext cx="261250" cy="0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ule_features_recipes">
            <a:extLst>
              <a:ext uri="{FF2B5EF4-FFF2-40B4-BE49-F238E27FC236}">
                <a16:creationId xmlns:a16="http://schemas.microsoft.com/office/drawing/2014/main" id="{14400E9C-72E0-999E-9C79-028C832BC968}"/>
              </a:ext>
            </a:extLst>
          </p:cNvPr>
          <p:cNvCxnSpPr/>
          <p:nvPr/>
        </p:nvCxnSpPr>
        <p:spPr>
          <a:xfrm>
            <a:off x="7219225" y="3384483"/>
            <a:ext cx="113209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rule_recipes_theme">
            <a:extLst>
              <a:ext uri="{FF2B5EF4-FFF2-40B4-BE49-F238E27FC236}">
                <a16:creationId xmlns:a16="http://schemas.microsoft.com/office/drawing/2014/main" id="{DFE5083D-8DBB-750C-A14A-374CEF834A24}"/>
              </a:ext>
            </a:extLst>
          </p:cNvPr>
          <p:cNvCxnSpPr/>
          <p:nvPr/>
        </p:nvCxnSpPr>
        <p:spPr>
          <a:xfrm>
            <a:off x="8342603" y="3384483"/>
            <a:ext cx="113209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rule_features_compose">
            <a:extLst>
              <a:ext uri="{FF2B5EF4-FFF2-40B4-BE49-F238E27FC236}">
                <a16:creationId xmlns:a16="http://schemas.microsoft.com/office/drawing/2014/main" id="{5D7912DC-139B-2B39-030B-B6C6C1BB5505}"/>
              </a:ext>
            </a:extLst>
          </p:cNvPr>
          <p:cNvCxnSpPr/>
          <p:nvPr/>
        </p:nvCxnSpPr>
        <p:spPr>
          <a:xfrm>
            <a:off x="6714141" y="3820628"/>
            <a:ext cx="0" cy="22679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rule_recipes_objects">
            <a:extLst>
              <a:ext uri="{FF2B5EF4-FFF2-40B4-BE49-F238E27FC236}">
                <a16:creationId xmlns:a16="http://schemas.microsoft.com/office/drawing/2014/main" id="{6C3E1BC0-0384-D06B-F7C4-B0B29591AD66}"/>
              </a:ext>
            </a:extLst>
          </p:cNvPr>
          <p:cNvCxnSpPr/>
          <p:nvPr/>
        </p:nvCxnSpPr>
        <p:spPr>
          <a:xfrm>
            <a:off x="7837519" y="3820628"/>
            <a:ext cx="0" cy="22679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rule_theme_decorate">
            <a:extLst>
              <a:ext uri="{FF2B5EF4-FFF2-40B4-BE49-F238E27FC236}">
                <a16:creationId xmlns:a16="http://schemas.microsoft.com/office/drawing/2014/main" id="{4532EF39-4C00-B999-8303-DABC8DB76472}"/>
              </a:ext>
            </a:extLst>
          </p:cNvPr>
          <p:cNvCxnSpPr/>
          <p:nvPr/>
        </p:nvCxnSpPr>
        <p:spPr>
          <a:xfrm>
            <a:off x="8960896" y="3820628"/>
            <a:ext cx="0" cy="22679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rule_compose_objects">
            <a:extLst>
              <a:ext uri="{FF2B5EF4-FFF2-40B4-BE49-F238E27FC236}">
                <a16:creationId xmlns:a16="http://schemas.microsoft.com/office/drawing/2014/main" id="{FD2252AA-699A-6DCB-0D68-2C99C66F70C9}"/>
              </a:ext>
            </a:extLst>
          </p:cNvPr>
          <p:cNvCxnSpPr/>
          <p:nvPr/>
        </p:nvCxnSpPr>
        <p:spPr>
          <a:xfrm>
            <a:off x="7219225" y="4483568"/>
            <a:ext cx="113209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rule_objects_decorate">
            <a:extLst>
              <a:ext uri="{FF2B5EF4-FFF2-40B4-BE49-F238E27FC236}">
                <a16:creationId xmlns:a16="http://schemas.microsoft.com/office/drawing/2014/main" id="{859E1A73-886F-615C-8189-5417D488FC36}"/>
              </a:ext>
            </a:extLst>
          </p:cNvPr>
          <p:cNvCxnSpPr/>
          <p:nvPr/>
        </p:nvCxnSpPr>
        <p:spPr>
          <a:xfrm>
            <a:off x="8342603" y="4483568"/>
            <a:ext cx="113209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main_rules_styled_ir">
            <a:extLst>
              <a:ext uri="{FF2B5EF4-FFF2-40B4-BE49-F238E27FC236}">
                <a16:creationId xmlns:a16="http://schemas.microsoft.com/office/drawing/2014/main" id="{93E6DBB1-C5F5-B23B-B0A8-A17526B7CB0B}"/>
              </a:ext>
            </a:extLst>
          </p:cNvPr>
          <p:cNvCxnSpPr/>
          <p:nvPr/>
        </p:nvCxnSpPr>
        <p:spPr>
          <a:xfrm>
            <a:off x="9361481" y="2494748"/>
            <a:ext cx="609584" cy="0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main_styled_renderers">
            <a:extLst>
              <a:ext uri="{FF2B5EF4-FFF2-40B4-BE49-F238E27FC236}">
                <a16:creationId xmlns:a16="http://schemas.microsoft.com/office/drawing/2014/main" id="{F1E9F211-D4E1-5927-F0C0-E7F42398FD75}"/>
              </a:ext>
            </a:extLst>
          </p:cNvPr>
          <p:cNvCxnSpPr/>
          <p:nvPr/>
        </p:nvCxnSpPr>
        <p:spPr>
          <a:xfrm>
            <a:off x="10841900" y="2952700"/>
            <a:ext cx="0" cy="449229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validation_loop">
            <a:extLst>
              <a:ext uri="{FF2B5EF4-FFF2-40B4-BE49-F238E27FC236}">
                <a16:creationId xmlns:a16="http://schemas.microsoft.com/office/drawing/2014/main" id="{3F16F976-FEBB-51D1-502F-B09C6D8F99D0}"/>
              </a:ext>
            </a:extLst>
          </p:cNvPr>
          <p:cNvCxnSpPr/>
          <p:nvPr/>
        </p:nvCxnSpPr>
        <p:spPr>
          <a:xfrm>
            <a:off x="10841900" y="4317833"/>
            <a:ext cx="0" cy="148289"/>
          </a:xfrm>
          <a:prstGeom prst="line">
            <a:avLst/>
          </a:prstGeom>
          <a:ln w="23749">
            <a:solidFill>
              <a:srgbClr val="BE123C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source_chip">
            <a:extLst>
              <a:ext uri="{FF2B5EF4-FFF2-40B4-BE49-F238E27FC236}">
                <a16:creationId xmlns:a16="http://schemas.microsoft.com/office/drawing/2014/main" id="{B484AE61-F13B-7D63-2467-D65046D04E47}"/>
              </a:ext>
            </a:extLst>
          </p:cNvPr>
          <p:cNvSpPr/>
          <p:nvPr/>
        </p:nvSpPr>
        <p:spPr>
          <a:xfrm>
            <a:off x="1654587" y="2145832"/>
            <a:ext cx="696669" cy="296579"/>
          </a:xfrm>
          <a:prstGeom prst="roundRect">
            <a:avLst/>
          </a:prstGeom>
          <a:solidFill>
            <a:srgbClr val="EEF4EF"/>
          </a:solidFill>
          <a:ln w="12627">
            <a:solidFill>
              <a:srgbClr val="C8D8C8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source_chip_text">
            <a:extLst>
              <a:ext uri="{FF2B5EF4-FFF2-40B4-BE49-F238E27FC236}">
                <a16:creationId xmlns:a16="http://schemas.microsoft.com/office/drawing/2014/main" id="{61210FE8-A2F7-5C13-A7F7-047190A18817}"/>
              </a:ext>
            </a:extLst>
          </p:cNvPr>
          <p:cNvSpPr txBox="1"/>
          <p:nvPr/>
        </p:nvSpPr>
        <p:spPr>
          <a:xfrm>
            <a:off x="1724254" y="2180724"/>
            <a:ext cx="557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334155"/>
                </a:solidFill>
                <a:latin typeface="Aptos" panose="020B0004020202020204" pitchFamily="34" charset="0"/>
              </a:rPr>
              <a:t>source</a:t>
            </a:r>
            <a:endParaRPr lang="ko-KR" altLang="en-US" sz="980" b="1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43" name="markdown_card">
            <a:extLst>
              <a:ext uri="{FF2B5EF4-FFF2-40B4-BE49-F238E27FC236}">
                <a16:creationId xmlns:a16="http://schemas.microsoft.com/office/drawing/2014/main" id="{A68C9986-6FFE-EB71-122F-252EBCDC736F}"/>
              </a:ext>
            </a:extLst>
          </p:cNvPr>
          <p:cNvSpPr/>
          <p:nvPr/>
        </p:nvSpPr>
        <p:spPr>
          <a:xfrm>
            <a:off x="1001461" y="2669206"/>
            <a:ext cx="2002921" cy="915904"/>
          </a:xfrm>
          <a:prstGeom prst="roundRect">
            <a:avLst/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markdown_icon_dot">
            <a:extLst>
              <a:ext uri="{FF2B5EF4-FFF2-40B4-BE49-F238E27FC236}">
                <a16:creationId xmlns:a16="http://schemas.microsoft.com/office/drawing/2014/main" id="{A24A08A0-5723-D8AF-8E09-5E7011227738}"/>
              </a:ext>
            </a:extLst>
          </p:cNvPr>
          <p:cNvSpPr/>
          <p:nvPr/>
        </p:nvSpPr>
        <p:spPr>
          <a:xfrm>
            <a:off x="1158211" y="2896001"/>
            <a:ext cx="191584" cy="191904"/>
          </a:xfrm>
          <a:prstGeom prst="ellipse">
            <a:avLst/>
          </a:prstGeom>
          <a:solidFill>
            <a:srgbClr val="86A789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markdown_icon_label">
            <a:extLst>
              <a:ext uri="{FF2B5EF4-FFF2-40B4-BE49-F238E27FC236}">
                <a16:creationId xmlns:a16="http://schemas.microsoft.com/office/drawing/2014/main" id="{CC1A724C-3B06-6AA4-BEC6-2C6F13EDA739}"/>
              </a:ext>
            </a:extLst>
          </p:cNvPr>
          <p:cNvSpPr txBox="1"/>
          <p:nvPr/>
        </p:nvSpPr>
        <p:spPr>
          <a:xfrm>
            <a:off x="1158211" y="2903677"/>
            <a:ext cx="19158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M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6" name="markdown_title">
            <a:extLst>
              <a:ext uri="{FF2B5EF4-FFF2-40B4-BE49-F238E27FC236}">
                <a16:creationId xmlns:a16="http://schemas.microsoft.com/office/drawing/2014/main" id="{B685693D-873B-3881-9717-BEA97B02C6DC}"/>
              </a:ext>
            </a:extLst>
          </p:cNvPr>
          <p:cNvSpPr txBox="1"/>
          <p:nvPr/>
        </p:nvSpPr>
        <p:spPr>
          <a:xfrm>
            <a:off x="1463003" y="2887278"/>
            <a:ext cx="1471712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168" b="1">
                <a:solidFill>
                  <a:srgbClr val="111827"/>
                </a:solidFill>
                <a:latin typeface="Aptos" panose="020B0004020202020204" pitchFamily="34" charset="0"/>
              </a:rPr>
              <a:t>Markdown</a:t>
            </a:r>
            <a:endParaRPr lang="ko-KR" altLang="en-US" sz="1168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47" name="markdown_line_0">
            <a:extLst>
              <a:ext uri="{FF2B5EF4-FFF2-40B4-BE49-F238E27FC236}">
                <a16:creationId xmlns:a16="http://schemas.microsoft.com/office/drawing/2014/main" id="{945978A1-CB8C-2B1F-6CD5-43A53F8CCC10}"/>
              </a:ext>
            </a:extLst>
          </p:cNvPr>
          <p:cNvSpPr txBox="1"/>
          <p:nvPr/>
        </p:nvSpPr>
        <p:spPr>
          <a:xfrm>
            <a:off x="1254003" y="3227471"/>
            <a:ext cx="1645879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headings, tables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48" name="markdown_line_1">
            <a:extLst>
              <a:ext uri="{FF2B5EF4-FFF2-40B4-BE49-F238E27FC236}">
                <a16:creationId xmlns:a16="http://schemas.microsoft.com/office/drawing/2014/main" id="{E6870D9C-0640-A0C1-1279-6C1D4F9CAC45}"/>
              </a:ext>
            </a:extLst>
          </p:cNvPr>
          <p:cNvSpPr txBox="1"/>
          <p:nvPr/>
        </p:nvSpPr>
        <p:spPr>
          <a:xfrm>
            <a:off x="1254003" y="3393206"/>
            <a:ext cx="1645879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charts and images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49" name="splitter_card">
            <a:extLst>
              <a:ext uri="{FF2B5EF4-FFF2-40B4-BE49-F238E27FC236}">
                <a16:creationId xmlns:a16="http://schemas.microsoft.com/office/drawing/2014/main" id="{989F9826-6E1F-0B68-A19A-1E9996B4267C}"/>
              </a:ext>
            </a:extLst>
          </p:cNvPr>
          <p:cNvSpPr/>
          <p:nvPr/>
        </p:nvSpPr>
        <p:spPr>
          <a:xfrm>
            <a:off x="1001461" y="3907857"/>
            <a:ext cx="2002921" cy="976964"/>
          </a:xfrm>
          <a:prstGeom prst="roundRect">
            <a:avLst/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splitter_icon_dot">
            <a:extLst>
              <a:ext uri="{FF2B5EF4-FFF2-40B4-BE49-F238E27FC236}">
                <a16:creationId xmlns:a16="http://schemas.microsoft.com/office/drawing/2014/main" id="{D2BC80E1-A763-E5D7-2FF3-9DC85CDC3A20}"/>
              </a:ext>
            </a:extLst>
          </p:cNvPr>
          <p:cNvSpPr/>
          <p:nvPr/>
        </p:nvSpPr>
        <p:spPr>
          <a:xfrm>
            <a:off x="1158211" y="4134652"/>
            <a:ext cx="191584" cy="191904"/>
          </a:xfrm>
          <a:prstGeom prst="ellipse">
            <a:avLst/>
          </a:prstGeom>
          <a:solidFill>
            <a:srgbClr val="86A789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splitter_icon_label">
            <a:extLst>
              <a:ext uri="{FF2B5EF4-FFF2-40B4-BE49-F238E27FC236}">
                <a16:creationId xmlns:a16="http://schemas.microsoft.com/office/drawing/2014/main" id="{7F9A4153-D64F-9C0E-A59E-A19A720C11D9}"/>
              </a:ext>
            </a:extLst>
          </p:cNvPr>
          <p:cNvSpPr txBox="1"/>
          <p:nvPr/>
        </p:nvSpPr>
        <p:spPr>
          <a:xfrm>
            <a:off x="1158211" y="4142328"/>
            <a:ext cx="19158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S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52" name="splitter_title">
            <a:extLst>
              <a:ext uri="{FF2B5EF4-FFF2-40B4-BE49-F238E27FC236}">
                <a16:creationId xmlns:a16="http://schemas.microsoft.com/office/drawing/2014/main" id="{D9B9D4A0-8041-1386-916E-93ECAC03BC93}"/>
              </a:ext>
            </a:extLst>
          </p:cNvPr>
          <p:cNvSpPr txBox="1"/>
          <p:nvPr/>
        </p:nvSpPr>
        <p:spPr>
          <a:xfrm>
            <a:off x="1463003" y="4125929"/>
            <a:ext cx="1471712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168" b="1">
                <a:solidFill>
                  <a:srgbClr val="111827"/>
                </a:solidFill>
                <a:latin typeface="Aptos" panose="020B0004020202020204" pitchFamily="34" charset="0"/>
              </a:rPr>
              <a:t>MDPR Splitter</a:t>
            </a:r>
            <a:endParaRPr lang="ko-KR" altLang="en-US" sz="1168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53" name="splitter_line_0">
            <a:extLst>
              <a:ext uri="{FF2B5EF4-FFF2-40B4-BE49-F238E27FC236}">
                <a16:creationId xmlns:a16="http://schemas.microsoft.com/office/drawing/2014/main" id="{109E834D-5C54-9263-826D-369A60844C6B}"/>
              </a:ext>
            </a:extLst>
          </p:cNvPr>
          <p:cNvSpPr txBox="1"/>
          <p:nvPr/>
        </p:nvSpPr>
        <p:spPr>
          <a:xfrm>
            <a:off x="1254003" y="4466122"/>
            <a:ext cx="1645879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Pandoc or simple AST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54" name="splitter_line_1">
            <a:extLst>
              <a:ext uri="{FF2B5EF4-FFF2-40B4-BE49-F238E27FC236}">
                <a16:creationId xmlns:a16="http://schemas.microsoft.com/office/drawing/2014/main" id="{9AEE5024-4CD0-B9A1-750E-D72880A8ED07}"/>
              </a:ext>
            </a:extLst>
          </p:cNvPr>
          <p:cNvSpPr txBox="1"/>
          <p:nvPr/>
        </p:nvSpPr>
        <p:spPr>
          <a:xfrm>
            <a:off x="1254003" y="4631857"/>
            <a:ext cx="1645879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slide/object split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55" name="ir_core_card">
            <a:extLst>
              <a:ext uri="{FF2B5EF4-FFF2-40B4-BE49-F238E27FC236}">
                <a16:creationId xmlns:a16="http://schemas.microsoft.com/office/drawing/2014/main" id="{28B4F0AE-CA9D-4592-32B7-4A0067543666}"/>
              </a:ext>
            </a:extLst>
          </p:cNvPr>
          <p:cNvSpPr/>
          <p:nvPr/>
        </p:nvSpPr>
        <p:spPr>
          <a:xfrm>
            <a:off x="3701050" y="2006266"/>
            <a:ext cx="1915838" cy="976964"/>
          </a:xfrm>
          <a:prstGeom prst="roundRect">
            <a:avLst/>
          </a:prstGeom>
          <a:solidFill>
            <a:srgbClr val="FFFFFF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ir_core_icon_dot">
            <a:extLst>
              <a:ext uri="{FF2B5EF4-FFF2-40B4-BE49-F238E27FC236}">
                <a16:creationId xmlns:a16="http://schemas.microsoft.com/office/drawing/2014/main" id="{4269C1F1-2240-7CE4-2274-04A1809463FA}"/>
              </a:ext>
            </a:extLst>
          </p:cNvPr>
          <p:cNvSpPr/>
          <p:nvPr/>
        </p:nvSpPr>
        <p:spPr>
          <a:xfrm>
            <a:off x="3857801" y="2233061"/>
            <a:ext cx="191583" cy="191904"/>
          </a:xfrm>
          <a:prstGeom prst="ellipse">
            <a:avLst/>
          </a:prstGeom>
          <a:solidFill>
            <a:srgbClr val="E9B44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ir_core_icon_label">
            <a:extLst>
              <a:ext uri="{FF2B5EF4-FFF2-40B4-BE49-F238E27FC236}">
                <a16:creationId xmlns:a16="http://schemas.microsoft.com/office/drawing/2014/main" id="{8EE26747-9CE9-AC74-774C-ABBC79AE51A9}"/>
              </a:ext>
            </a:extLst>
          </p:cNvPr>
          <p:cNvSpPr txBox="1"/>
          <p:nvPr/>
        </p:nvSpPr>
        <p:spPr>
          <a:xfrm>
            <a:off x="3857801" y="2240737"/>
            <a:ext cx="19158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I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58" name="ir_core_title">
            <a:extLst>
              <a:ext uri="{FF2B5EF4-FFF2-40B4-BE49-F238E27FC236}">
                <a16:creationId xmlns:a16="http://schemas.microsoft.com/office/drawing/2014/main" id="{6C7C98E4-F880-D8F8-AA1C-1B20961B7B4D}"/>
              </a:ext>
            </a:extLst>
          </p:cNvPr>
          <p:cNvSpPr txBox="1"/>
          <p:nvPr/>
        </p:nvSpPr>
        <p:spPr>
          <a:xfrm>
            <a:off x="4162593" y="2224338"/>
            <a:ext cx="1384628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168" b="1">
                <a:solidFill>
                  <a:srgbClr val="111827"/>
                </a:solidFill>
                <a:latin typeface="Aptos" panose="020B0004020202020204" pitchFamily="34" charset="0"/>
              </a:rPr>
              <a:t>Slide Element IR</a:t>
            </a:r>
            <a:endParaRPr lang="ko-KR" altLang="en-US" sz="1168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59" name="ir_core_line_0">
            <a:extLst>
              <a:ext uri="{FF2B5EF4-FFF2-40B4-BE49-F238E27FC236}">
                <a16:creationId xmlns:a16="http://schemas.microsoft.com/office/drawing/2014/main" id="{F4D8268C-3532-E9E5-C77F-35550CC8D7E3}"/>
              </a:ext>
            </a:extLst>
          </p:cNvPr>
          <p:cNvSpPr txBox="1"/>
          <p:nvPr/>
        </p:nvSpPr>
        <p:spPr>
          <a:xfrm>
            <a:off x="3953592" y="2564531"/>
            <a:ext cx="155879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semantic blocks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60" name="ir_core_line_1">
            <a:extLst>
              <a:ext uri="{FF2B5EF4-FFF2-40B4-BE49-F238E27FC236}">
                <a16:creationId xmlns:a16="http://schemas.microsoft.com/office/drawing/2014/main" id="{E7C2E4C6-40B6-75A5-A409-0E00CCD68C81}"/>
              </a:ext>
            </a:extLst>
          </p:cNvPr>
          <p:cNvSpPr txBox="1"/>
          <p:nvPr/>
        </p:nvSpPr>
        <p:spPr>
          <a:xfrm>
            <a:off x="3953592" y="2730266"/>
            <a:ext cx="155879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graph kept whole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61" name="reasoning_card">
            <a:extLst>
              <a:ext uri="{FF2B5EF4-FFF2-40B4-BE49-F238E27FC236}">
                <a16:creationId xmlns:a16="http://schemas.microsoft.com/office/drawing/2014/main" id="{FD6007CD-AF27-EEFB-D4C5-EB74BC96C6DE}"/>
              </a:ext>
            </a:extLst>
          </p:cNvPr>
          <p:cNvSpPr/>
          <p:nvPr/>
        </p:nvSpPr>
        <p:spPr>
          <a:xfrm>
            <a:off x="3701050" y="3401929"/>
            <a:ext cx="1915838" cy="1482892"/>
          </a:xfrm>
          <a:prstGeom prst="roundRect">
            <a:avLst/>
          </a:prstGeom>
          <a:solidFill>
            <a:srgbClr val="FFFFFF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reasoning_icon_dot">
            <a:extLst>
              <a:ext uri="{FF2B5EF4-FFF2-40B4-BE49-F238E27FC236}">
                <a16:creationId xmlns:a16="http://schemas.microsoft.com/office/drawing/2014/main" id="{D665E25B-EDF1-34B2-DD63-92FB054953A2}"/>
              </a:ext>
            </a:extLst>
          </p:cNvPr>
          <p:cNvSpPr/>
          <p:nvPr/>
        </p:nvSpPr>
        <p:spPr>
          <a:xfrm>
            <a:off x="3857801" y="3628724"/>
            <a:ext cx="191583" cy="191904"/>
          </a:xfrm>
          <a:prstGeom prst="ellipse">
            <a:avLst/>
          </a:prstGeom>
          <a:solidFill>
            <a:srgbClr val="E9B44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reasoning_icon_label">
            <a:extLst>
              <a:ext uri="{FF2B5EF4-FFF2-40B4-BE49-F238E27FC236}">
                <a16:creationId xmlns:a16="http://schemas.microsoft.com/office/drawing/2014/main" id="{60CE65D1-F935-9F31-00DD-893B611E94FF}"/>
              </a:ext>
            </a:extLst>
          </p:cNvPr>
          <p:cNvSpPr txBox="1"/>
          <p:nvPr/>
        </p:nvSpPr>
        <p:spPr>
          <a:xfrm>
            <a:off x="3857801" y="3636401"/>
            <a:ext cx="19158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H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64" name="reasoning_title">
            <a:extLst>
              <a:ext uri="{FF2B5EF4-FFF2-40B4-BE49-F238E27FC236}">
                <a16:creationId xmlns:a16="http://schemas.microsoft.com/office/drawing/2014/main" id="{E0055879-3455-32F3-B04A-2399D2400AF1}"/>
              </a:ext>
            </a:extLst>
          </p:cNvPr>
          <p:cNvSpPr txBox="1"/>
          <p:nvPr/>
        </p:nvSpPr>
        <p:spPr>
          <a:xfrm>
            <a:off x="4162593" y="3620001"/>
            <a:ext cx="1384628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168" b="1">
                <a:solidFill>
                  <a:srgbClr val="111827"/>
                </a:solidFill>
                <a:latin typeface="Aptos" panose="020B0004020202020204" pitchFamily="34" charset="0"/>
              </a:rPr>
              <a:t>Hint Packet</a:t>
            </a:r>
            <a:endParaRPr lang="ko-KR" altLang="en-US" sz="1168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65" name="reasoning_line_0">
            <a:extLst>
              <a:ext uri="{FF2B5EF4-FFF2-40B4-BE49-F238E27FC236}">
                <a16:creationId xmlns:a16="http://schemas.microsoft.com/office/drawing/2014/main" id="{0610CB4C-8A90-EA5C-BEBB-8F4313D29B4D}"/>
              </a:ext>
            </a:extLst>
          </p:cNvPr>
          <p:cNvSpPr txBox="1"/>
          <p:nvPr/>
        </p:nvSpPr>
        <p:spPr>
          <a:xfrm>
            <a:off x="3953592" y="3960194"/>
            <a:ext cx="155879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intent + importance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66" name="reasoning_guard">
            <a:extLst>
              <a:ext uri="{FF2B5EF4-FFF2-40B4-BE49-F238E27FC236}">
                <a16:creationId xmlns:a16="http://schemas.microsoft.com/office/drawing/2014/main" id="{44C1EA27-E3C6-E5FC-0D03-4AD99341A145}"/>
              </a:ext>
            </a:extLst>
          </p:cNvPr>
          <p:cNvSpPr/>
          <p:nvPr/>
        </p:nvSpPr>
        <p:spPr>
          <a:xfrm>
            <a:off x="3918759" y="4239327"/>
            <a:ext cx="1480420" cy="296578"/>
          </a:xfrm>
          <a:prstGeom prst="roundRect">
            <a:avLst/>
          </a:prstGeom>
          <a:solidFill>
            <a:srgbClr val="FFF7E6"/>
          </a:solidFill>
          <a:ln w="12627">
            <a:solidFill>
              <a:srgbClr val="E9B44C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reasoning_guard_text">
            <a:extLst>
              <a:ext uri="{FF2B5EF4-FFF2-40B4-BE49-F238E27FC236}">
                <a16:creationId xmlns:a16="http://schemas.microsoft.com/office/drawing/2014/main" id="{0731C377-06DD-48F4-41D6-1FDB83E3A15C}"/>
              </a:ext>
            </a:extLst>
          </p:cNvPr>
          <p:cNvSpPr txBox="1"/>
          <p:nvPr/>
        </p:nvSpPr>
        <p:spPr>
          <a:xfrm>
            <a:off x="3988426" y="4274219"/>
            <a:ext cx="1341086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7C3D12"/>
                </a:solidFill>
                <a:latin typeface="Aptos" panose="020B0004020202020204" pitchFamily="34" charset="0"/>
              </a:rPr>
              <a:t>hints only</a:t>
            </a:r>
            <a:endParaRPr lang="ko-KR" altLang="en-US" sz="980" b="1">
              <a:solidFill>
                <a:srgbClr val="7C3D12"/>
              </a:solidFill>
              <a:latin typeface="Aptos" panose="020B0004020202020204" pitchFamily="34" charset="0"/>
            </a:endParaRPr>
          </a:p>
        </p:txBody>
      </p:sp>
      <p:sp>
        <p:nvSpPr>
          <p:cNvPr id="68" name="reasoning_limit">
            <a:extLst>
              <a:ext uri="{FF2B5EF4-FFF2-40B4-BE49-F238E27FC236}">
                <a16:creationId xmlns:a16="http://schemas.microsoft.com/office/drawing/2014/main" id="{E6D44BE6-AAEA-9601-BDDC-84E9D658A503}"/>
              </a:ext>
            </a:extLst>
          </p:cNvPr>
          <p:cNvSpPr txBox="1"/>
          <p:nvPr/>
        </p:nvSpPr>
        <p:spPr>
          <a:xfrm>
            <a:off x="3918759" y="4518459"/>
            <a:ext cx="1480420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980" b="1">
                <a:solidFill>
                  <a:srgbClr val="64748B"/>
                </a:solidFill>
                <a:latin typeface="Aptos" panose="020B0004020202020204" pitchFamily="34" charset="0"/>
              </a:rPr>
              <a:t>no coordinates or styles</a:t>
            </a:r>
            <a:endParaRPr lang="ko-KR" altLang="en-US" sz="980" b="1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69" name="rule_engine_card">
            <a:extLst>
              <a:ext uri="{FF2B5EF4-FFF2-40B4-BE49-F238E27FC236}">
                <a16:creationId xmlns:a16="http://schemas.microsoft.com/office/drawing/2014/main" id="{9501165F-BC55-9C36-46D7-D587FD5087FE}"/>
              </a:ext>
            </a:extLst>
          </p:cNvPr>
          <p:cNvSpPr/>
          <p:nvPr/>
        </p:nvSpPr>
        <p:spPr>
          <a:xfrm>
            <a:off x="6357098" y="2145832"/>
            <a:ext cx="3004383" cy="697832"/>
          </a:xfrm>
          <a:prstGeom prst="roundRect">
            <a:avLst/>
          </a:prstGeom>
          <a:solidFill>
            <a:srgbClr val="DCFCE7"/>
          </a:solidFill>
          <a:ln w="12627">
            <a:solidFill>
              <a:srgbClr val="7CC7BA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rule_engine_title">
            <a:extLst>
              <a:ext uri="{FF2B5EF4-FFF2-40B4-BE49-F238E27FC236}">
                <a16:creationId xmlns:a16="http://schemas.microsoft.com/office/drawing/2014/main" id="{39A27FFB-C562-8817-7611-24DB88B437F2}"/>
              </a:ext>
            </a:extLst>
          </p:cNvPr>
          <p:cNvSpPr txBox="1"/>
          <p:nvPr/>
        </p:nvSpPr>
        <p:spPr>
          <a:xfrm>
            <a:off x="6618349" y="2267953"/>
            <a:ext cx="2481881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241" b="1">
                <a:solidFill>
                  <a:srgbClr val="14532D"/>
                </a:solidFill>
                <a:latin typeface="Aptos" panose="020B0004020202020204" pitchFamily="34" charset="0"/>
              </a:rPr>
              <a:t>Rule Engine Boundary</a:t>
            </a:r>
            <a:endParaRPr lang="ko-KR" altLang="en-US" sz="1241" b="1">
              <a:solidFill>
                <a:srgbClr val="14532D"/>
              </a:solidFill>
              <a:latin typeface="Aptos" panose="020B0004020202020204" pitchFamily="34" charset="0"/>
            </a:endParaRPr>
          </a:p>
        </p:txBody>
      </p:sp>
      <p:sp>
        <p:nvSpPr>
          <p:cNvPr id="71" name="rule_engine_body">
            <a:extLst>
              <a:ext uri="{FF2B5EF4-FFF2-40B4-BE49-F238E27FC236}">
                <a16:creationId xmlns:a16="http://schemas.microsoft.com/office/drawing/2014/main" id="{E689129A-DDBE-DD87-6094-665DC2F6CF5E}"/>
              </a:ext>
            </a:extLst>
          </p:cNvPr>
          <p:cNvSpPr txBox="1"/>
          <p:nvPr/>
        </p:nvSpPr>
        <p:spPr>
          <a:xfrm>
            <a:off x="6618349" y="2538362"/>
            <a:ext cx="2481881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022">
                <a:solidFill>
                  <a:srgbClr val="166534"/>
                </a:solidFill>
                <a:latin typeface="Aptos" panose="020B0004020202020204" pitchFamily="34" charset="0"/>
              </a:rPr>
              <a:t>recipes, colors, z-order</a:t>
            </a:r>
            <a:endParaRPr lang="ko-KR" altLang="en-US" sz="1022">
              <a:solidFill>
                <a:srgbClr val="166534"/>
              </a:solidFill>
              <a:latin typeface="Aptos" panose="020B0004020202020204" pitchFamily="34" charset="0"/>
            </a:endParaRPr>
          </a:p>
        </p:txBody>
      </p:sp>
      <p:sp>
        <p:nvSpPr>
          <p:cNvPr id="72" name="features_card">
            <a:extLst>
              <a:ext uri="{FF2B5EF4-FFF2-40B4-BE49-F238E27FC236}">
                <a16:creationId xmlns:a16="http://schemas.microsoft.com/office/drawing/2014/main" id="{41D2DFC8-DA91-CE85-C78A-A1AA65429CAB}"/>
              </a:ext>
            </a:extLst>
          </p:cNvPr>
          <p:cNvSpPr/>
          <p:nvPr/>
        </p:nvSpPr>
        <p:spPr>
          <a:xfrm>
            <a:off x="6209056" y="2948338"/>
            <a:ext cx="1010169" cy="872290"/>
          </a:xfrm>
          <a:prstGeom prst="roundRect">
            <a:avLst/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features_icon_dot">
            <a:extLst>
              <a:ext uri="{FF2B5EF4-FFF2-40B4-BE49-F238E27FC236}">
                <a16:creationId xmlns:a16="http://schemas.microsoft.com/office/drawing/2014/main" id="{72CB381B-39CD-435F-4BA5-80A2C548A16E}"/>
              </a:ext>
            </a:extLst>
          </p:cNvPr>
          <p:cNvSpPr/>
          <p:nvPr/>
        </p:nvSpPr>
        <p:spPr>
          <a:xfrm>
            <a:off x="6322265" y="3148965"/>
            <a:ext cx="139334" cy="139566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features_icon_label">
            <a:extLst>
              <a:ext uri="{FF2B5EF4-FFF2-40B4-BE49-F238E27FC236}">
                <a16:creationId xmlns:a16="http://schemas.microsoft.com/office/drawing/2014/main" id="{953220B9-209F-59D7-ACD4-8471217C9450}"/>
              </a:ext>
            </a:extLst>
          </p:cNvPr>
          <p:cNvSpPr txBox="1"/>
          <p:nvPr/>
        </p:nvSpPr>
        <p:spPr>
          <a:xfrm>
            <a:off x="6322265" y="3154548"/>
            <a:ext cx="13933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F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5" name="features_title">
            <a:extLst>
              <a:ext uri="{FF2B5EF4-FFF2-40B4-BE49-F238E27FC236}">
                <a16:creationId xmlns:a16="http://schemas.microsoft.com/office/drawing/2014/main" id="{D730A8CA-C772-35F3-F9FF-E59BE98BAA83}"/>
              </a:ext>
            </a:extLst>
          </p:cNvPr>
          <p:cNvSpPr txBox="1"/>
          <p:nvPr/>
        </p:nvSpPr>
        <p:spPr>
          <a:xfrm>
            <a:off x="6531265" y="3114073"/>
            <a:ext cx="618293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Features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76" name="features_line_0">
            <a:extLst>
              <a:ext uri="{FF2B5EF4-FFF2-40B4-BE49-F238E27FC236}">
                <a16:creationId xmlns:a16="http://schemas.microsoft.com/office/drawing/2014/main" id="{9BE929A8-52CE-5280-5475-28DD1DF393C0}"/>
              </a:ext>
            </a:extLst>
          </p:cNvPr>
          <p:cNvSpPr txBox="1"/>
          <p:nvPr/>
        </p:nvSpPr>
        <p:spPr>
          <a:xfrm>
            <a:off x="6383223" y="3454266"/>
            <a:ext cx="731502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density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77" name="features_line_1">
            <a:extLst>
              <a:ext uri="{FF2B5EF4-FFF2-40B4-BE49-F238E27FC236}">
                <a16:creationId xmlns:a16="http://schemas.microsoft.com/office/drawing/2014/main" id="{0975D1F7-B6E4-7AA9-E8F6-32D53C2E2250}"/>
              </a:ext>
            </a:extLst>
          </p:cNvPr>
          <p:cNvSpPr txBox="1"/>
          <p:nvPr/>
        </p:nvSpPr>
        <p:spPr>
          <a:xfrm>
            <a:off x="6383223" y="3628724"/>
            <a:ext cx="731502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size risk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78" name="recipes_card">
            <a:extLst>
              <a:ext uri="{FF2B5EF4-FFF2-40B4-BE49-F238E27FC236}">
                <a16:creationId xmlns:a16="http://schemas.microsoft.com/office/drawing/2014/main" id="{AD10896E-3BCA-7452-0999-D3A38947395C}"/>
              </a:ext>
            </a:extLst>
          </p:cNvPr>
          <p:cNvSpPr/>
          <p:nvPr/>
        </p:nvSpPr>
        <p:spPr>
          <a:xfrm>
            <a:off x="7332434" y="2948338"/>
            <a:ext cx="1010169" cy="872290"/>
          </a:xfrm>
          <a:prstGeom prst="roundRect">
            <a:avLst/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recipes_icon_dot">
            <a:extLst>
              <a:ext uri="{FF2B5EF4-FFF2-40B4-BE49-F238E27FC236}">
                <a16:creationId xmlns:a16="http://schemas.microsoft.com/office/drawing/2014/main" id="{616CD0B9-357D-1283-3597-CF156D7DE1B7}"/>
              </a:ext>
            </a:extLst>
          </p:cNvPr>
          <p:cNvSpPr/>
          <p:nvPr/>
        </p:nvSpPr>
        <p:spPr>
          <a:xfrm>
            <a:off x="7445642" y="3148965"/>
            <a:ext cx="139334" cy="139566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recipes_icon_label">
            <a:extLst>
              <a:ext uri="{FF2B5EF4-FFF2-40B4-BE49-F238E27FC236}">
                <a16:creationId xmlns:a16="http://schemas.microsoft.com/office/drawing/2014/main" id="{F1541B30-AC80-4411-E98C-2E74D9CE305B}"/>
              </a:ext>
            </a:extLst>
          </p:cNvPr>
          <p:cNvSpPr txBox="1"/>
          <p:nvPr/>
        </p:nvSpPr>
        <p:spPr>
          <a:xfrm>
            <a:off x="7445642" y="3154548"/>
            <a:ext cx="13933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R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81" name="recipes_title">
            <a:extLst>
              <a:ext uri="{FF2B5EF4-FFF2-40B4-BE49-F238E27FC236}">
                <a16:creationId xmlns:a16="http://schemas.microsoft.com/office/drawing/2014/main" id="{A61DCB61-B901-AB99-485E-99FD7424885D}"/>
              </a:ext>
            </a:extLst>
          </p:cNvPr>
          <p:cNvSpPr txBox="1"/>
          <p:nvPr/>
        </p:nvSpPr>
        <p:spPr>
          <a:xfrm>
            <a:off x="7654643" y="3114073"/>
            <a:ext cx="618293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Recipes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2" name="recipes_line_0">
            <a:extLst>
              <a:ext uri="{FF2B5EF4-FFF2-40B4-BE49-F238E27FC236}">
                <a16:creationId xmlns:a16="http://schemas.microsoft.com/office/drawing/2014/main" id="{6531451B-1DAB-EAF3-5EC0-93BCFB807E5D}"/>
              </a:ext>
            </a:extLst>
          </p:cNvPr>
          <p:cNvSpPr txBox="1"/>
          <p:nvPr/>
        </p:nvSpPr>
        <p:spPr>
          <a:xfrm>
            <a:off x="7506601" y="3454266"/>
            <a:ext cx="731502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profile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3" name="recipes_line_1">
            <a:extLst>
              <a:ext uri="{FF2B5EF4-FFF2-40B4-BE49-F238E27FC236}">
                <a16:creationId xmlns:a16="http://schemas.microsoft.com/office/drawing/2014/main" id="{72C4C9F6-2082-005D-C7D2-EE5DC6C02EBA}"/>
              </a:ext>
            </a:extLst>
          </p:cNvPr>
          <p:cNvSpPr txBox="1"/>
          <p:nvPr/>
        </p:nvSpPr>
        <p:spPr>
          <a:xfrm>
            <a:off x="7506601" y="3628724"/>
            <a:ext cx="731502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variant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4" name="theme_card">
            <a:extLst>
              <a:ext uri="{FF2B5EF4-FFF2-40B4-BE49-F238E27FC236}">
                <a16:creationId xmlns:a16="http://schemas.microsoft.com/office/drawing/2014/main" id="{DBED94EA-E652-F291-7CA2-DBC6F1E70E08}"/>
              </a:ext>
            </a:extLst>
          </p:cNvPr>
          <p:cNvSpPr/>
          <p:nvPr/>
        </p:nvSpPr>
        <p:spPr>
          <a:xfrm>
            <a:off x="8455812" y="2948338"/>
            <a:ext cx="1010169" cy="872290"/>
          </a:xfrm>
          <a:prstGeom prst="roundRect">
            <a:avLst/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heme_icon_dot">
            <a:extLst>
              <a:ext uri="{FF2B5EF4-FFF2-40B4-BE49-F238E27FC236}">
                <a16:creationId xmlns:a16="http://schemas.microsoft.com/office/drawing/2014/main" id="{0A6765A4-653D-4D94-724F-C7FC511E4D7A}"/>
              </a:ext>
            </a:extLst>
          </p:cNvPr>
          <p:cNvSpPr/>
          <p:nvPr/>
        </p:nvSpPr>
        <p:spPr>
          <a:xfrm>
            <a:off x="8569020" y="3148965"/>
            <a:ext cx="139334" cy="139566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theme_icon_label">
            <a:extLst>
              <a:ext uri="{FF2B5EF4-FFF2-40B4-BE49-F238E27FC236}">
                <a16:creationId xmlns:a16="http://schemas.microsoft.com/office/drawing/2014/main" id="{FD8AA493-EA8D-EF0F-D39A-BC8DA32114EF}"/>
              </a:ext>
            </a:extLst>
          </p:cNvPr>
          <p:cNvSpPr txBox="1"/>
          <p:nvPr/>
        </p:nvSpPr>
        <p:spPr>
          <a:xfrm>
            <a:off x="8569020" y="3154548"/>
            <a:ext cx="13933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T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87" name="theme_title">
            <a:extLst>
              <a:ext uri="{FF2B5EF4-FFF2-40B4-BE49-F238E27FC236}">
                <a16:creationId xmlns:a16="http://schemas.microsoft.com/office/drawing/2014/main" id="{DA1A2A2D-856D-62FA-6ACE-1CF580EECEFC}"/>
              </a:ext>
            </a:extLst>
          </p:cNvPr>
          <p:cNvSpPr txBox="1"/>
          <p:nvPr/>
        </p:nvSpPr>
        <p:spPr>
          <a:xfrm>
            <a:off x="8778021" y="3114073"/>
            <a:ext cx="618293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Theme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8" name="theme_line_0">
            <a:extLst>
              <a:ext uri="{FF2B5EF4-FFF2-40B4-BE49-F238E27FC236}">
                <a16:creationId xmlns:a16="http://schemas.microsoft.com/office/drawing/2014/main" id="{F8A12BD6-C8D6-CE99-1BBD-9E746BB5A856}"/>
              </a:ext>
            </a:extLst>
          </p:cNvPr>
          <p:cNvSpPr txBox="1"/>
          <p:nvPr/>
        </p:nvSpPr>
        <p:spPr>
          <a:xfrm>
            <a:off x="8629979" y="3454266"/>
            <a:ext cx="731502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harmony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9" name="theme_line_1">
            <a:extLst>
              <a:ext uri="{FF2B5EF4-FFF2-40B4-BE49-F238E27FC236}">
                <a16:creationId xmlns:a16="http://schemas.microsoft.com/office/drawing/2014/main" id="{999DD06F-2559-CE9D-4F84-F186FA5E689C}"/>
              </a:ext>
            </a:extLst>
          </p:cNvPr>
          <p:cNvSpPr txBox="1"/>
          <p:nvPr/>
        </p:nvSpPr>
        <p:spPr>
          <a:xfrm>
            <a:off x="8629979" y="3628724"/>
            <a:ext cx="731502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PPT accents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0" name="compose_card">
            <a:extLst>
              <a:ext uri="{FF2B5EF4-FFF2-40B4-BE49-F238E27FC236}">
                <a16:creationId xmlns:a16="http://schemas.microsoft.com/office/drawing/2014/main" id="{2CBC28BC-A83A-97E9-1E22-BA353A61BE36}"/>
              </a:ext>
            </a:extLst>
          </p:cNvPr>
          <p:cNvSpPr/>
          <p:nvPr/>
        </p:nvSpPr>
        <p:spPr>
          <a:xfrm>
            <a:off x="6209056" y="4047423"/>
            <a:ext cx="1010169" cy="872289"/>
          </a:xfrm>
          <a:prstGeom prst="roundRect">
            <a:avLst/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compose_icon_dot">
            <a:extLst>
              <a:ext uri="{FF2B5EF4-FFF2-40B4-BE49-F238E27FC236}">
                <a16:creationId xmlns:a16="http://schemas.microsoft.com/office/drawing/2014/main" id="{FA300DFC-019B-9465-801F-BD119ADB2B17}"/>
              </a:ext>
            </a:extLst>
          </p:cNvPr>
          <p:cNvSpPr/>
          <p:nvPr/>
        </p:nvSpPr>
        <p:spPr>
          <a:xfrm>
            <a:off x="6322265" y="4248050"/>
            <a:ext cx="139334" cy="139566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compose_icon_label">
            <a:extLst>
              <a:ext uri="{FF2B5EF4-FFF2-40B4-BE49-F238E27FC236}">
                <a16:creationId xmlns:a16="http://schemas.microsoft.com/office/drawing/2014/main" id="{DB648192-C431-A2A4-6AEC-F482331D5638}"/>
              </a:ext>
            </a:extLst>
          </p:cNvPr>
          <p:cNvSpPr txBox="1"/>
          <p:nvPr/>
        </p:nvSpPr>
        <p:spPr>
          <a:xfrm>
            <a:off x="6322265" y="4253632"/>
            <a:ext cx="13933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C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3" name="compose_title">
            <a:extLst>
              <a:ext uri="{FF2B5EF4-FFF2-40B4-BE49-F238E27FC236}">
                <a16:creationId xmlns:a16="http://schemas.microsoft.com/office/drawing/2014/main" id="{5CBE7730-393C-91AB-8163-A553EE4FE3E2}"/>
              </a:ext>
            </a:extLst>
          </p:cNvPr>
          <p:cNvSpPr txBox="1"/>
          <p:nvPr/>
        </p:nvSpPr>
        <p:spPr>
          <a:xfrm>
            <a:off x="6531265" y="4213158"/>
            <a:ext cx="618293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Compose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94" name="compose_line_0">
            <a:extLst>
              <a:ext uri="{FF2B5EF4-FFF2-40B4-BE49-F238E27FC236}">
                <a16:creationId xmlns:a16="http://schemas.microsoft.com/office/drawing/2014/main" id="{056568FA-E55C-0088-E005-AA04F44A5D09}"/>
              </a:ext>
            </a:extLst>
          </p:cNvPr>
          <p:cNvSpPr txBox="1"/>
          <p:nvPr/>
        </p:nvSpPr>
        <p:spPr>
          <a:xfrm>
            <a:off x="6383223" y="4553351"/>
            <a:ext cx="731502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regions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5" name="compose_line_1">
            <a:extLst>
              <a:ext uri="{FF2B5EF4-FFF2-40B4-BE49-F238E27FC236}">
                <a16:creationId xmlns:a16="http://schemas.microsoft.com/office/drawing/2014/main" id="{AC871981-23EB-2032-B13A-F39C6722FB93}"/>
              </a:ext>
            </a:extLst>
          </p:cNvPr>
          <p:cNvSpPr txBox="1"/>
          <p:nvPr/>
        </p:nvSpPr>
        <p:spPr>
          <a:xfrm>
            <a:off x="6383223" y="4727809"/>
            <a:ext cx="731502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overflow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6" name="objects_card">
            <a:extLst>
              <a:ext uri="{FF2B5EF4-FFF2-40B4-BE49-F238E27FC236}">
                <a16:creationId xmlns:a16="http://schemas.microsoft.com/office/drawing/2014/main" id="{5654B933-88CF-8DA9-41FC-F8D1CF5667F9}"/>
              </a:ext>
            </a:extLst>
          </p:cNvPr>
          <p:cNvSpPr/>
          <p:nvPr/>
        </p:nvSpPr>
        <p:spPr>
          <a:xfrm>
            <a:off x="7332434" y="4047423"/>
            <a:ext cx="1010169" cy="872289"/>
          </a:xfrm>
          <a:prstGeom prst="roundRect">
            <a:avLst/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objects_icon_dot">
            <a:extLst>
              <a:ext uri="{FF2B5EF4-FFF2-40B4-BE49-F238E27FC236}">
                <a16:creationId xmlns:a16="http://schemas.microsoft.com/office/drawing/2014/main" id="{E42CE8F3-2796-72BC-4CDE-E7C169203A31}"/>
              </a:ext>
            </a:extLst>
          </p:cNvPr>
          <p:cNvSpPr/>
          <p:nvPr/>
        </p:nvSpPr>
        <p:spPr>
          <a:xfrm>
            <a:off x="7445642" y="4248050"/>
            <a:ext cx="139334" cy="139566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objects_icon_label">
            <a:extLst>
              <a:ext uri="{FF2B5EF4-FFF2-40B4-BE49-F238E27FC236}">
                <a16:creationId xmlns:a16="http://schemas.microsoft.com/office/drawing/2014/main" id="{8DF0E87F-7D5F-3C08-BA66-5B17480D42BF}"/>
              </a:ext>
            </a:extLst>
          </p:cNvPr>
          <p:cNvSpPr txBox="1"/>
          <p:nvPr/>
        </p:nvSpPr>
        <p:spPr>
          <a:xfrm>
            <a:off x="7445642" y="4253632"/>
            <a:ext cx="13933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O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9" name="objects_title">
            <a:extLst>
              <a:ext uri="{FF2B5EF4-FFF2-40B4-BE49-F238E27FC236}">
                <a16:creationId xmlns:a16="http://schemas.microsoft.com/office/drawing/2014/main" id="{B1B33239-7D2B-CF3E-C063-6C5390EECC2E}"/>
              </a:ext>
            </a:extLst>
          </p:cNvPr>
          <p:cNvSpPr txBox="1"/>
          <p:nvPr/>
        </p:nvSpPr>
        <p:spPr>
          <a:xfrm>
            <a:off x="7654643" y="4213158"/>
            <a:ext cx="618293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Objects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00" name="objects_line_0">
            <a:extLst>
              <a:ext uri="{FF2B5EF4-FFF2-40B4-BE49-F238E27FC236}">
                <a16:creationId xmlns:a16="http://schemas.microsoft.com/office/drawing/2014/main" id="{54D557BD-5A89-DFF1-7DE6-6E1B8D0D98CB}"/>
              </a:ext>
            </a:extLst>
          </p:cNvPr>
          <p:cNvSpPr txBox="1"/>
          <p:nvPr/>
        </p:nvSpPr>
        <p:spPr>
          <a:xfrm>
            <a:off x="7506601" y="4553351"/>
            <a:ext cx="731502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charts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1" name="objects_line_1">
            <a:extLst>
              <a:ext uri="{FF2B5EF4-FFF2-40B4-BE49-F238E27FC236}">
                <a16:creationId xmlns:a16="http://schemas.microsoft.com/office/drawing/2014/main" id="{5583A870-FA42-5EF4-A6EC-556898E22AB9}"/>
              </a:ext>
            </a:extLst>
          </p:cNvPr>
          <p:cNvSpPr txBox="1"/>
          <p:nvPr/>
        </p:nvSpPr>
        <p:spPr>
          <a:xfrm>
            <a:off x="7506601" y="4727809"/>
            <a:ext cx="731502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icons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2" name="decorate_card">
            <a:extLst>
              <a:ext uri="{FF2B5EF4-FFF2-40B4-BE49-F238E27FC236}">
                <a16:creationId xmlns:a16="http://schemas.microsoft.com/office/drawing/2014/main" id="{E9837E25-0671-CD25-17A4-D8E769BDDC90}"/>
              </a:ext>
            </a:extLst>
          </p:cNvPr>
          <p:cNvSpPr/>
          <p:nvPr/>
        </p:nvSpPr>
        <p:spPr>
          <a:xfrm>
            <a:off x="8455812" y="4047423"/>
            <a:ext cx="1010169" cy="872289"/>
          </a:xfrm>
          <a:prstGeom prst="roundRect">
            <a:avLst/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decorate_icon_dot">
            <a:extLst>
              <a:ext uri="{FF2B5EF4-FFF2-40B4-BE49-F238E27FC236}">
                <a16:creationId xmlns:a16="http://schemas.microsoft.com/office/drawing/2014/main" id="{0249FE43-FDF7-63C0-EB7C-09FCA9A3B18A}"/>
              </a:ext>
            </a:extLst>
          </p:cNvPr>
          <p:cNvSpPr/>
          <p:nvPr/>
        </p:nvSpPr>
        <p:spPr>
          <a:xfrm>
            <a:off x="8569020" y="4248050"/>
            <a:ext cx="139334" cy="139566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decorate_icon_label">
            <a:extLst>
              <a:ext uri="{FF2B5EF4-FFF2-40B4-BE49-F238E27FC236}">
                <a16:creationId xmlns:a16="http://schemas.microsoft.com/office/drawing/2014/main" id="{C23B418A-7E47-CBAF-8429-DB25749FC62F}"/>
              </a:ext>
            </a:extLst>
          </p:cNvPr>
          <p:cNvSpPr txBox="1"/>
          <p:nvPr/>
        </p:nvSpPr>
        <p:spPr>
          <a:xfrm>
            <a:off x="8569020" y="4253632"/>
            <a:ext cx="13933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D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05" name="decorate_title">
            <a:extLst>
              <a:ext uri="{FF2B5EF4-FFF2-40B4-BE49-F238E27FC236}">
                <a16:creationId xmlns:a16="http://schemas.microsoft.com/office/drawing/2014/main" id="{12A236B7-6A3F-3621-08C7-43907B2F40EE}"/>
              </a:ext>
            </a:extLst>
          </p:cNvPr>
          <p:cNvSpPr txBox="1"/>
          <p:nvPr/>
        </p:nvSpPr>
        <p:spPr>
          <a:xfrm>
            <a:off x="8778021" y="4213158"/>
            <a:ext cx="618293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Decorate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06" name="decorate_line_0">
            <a:extLst>
              <a:ext uri="{FF2B5EF4-FFF2-40B4-BE49-F238E27FC236}">
                <a16:creationId xmlns:a16="http://schemas.microsoft.com/office/drawing/2014/main" id="{9DEBECD1-B202-CF8F-1BAC-82E0F0A7DF49}"/>
              </a:ext>
            </a:extLst>
          </p:cNvPr>
          <p:cNvSpPr txBox="1"/>
          <p:nvPr/>
        </p:nvSpPr>
        <p:spPr>
          <a:xfrm>
            <a:off x="8629979" y="4553351"/>
            <a:ext cx="731502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type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7" name="decorate_line_1">
            <a:extLst>
              <a:ext uri="{FF2B5EF4-FFF2-40B4-BE49-F238E27FC236}">
                <a16:creationId xmlns:a16="http://schemas.microsoft.com/office/drawing/2014/main" id="{73C4714C-8DE2-9E64-C9F8-C0BF3031D454}"/>
              </a:ext>
            </a:extLst>
          </p:cNvPr>
          <p:cNvSpPr txBox="1"/>
          <p:nvPr/>
        </p:nvSpPr>
        <p:spPr>
          <a:xfrm>
            <a:off x="8629979" y="4727809"/>
            <a:ext cx="731502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effects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8" name="styled_ir_card">
            <a:extLst>
              <a:ext uri="{FF2B5EF4-FFF2-40B4-BE49-F238E27FC236}">
                <a16:creationId xmlns:a16="http://schemas.microsoft.com/office/drawing/2014/main" id="{B5F533A2-1111-8081-E30F-B750D63F7FF8}"/>
              </a:ext>
            </a:extLst>
          </p:cNvPr>
          <p:cNvSpPr/>
          <p:nvPr/>
        </p:nvSpPr>
        <p:spPr>
          <a:xfrm>
            <a:off x="9971065" y="2036796"/>
            <a:ext cx="1741671" cy="915904"/>
          </a:xfrm>
          <a:prstGeom prst="roundRect">
            <a:avLst/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styled_ir_icon_dot">
            <a:extLst>
              <a:ext uri="{FF2B5EF4-FFF2-40B4-BE49-F238E27FC236}">
                <a16:creationId xmlns:a16="http://schemas.microsoft.com/office/drawing/2014/main" id="{1DFBB19D-A283-6121-ADA9-A39FA11ED9E7}"/>
              </a:ext>
            </a:extLst>
          </p:cNvPr>
          <p:cNvSpPr/>
          <p:nvPr/>
        </p:nvSpPr>
        <p:spPr>
          <a:xfrm>
            <a:off x="10127815" y="2263591"/>
            <a:ext cx="191584" cy="191904"/>
          </a:xfrm>
          <a:prstGeom prst="ellipse">
            <a:avLst/>
          </a:prstGeom>
          <a:solidFill>
            <a:srgbClr val="818CF8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styled_ir_icon_label">
            <a:extLst>
              <a:ext uri="{FF2B5EF4-FFF2-40B4-BE49-F238E27FC236}">
                <a16:creationId xmlns:a16="http://schemas.microsoft.com/office/drawing/2014/main" id="{A240514E-14B0-27A6-0CA1-410C1BBC5299}"/>
              </a:ext>
            </a:extLst>
          </p:cNvPr>
          <p:cNvSpPr txBox="1"/>
          <p:nvPr/>
        </p:nvSpPr>
        <p:spPr>
          <a:xfrm>
            <a:off x="10127815" y="2271267"/>
            <a:ext cx="19158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S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11" name="styled_ir_title">
            <a:extLst>
              <a:ext uri="{FF2B5EF4-FFF2-40B4-BE49-F238E27FC236}">
                <a16:creationId xmlns:a16="http://schemas.microsoft.com/office/drawing/2014/main" id="{12FA0D02-9ECB-22CE-7783-8D9D720871AE}"/>
              </a:ext>
            </a:extLst>
          </p:cNvPr>
          <p:cNvSpPr txBox="1"/>
          <p:nvPr/>
        </p:nvSpPr>
        <p:spPr>
          <a:xfrm>
            <a:off x="10432607" y="2254868"/>
            <a:ext cx="1210461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168" b="1">
                <a:solidFill>
                  <a:srgbClr val="111827"/>
                </a:solidFill>
                <a:latin typeface="Aptos" panose="020B0004020202020204" pitchFamily="34" charset="0"/>
              </a:rPr>
              <a:t>Styled Deck IR</a:t>
            </a:r>
            <a:endParaRPr lang="ko-KR" altLang="en-US" sz="1168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12" name="styled_ir_line_0">
            <a:extLst>
              <a:ext uri="{FF2B5EF4-FFF2-40B4-BE49-F238E27FC236}">
                <a16:creationId xmlns:a16="http://schemas.microsoft.com/office/drawing/2014/main" id="{2C19E6FA-3DF9-C21D-0615-A4ACE232D888}"/>
              </a:ext>
            </a:extLst>
          </p:cNvPr>
          <p:cNvSpPr txBox="1"/>
          <p:nvPr/>
        </p:nvSpPr>
        <p:spPr>
          <a:xfrm>
            <a:off x="10223607" y="2595061"/>
            <a:ext cx="1384628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renderer-neutral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13" name="styled_ir_line_1">
            <a:extLst>
              <a:ext uri="{FF2B5EF4-FFF2-40B4-BE49-F238E27FC236}">
                <a16:creationId xmlns:a16="http://schemas.microsoft.com/office/drawing/2014/main" id="{B3484CC4-B2D3-3B8B-94E9-2BAE74B61890}"/>
              </a:ext>
            </a:extLst>
          </p:cNvPr>
          <p:cNvSpPr txBox="1"/>
          <p:nvPr/>
        </p:nvSpPr>
        <p:spPr>
          <a:xfrm>
            <a:off x="10223607" y="2760796"/>
            <a:ext cx="1384628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coherent contract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14" name="renderers_card">
            <a:extLst>
              <a:ext uri="{FF2B5EF4-FFF2-40B4-BE49-F238E27FC236}">
                <a16:creationId xmlns:a16="http://schemas.microsoft.com/office/drawing/2014/main" id="{B798357B-D1F0-F668-8020-4BC4521E2D2A}"/>
              </a:ext>
            </a:extLst>
          </p:cNvPr>
          <p:cNvSpPr/>
          <p:nvPr/>
        </p:nvSpPr>
        <p:spPr>
          <a:xfrm>
            <a:off x="9971065" y="3401929"/>
            <a:ext cx="1741671" cy="915904"/>
          </a:xfrm>
          <a:prstGeom prst="roundRect">
            <a:avLst/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renderers_icon_dot">
            <a:extLst>
              <a:ext uri="{FF2B5EF4-FFF2-40B4-BE49-F238E27FC236}">
                <a16:creationId xmlns:a16="http://schemas.microsoft.com/office/drawing/2014/main" id="{1E597368-54E5-4F62-0200-CF69B47FAA1F}"/>
              </a:ext>
            </a:extLst>
          </p:cNvPr>
          <p:cNvSpPr/>
          <p:nvPr/>
        </p:nvSpPr>
        <p:spPr>
          <a:xfrm>
            <a:off x="10127815" y="3628724"/>
            <a:ext cx="191584" cy="191904"/>
          </a:xfrm>
          <a:prstGeom prst="ellipse">
            <a:avLst/>
          </a:prstGeom>
          <a:solidFill>
            <a:srgbClr val="818CF8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6" name="renderers_icon_label">
            <a:extLst>
              <a:ext uri="{FF2B5EF4-FFF2-40B4-BE49-F238E27FC236}">
                <a16:creationId xmlns:a16="http://schemas.microsoft.com/office/drawing/2014/main" id="{8CF317E5-EF82-C39E-D23B-32D63C584844}"/>
              </a:ext>
            </a:extLst>
          </p:cNvPr>
          <p:cNvSpPr txBox="1"/>
          <p:nvPr/>
        </p:nvSpPr>
        <p:spPr>
          <a:xfrm>
            <a:off x="10127815" y="3636401"/>
            <a:ext cx="19158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R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17" name="renderers_title">
            <a:extLst>
              <a:ext uri="{FF2B5EF4-FFF2-40B4-BE49-F238E27FC236}">
                <a16:creationId xmlns:a16="http://schemas.microsoft.com/office/drawing/2014/main" id="{164A5BBB-EA70-90B9-FA9B-C8A5F9CDD265}"/>
              </a:ext>
            </a:extLst>
          </p:cNvPr>
          <p:cNvSpPr txBox="1"/>
          <p:nvPr/>
        </p:nvSpPr>
        <p:spPr>
          <a:xfrm>
            <a:off x="10432607" y="3620001"/>
            <a:ext cx="1210461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168" b="1">
                <a:solidFill>
                  <a:srgbClr val="111827"/>
                </a:solidFill>
                <a:latin typeface="Aptos" panose="020B0004020202020204" pitchFamily="34" charset="0"/>
              </a:rPr>
              <a:t>Renderers</a:t>
            </a:r>
            <a:endParaRPr lang="ko-KR" altLang="en-US" sz="1168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18" name="renderers_line_0">
            <a:extLst>
              <a:ext uri="{FF2B5EF4-FFF2-40B4-BE49-F238E27FC236}">
                <a16:creationId xmlns:a16="http://schemas.microsoft.com/office/drawing/2014/main" id="{C725CB7C-AE93-988E-1BE9-8486881953CE}"/>
              </a:ext>
            </a:extLst>
          </p:cNvPr>
          <p:cNvSpPr txBox="1"/>
          <p:nvPr/>
        </p:nvSpPr>
        <p:spPr>
          <a:xfrm>
            <a:off x="10223607" y="3960194"/>
            <a:ext cx="1384628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editable PPTX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19" name="renderers_line_1">
            <a:extLst>
              <a:ext uri="{FF2B5EF4-FFF2-40B4-BE49-F238E27FC236}">
                <a16:creationId xmlns:a16="http://schemas.microsoft.com/office/drawing/2014/main" id="{5A9C0846-86CF-53A3-2E05-6853C60DF5BA}"/>
              </a:ext>
            </a:extLst>
          </p:cNvPr>
          <p:cNvSpPr txBox="1"/>
          <p:nvPr/>
        </p:nvSpPr>
        <p:spPr>
          <a:xfrm>
            <a:off x="10223607" y="4125929"/>
            <a:ext cx="1384628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HTML / PDF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20" name="visual_check">
            <a:extLst>
              <a:ext uri="{FF2B5EF4-FFF2-40B4-BE49-F238E27FC236}">
                <a16:creationId xmlns:a16="http://schemas.microsoft.com/office/drawing/2014/main" id="{04CD1632-61D4-E307-5B5C-AC44676FF064}"/>
              </a:ext>
            </a:extLst>
          </p:cNvPr>
          <p:cNvSpPr/>
          <p:nvPr/>
        </p:nvSpPr>
        <p:spPr>
          <a:xfrm>
            <a:off x="9927523" y="4466122"/>
            <a:ext cx="1828755" cy="523373"/>
          </a:xfrm>
          <a:prstGeom prst="roundRect">
            <a:avLst/>
          </a:prstGeom>
          <a:solidFill>
            <a:srgbClr val="FFF1F2"/>
          </a:solidFill>
          <a:ln w="12627">
            <a:solidFill>
              <a:srgbClr val="BE123C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visual_check_stripe">
            <a:extLst>
              <a:ext uri="{FF2B5EF4-FFF2-40B4-BE49-F238E27FC236}">
                <a16:creationId xmlns:a16="http://schemas.microsoft.com/office/drawing/2014/main" id="{14F87290-B6C6-B726-9E66-9A44B50EAE40}"/>
              </a:ext>
            </a:extLst>
          </p:cNvPr>
          <p:cNvSpPr/>
          <p:nvPr/>
        </p:nvSpPr>
        <p:spPr>
          <a:xfrm>
            <a:off x="9927523" y="4553351"/>
            <a:ext cx="56605" cy="348916"/>
          </a:xfrm>
          <a:prstGeom prst="roundRect">
            <a:avLst/>
          </a:prstGeom>
          <a:solidFill>
            <a:srgbClr val="BE123C"/>
          </a:solidFill>
          <a:ln w="0">
            <a:solidFill>
              <a:srgbClr val="BE12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2" name="visual_check_seal_icon_dot">
            <a:extLst>
              <a:ext uri="{FF2B5EF4-FFF2-40B4-BE49-F238E27FC236}">
                <a16:creationId xmlns:a16="http://schemas.microsoft.com/office/drawing/2014/main" id="{D6482650-1FD1-DAF5-EA5C-E09820F06B38}"/>
              </a:ext>
            </a:extLst>
          </p:cNvPr>
          <p:cNvSpPr/>
          <p:nvPr/>
        </p:nvSpPr>
        <p:spPr>
          <a:xfrm>
            <a:off x="10023315" y="4579520"/>
            <a:ext cx="296085" cy="296578"/>
          </a:xfrm>
          <a:prstGeom prst="ellipse">
            <a:avLst/>
          </a:prstGeom>
          <a:solidFill>
            <a:srgbClr val="BE123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visual_check_seal_icon_label">
            <a:extLst>
              <a:ext uri="{FF2B5EF4-FFF2-40B4-BE49-F238E27FC236}">
                <a16:creationId xmlns:a16="http://schemas.microsoft.com/office/drawing/2014/main" id="{CF0A6E03-DA69-D3A4-5C2B-EEBBEB8C257C}"/>
              </a:ext>
            </a:extLst>
          </p:cNvPr>
          <p:cNvSpPr txBox="1"/>
          <p:nvPr/>
        </p:nvSpPr>
        <p:spPr>
          <a:xfrm>
            <a:off x="10023315" y="4591383"/>
            <a:ext cx="29608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V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24" name="visual_check_label">
            <a:extLst>
              <a:ext uri="{FF2B5EF4-FFF2-40B4-BE49-F238E27FC236}">
                <a16:creationId xmlns:a16="http://schemas.microsoft.com/office/drawing/2014/main" id="{5777028A-F86D-0A9C-BFA6-B9ADDB7D99C3}"/>
              </a:ext>
            </a:extLst>
          </p:cNvPr>
          <p:cNvSpPr txBox="1"/>
          <p:nvPr/>
        </p:nvSpPr>
        <p:spPr>
          <a:xfrm>
            <a:off x="10415191" y="4570797"/>
            <a:ext cx="1254003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980" b="1">
                <a:solidFill>
                  <a:srgbClr val="881337"/>
                </a:solidFill>
                <a:latin typeface="Aptos" panose="020B0004020202020204" pitchFamily="34" charset="0"/>
              </a:rPr>
              <a:t>PROOF POINT</a:t>
            </a:r>
            <a:endParaRPr lang="ko-KR" altLang="en-US" sz="980" b="1">
              <a:solidFill>
                <a:srgbClr val="881337"/>
              </a:solidFill>
              <a:latin typeface="Aptos" panose="020B0004020202020204" pitchFamily="34" charset="0"/>
            </a:endParaRPr>
          </a:p>
        </p:txBody>
      </p:sp>
      <p:sp>
        <p:nvSpPr>
          <p:cNvPr id="125" name="visual_check_text">
            <a:extLst>
              <a:ext uri="{FF2B5EF4-FFF2-40B4-BE49-F238E27FC236}">
                <a16:creationId xmlns:a16="http://schemas.microsoft.com/office/drawing/2014/main" id="{0EB08A58-0C1C-8B6E-14C7-99C1202DBD41}"/>
              </a:ext>
            </a:extLst>
          </p:cNvPr>
          <p:cNvSpPr txBox="1"/>
          <p:nvPr/>
        </p:nvSpPr>
        <p:spPr>
          <a:xfrm>
            <a:off x="10415191" y="4753978"/>
            <a:ext cx="1254003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022" b="1">
                <a:solidFill>
                  <a:srgbClr val="881337"/>
                </a:solidFill>
                <a:latin typeface="Aptos" panose="020B0004020202020204" pitchFamily="34" charset="0"/>
              </a:rPr>
              <a:t>visual validation</a:t>
            </a:r>
            <a:endParaRPr lang="ko-KR" altLang="en-US" sz="1022" b="1">
              <a:solidFill>
                <a:srgbClr val="881337"/>
              </a:solidFill>
              <a:latin typeface="Aptos" panose="020B0004020202020204" pitchFamily="34" charset="0"/>
            </a:endParaRPr>
          </a:p>
        </p:txBody>
      </p:sp>
      <p:sp>
        <p:nvSpPr>
          <p:cNvPr id="126" name="coherence_band">
            <a:extLst>
              <a:ext uri="{FF2B5EF4-FFF2-40B4-BE49-F238E27FC236}">
                <a16:creationId xmlns:a16="http://schemas.microsoft.com/office/drawing/2014/main" id="{3FFFE465-6E3F-800F-FB8E-7ED84197131F}"/>
              </a:ext>
            </a:extLst>
          </p:cNvPr>
          <p:cNvSpPr/>
          <p:nvPr/>
        </p:nvSpPr>
        <p:spPr>
          <a:xfrm>
            <a:off x="783752" y="5451809"/>
            <a:ext cx="10624192" cy="628049"/>
          </a:xfrm>
          <a:prstGeom prst="roundRect">
            <a:avLst/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coherence_title">
            <a:extLst>
              <a:ext uri="{FF2B5EF4-FFF2-40B4-BE49-F238E27FC236}">
                <a16:creationId xmlns:a16="http://schemas.microsoft.com/office/drawing/2014/main" id="{1CC9F662-BEDA-C9BC-3F4B-887555821552}"/>
              </a:ext>
            </a:extLst>
          </p:cNvPr>
          <p:cNvSpPr txBox="1"/>
          <p:nvPr/>
        </p:nvSpPr>
        <p:spPr>
          <a:xfrm>
            <a:off x="1062419" y="5617544"/>
            <a:ext cx="161104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241" b="1">
                <a:solidFill>
                  <a:srgbClr val="111827"/>
                </a:solidFill>
                <a:latin typeface="Aptos" panose="020B0004020202020204" pitchFamily="34" charset="0"/>
              </a:rPr>
              <a:t>Coherence checks</a:t>
            </a:r>
            <a:endParaRPr lang="ko-KR" altLang="en-US" sz="1241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28" name="coherence_body">
            <a:extLst>
              <a:ext uri="{FF2B5EF4-FFF2-40B4-BE49-F238E27FC236}">
                <a16:creationId xmlns:a16="http://schemas.microsoft.com/office/drawing/2014/main" id="{ED2EDA59-3D10-C8EB-8FE0-BF35D2F16703}"/>
              </a:ext>
            </a:extLst>
          </p:cNvPr>
          <p:cNvSpPr txBox="1"/>
          <p:nvPr/>
        </p:nvSpPr>
        <p:spPr>
          <a:xfrm>
            <a:off x="2830215" y="5591375"/>
            <a:ext cx="8272936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One graph per slide; text is bounded; icons are centered; arrows keep role-level style.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27680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172</Words>
  <Application>Microsoft Office PowerPoint</Application>
  <PresentationFormat>사용자 지정</PresentationFormat>
  <Paragraphs>67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Aptos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2026-06-19T18:18:11Z</dcterms:created>
  <dcterms:modified xsi:type="dcterms:W3CDTF">2026-06-19T18:18:11Z</dcterms:modified>
</cp:coreProperties>
</file>