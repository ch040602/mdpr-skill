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BFB3D8-0615-37D3-AE1B-EA799728FD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158CE0-9D32-D8B3-4AF9-3BA8DF22C8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795BC0-DCA9-DD22-5E01-C4F9C9F9E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6A2904-B63D-72E5-4EBE-E84A4663D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858DF3-7904-7AA4-150D-118D2941F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6838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D3D142-1E70-261C-F032-75188AB6A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54DA40-082D-DEC7-C697-0B9B88B1B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B7109-9121-5535-91D8-848B36EB5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128A30-AAFB-4A5C-105F-BD4A7B596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50CC19-67B7-4B8D-3AAC-EAD722563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00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CC123C-E6E9-F782-A089-DACE3A41B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935F95-1A08-72B4-24CE-13A24728BF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8C0573-0538-57AC-16D9-EEA082163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1E94F6-4070-CA24-FD68-4ABC51E19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2ACEF8-CE9E-3CE8-F4D9-B99C992BC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0057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646EDD-27F6-CD2F-D314-B844FEB64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0FCCE9-DB29-EF81-9F63-3D6B5D54F5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9F99D45-70D3-A199-B3D2-38D7A61D7F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B79DC6-33A3-EE15-FDD0-BEF87FFDD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0274CBE-E20F-96BA-B7F3-AC55A7E9C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0CB64B6-F2E9-7188-3DA9-20236C368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8762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1AD7D3-D7DE-AEA0-45CA-D2FC7FF9D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089F5E-4C57-6A65-9780-9FE5BBB469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E61E9C1-20A1-E17F-8552-CD218F4F43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477D19-9BB0-0EAF-89CB-C4793F130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B860321-3003-1FD9-D5F6-AEB22E5946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8CEBE2B-11F7-550D-CEC0-023143B2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CFC068F-E75C-7317-D62F-68BF95670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82A7D23-B989-3626-6476-F6F5908A2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4194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3DE23D-4D29-BF53-FF9D-6F055B01A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1BC2E1-DE97-85AD-DA64-B109521D1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139FE6-B5E5-5A5A-45A3-4B9BD453C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F02E17-AC0A-9D62-11D5-01A209A0A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76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2C491C-2E82-742A-9970-15038151B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A3479E6-A8C3-C38D-1FED-1C8E1CAAF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C5F618-AF77-EC13-C928-C8F132313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031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2C6E24-5E58-295E-F8CC-98608B0E1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FE4783-8294-FF42-6F7D-962CA05D6C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4F2AD73-4C93-7D12-007B-9F660AFD8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9E3913-032B-2392-12AD-2D826890B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39C3E0-D77F-397F-BAA5-F1C98B133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904968-546E-7397-F4F6-EF0AF6CAD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2201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C808E3-43E1-5098-96FB-9B19CC48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F1ED04B-52B2-A920-6D6D-C7B01A9E1D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5AB269-FB57-5A95-D483-2E1CFA0CE5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87CE6B-2A53-18B2-7C1F-B2C8415B9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C7693CE-EA97-4626-45DB-4180238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034976-7AF2-5CCC-5412-492A64D42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025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C72B02-B3F7-5A01-1F90-A07E502E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AD29D3B-56E0-6322-E7A6-B9F4229090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B95E04-4781-B68A-D7CD-9764FF1A88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173CD4-73A9-97CC-5BAB-C087A2C0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DFCBBD-E338-4DAA-1521-B69D9117B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1600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CEB0DC8-29BE-3CBD-C7D2-9E4DE96A2C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18D6D8-56EA-E690-BCA4-CFB52CD5A3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B9F2CB-0517-1750-C763-1B31B0C1E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716D94-0F63-D70B-1B1F-2E04C79A0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6E3BB3-2A2B-E0D2-DC9A-FB98A2C51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1833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B15B6-E4F8-19BA-489B-8D61C6D04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6EA60EB-3B73-C15A-FC9F-92D6556433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3D5302-E9DB-1DB3-94A3-E2D8FC9AAB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47B181-FA31-4A1A-9F99-EE3054882D27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0522DA-08BC-0952-E0F6-30AC160DE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56FFAD-950E-5EB8-BAA4-29180D689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052361-CBA1-4FAA-B7D8-32A91B69C5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3700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BBC07FA7-0780-9CA7-1129-F9C873D03E48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8FC6958F-BF06-76E2-DC69-D06BAA68DB6C}"/>
              </a:ext>
            </a:extLst>
          </p:cNvPr>
          <p:cNvCxnSpPr/>
          <p:nvPr/>
        </p:nvCxnSpPr>
        <p:spPr>
          <a:xfrm>
            <a:off x="627001" y="519884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660382F3-3295-C71D-0E23-9311D1C8F643}"/>
              </a:ext>
            </a:extLst>
          </p:cNvPr>
          <p:cNvCxnSpPr/>
          <p:nvPr/>
        </p:nvCxnSpPr>
        <p:spPr>
          <a:xfrm>
            <a:off x="3330945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9D0A476B-626F-4BDB-5C34-9468D83C2C23}"/>
              </a:ext>
            </a:extLst>
          </p:cNvPr>
          <p:cNvCxnSpPr/>
          <p:nvPr/>
        </p:nvCxnSpPr>
        <p:spPr>
          <a:xfrm>
            <a:off x="5838951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3C454BA8-C787-5F37-600C-836A23F21442}"/>
              </a:ext>
            </a:extLst>
          </p:cNvPr>
          <p:cNvCxnSpPr/>
          <p:nvPr/>
        </p:nvCxnSpPr>
        <p:spPr>
          <a:xfrm>
            <a:off x="9857856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590B2376-AEAC-D618-816C-512AF7795AEA}"/>
              </a:ext>
            </a:extLst>
          </p:cNvPr>
          <p:cNvSpPr txBox="1"/>
          <p:nvPr/>
        </p:nvSpPr>
        <p:spPr>
          <a:xfrm>
            <a:off x="592168" y="401253"/>
            <a:ext cx="714085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9F27B11C-999A-4E8A-45F8-6484CE4E3F48}"/>
              </a:ext>
            </a:extLst>
          </p:cNvPr>
          <p:cNvSpPr txBox="1"/>
          <p:nvPr/>
        </p:nvSpPr>
        <p:spPr>
          <a:xfrm>
            <a:off x="592168" y="785061"/>
            <a:ext cx="1018877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F6146D47-8BB7-B5B7-A671-CDCA44A2D966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>
              <a:gd name="adj" fmla="val 5714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88A6085E-6320-BAAF-C082-5902CEE65BC4}"/>
              </a:ext>
            </a:extLst>
          </p:cNvPr>
          <p:cNvSpPr txBox="1"/>
          <p:nvPr/>
        </p:nvSpPr>
        <p:spPr>
          <a:xfrm>
            <a:off x="992752" y="1517784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036CDB35-46A5-C407-503C-0AB58C55DA04}"/>
              </a:ext>
            </a:extLst>
          </p:cNvPr>
          <p:cNvSpPr txBox="1"/>
          <p:nvPr/>
        </p:nvSpPr>
        <p:spPr>
          <a:xfrm>
            <a:off x="992752" y="1814362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0E07AAF9-E8AD-E9A5-98C5-260482FAA21D}"/>
              </a:ext>
            </a:extLst>
          </p:cNvPr>
          <p:cNvSpPr/>
          <p:nvPr/>
        </p:nvSpPr>
        <p:spPr>
          <a:xfrm>
            <a:off x="3439800" y="1308434"/>
            <a:ext cx="2351255" cy="3750845"/>
          </a:xfrm>
          <a:prstGeom prst="roundRect">
            <a:avLst>
              <a:gd name="adj" fmla="val 5926"/>
            </a:avLst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66A1CB70-7312-FBD7-CC0A-2B1C14E4B318}"/>
              </a:ext>
            </a:extLst>
          </p:cNvPr>
          <p:cNvSpPr txBox="1"/>
          <p:nvPr/>
        </p:nvSpPr>
        <p:spPr>
          <a:xfrm>
            <a:off x="3648800" y="1517784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87645791-E4C4-9134-B993-DDF67E197FDC}"/>
              </a:ext>
            </a:extLst>
          </p:cNvPr>
          <p:cNvSpPr txBox="1"/>
          <p:nvPr/>
        </p:nvSpPr>
        <p:spPr>
          <a:xfrm>
            <a:off x="3648800" y="1814362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6F5F299C-447C-21D7-F3E6-A2AC46F6EAAB}"/>
              </a:ext>
            </a:extLst>
          </p:cNvPr>
          <p:cNvSpPr/>
          <p:nvPr/>
        </p:nvSpPr>
        <p:spPr>
          <a:xfrm>
            <a:off x="5886847" y="1308434"/>
            <a:ext cx="3901343" cy="3750845"/>
          </a:xfrm>
          <a:prstGeom prst="roundRect">
            <a:avLst>
              <a:gd name="adj" fmla="val 3715"/>
            </a:avLst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D5FE949B-88DF-71FD-A7BD-78C4C38FCCDA}"/>
              </a:ext>
            </a:extLst>
          </p:cNvPr>
          <p:cNvSpPr txBox="1"/>
          <p:nvPr/>
        </p:nvSpPr>
        <p:spPr>
          <a:xfrm>
            <a:off x="6095848" y="1517784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997DE95D-E364-C231-03F0-886F17AB25D0}"/>
              </a:ext>
            </a:extLst>
          </p:cNvPr>
          <p:cNvSpPr txBox="1"/>
          <p:nvPr/>
        </p:nvSpPr>
        <p:spPr>
          <a:xfrm>
            <a:off x="6095848" y="1814362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64EA4A91-BF38-51C5-98CB-51FD471877BD}"/>
              </a:ext>
            </a:extLst>
          </p:cNvPr>
          <p:cNvSpPr/>
          <p:nvPr/>
        </p:nvSpPr>
        <p:spPr>
          <a:xfrm>
            <a:off x="9927523" y="1308434"/>
            <a:ext cx="2002922" cy="3750845"/>
          </a:xfrm>
          <a:prstGeom prst="roundRect">
            <a:avLst>
              <a:gd name="adj" fmla="val 6957"/>
            </a:avLst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0C290D0D-1046-B83E-27D7-9CE14DB13377}"/>
              </a:ext>
            </a:extLst>
          </p:cNvPr>
          <p:cNvSpPr txBox="1"/>
          <p:nvPr/>
        </p:nvSpPr>
        <p:spPr>
          <a:xfrm>
            <a:off x="10136524" y="1517784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21C79BFD-026A-D9EA-BC0A-9EE720256138}"/>
              </a:ext>
            </a:extLst>
          </p:cNvPr>
          <p:cNvSpPr txBox="1"/>
          <p:nvPr/>
        </p:nvSpPr>
        <p:spPr>
          <a:xfrm>
            <a:off x="10136524" y="1814362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B25CCEC9-2FCE-355E-EADF-060C458F40E8}"/>
              </a:ext>
            </a:extLst>
          </p:cNvPr>
          <p:cNvCxnSpPr/>
          <p:nvPr/>
        </p:nvCxnSpPr>
        <p:spPr>
          <a:xfrm>
            <a:off x="2002921" y="2477302"/>
            <a:ext cx="0" cy="20935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CD21ED63-BF8A-43EE-2BE0-259D180BA063}"/>
              </a:ext>
            </a:extLst>
          </p:cNvPr>
          <p:cNvCxnSpPr/>
          <p:nvPr/>
        </p:nvCxnSpPr>
        <p:spPr>
          <a:xfrm>
            <a:off x="2002921" y="3628724"/>
            <a:ext cx="0" cy="279133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3EF9FB58-7D09-D286-7D2B-B2665F62DD90}"/>
              </a:ext>
            </a:extLst>
          </p:cNvPr>
          <p:cNvCxnSpPr/>
          <p:nvPr/>
        </p:nvCxnSpPr>
        <p:spPr>
          <a:xfrm>
            <a:off x="2995674" y="4396339"/>
            <a:ext cx="330917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9B28F15B-D2AA-032B-8198-40CA1214A1A5}"/>
              </a:ext>
            </a:extLst>
          </p:cNvPr>
          <p:cNvCxnSpPr/>
          <p:nvPr/>
        </p:nvCxnSpPr>
        <p:spPr>
          <a:xfrm flipV="1">
            <a:off x="3326591" y="2534001"/>
            <a:ext cx="0" cy="1862338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B5D60F31-67E0-3C29-13E3-CAE422D8DF68}"/>
              </a:ext>
            </a:extLst>
          </p:cNvPr>
          <p:cNvCxnSpPr/>
          <p:nvPr/>
        </p:nvCxnSpPr>
        <p:spPr>
          <a:xfrm>
            <a:off x="3326591" y="2534001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8124FDD9-CD42-E41E-463C-B0A6F2DDF62F}"/>
              </a:ext>
            </a:extLst>
          </p:cNvPr>
          <p:cNvCxnSpPr/>
          <p:nvPr/>
        </p:nvCxnSpPr>
        <p:spPr>
          <a:xfrm>
            <a:off x="4615428" y="2991953"/>
            <a:ext cx="0" cy="49720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4A62A13B-37E0-F288-95DC-46799C0865AF}"/>
              </a:ext>
            </a:extLst>
          </p:cNvPr>
          <p:cNvCxnSpPr/>
          <p:nvPr/>
        </p:nvCxnSpPr>
        <p:spPr>
          <a:xfrm>
            <a:off x="5573346" y="2534001"/>
            <a:ext cx="653127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1DBC5C4C-F5D9-2BB3-97AB-211E1E8FAFFA}"/>
              </a:ext>
            </a:extLst>
          </p:cNvPr>
          <p:cNvCxnSpPr/>
          <p:nvPr/>
        </p:nvCxnSpPr>
        <p:spPr>
          <a:xfrm>
            <a:off x="5573346" y="4186989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885526EA-2E67-C8AE-6F9F-D226A2766A74}"/>
              </a:ext>
            </a:extLst>
          </p:cNvPr>
          <p:cNvCxnSpPr/>
          <p:nvPr/>
        </p:nvCxnSpPr>
        <p:spPr>
          <a:xfrm flipV="1">
            <a:off x="5904264" y="3453394"/>
            <a:ext cx="0" cy="73359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A4B9C116-74A7-BE45-DF5C-868B9F41A806}"/>
              </a:ext>
            </a:extLst>
          </p:cNvPr>
          <p:cNvCxnSpPr/>
          <p:nvPr/>
        </p:nvCxnSpPr>
        <p:spPr>
          <a:xfrm>
            <a:off x="5904264" y="3453394"/>
            <a:ext cx="1567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17D20FA8-B0C1-3B56-D386-F0D873A90F0B}"/>
              </a:ext>
            </a:extLst>
          </p:cNvPr>
          <p:cNvCxnSpPr/>
          <p:nvPr/>
        </p:nvCxnSpPr>
        <p:spPr>
          <a:xfrm>
            <a:off x="7140850" y="349788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BB80CEEA-7844-476F-6D85-1FA5B7825AAC}"/>
              </a:ext>
            </a:extLst>
          </p:cNvPr>
          <p:cNvCxnSpPr/>
          <p:nvPr/>
        </p:nvCxnSpPr>
        <p:spPr>
          <a:xfrm>
            <a:off x="8377436" y="349788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3CA6E903-8BCB-5166-6199-586EB2D5439B}"/>
              </a:ext>
            </a:extLst>
          </p:cNvPr>
          <p:cNvCxnSpPr/>
          <p:nvPr/>
        </p:nvCxnSpPr>
        <p:spPr>
          <a:xfrm>
            <a:off x="6600932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79641A3E-5BCB-301D-F842-D30D988DDC93}"/>
              </a:ext>
            </a:extLst>
          </p:cNvPr>
          <p:cNvCxnSpPr/>
          <p:nvPr/>
        </p:nvCxnSpPr>
        <p:spPr>
          <a:xfrm>
            <a:off x="7837519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0A11DBF1-C577-64DB-874E-1CE4FCE447AF}"/>
              </a:ext>
            </a:extLst>
          </p:cNvPr>
          <p:cNvCxnSpPr/>
          <p:nvPr/>
        </p:nvCxnSpPr>
        <p:spPr>
          <a:xfrm>
            <a:off x="9074104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00BD5917-7E6E-495F-4C3A-8D517C75D520}"/>
              </a:ext>
            </a:extLst>
          </p:cNvPr>
          <p:cNvCxnSpPr/>
          <p:nvPr/>
        </p:nvCxnSpPr>
        <p:spPr>
          <a:xfrm>
            <a:off x="7140850" y="449229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A504134A-83E7-0887-5974-1E681AB657A8}"/>
              </a:ext>
            </a:extLst>
          </p:cNvPr>
          <p:cNvCxnSpPr/>
          <p:nvPr/>
        </p:nvCxnSpPr>
        <p:spPr>
          <a:xfrm>
            <a:off x="8377436" y="449229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8FEB8ACC-7F34-F3B9-036B-8B366137B47C}"/>
              </a:ext>
            </a:extLst>
          </p:cNvPr>
          <p:cNvCxnSpPr/>
          <p:nvPr/>
        </p:nvCxnSpPr>
        <p:spPr>
          <a:xfrm>
            <a:off x="9448564" y="2534001"/>
            <a:ext cx="627002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0AF80413-CAD0-33B0-5131-359255CA5A8B}"/>
              </a:ext>
            </a:extLst>
          </p:cNvPr>
          <p:cNvCxnSpPr/>
          <p:nvPr/>
        </p:nvCxnSpPr>
        <p:spPr>
          <a:xfrm>
            <a:off x="10928984" y="2991953"/>
            <a:ext cx="0" cy="409976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B8FD94E9-E956-AEE6-5186-3DDE902B1D1A}"/>
              </a:ext>
            </a:extLst>
          </p:cNvPr>
          <p:cNvCxnSpPr/>
          <p:nvPr/>
        </p:nvCxnSpPr>
        <p:spPr>
          <a:xfrm>
            <a:off x="10928984" y="4317833"/>
            <a:ext cx="0" cy="95952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71670E4E-AD97-0A36-4459-C70E9C294A17}"/>
              </a:ext>
            </a:extLst>
          </p:cNvPr>
          <p:cNvSpPr/>
          <p:nvPr/>
        </p:nvSpPr>
        <p:spPr>
          <a:xfrm>
            <a:off x="1654587" y="2163278"/>
            <a:ext cx="696669" cy="314024"/>
          </a:xfrm>
          <a:prstGeom prst="roundRect">
            <a:avLst>
              <a:gd name="adj" fmla="val 44370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source_chip_text">
            <a:extLst>
              <a:ext uri="{FF2B5EF4-FFF2-40B4-BE49-F238E27FC236}">
                <a16:creationId xmlns:a16="http://schemas.microsoft.com/office/drawing/2014/main" id="{87855D48-3541-7FA1-2180-9EEE59B00A1B}"/>
              </a:ext>
            </a:extLst>
          </p:cNvPr>
          <p:cNvSpPr txBox="1"/>
          <p:nvPr/>
        </p:nvSpPr>
        <p:spPr>
          <a:xfrm>
            <a:off x="1724254" y="2163278"/>
            <a:ext cx="557335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3" name="markdown_card">
            <a:extLst>
              <a:ext uri="{FF2B5EF4-FFF2-40B4-BE49-F238E27FC236}">
                <a16:creationId xmlns:a16="http://schemas.microsoft.com/office/drawing/2014/main" id="{AD5B18E5-F5A2-A818-3A1F-E7DF815D82DC}"/>
              </a:ext>
            </a:extLst>
          </p:cNvPr>
          <p:cNvSpPr/>
          <p:nvPr/>
        </p:nvSpPr>
        <p:spPr>
          <a:xfrm>
            <a:off x="1010169" y="2686652"/>
            <a:ext cx="1985505" cy="942072"/>
          </a:xfrm>
          <a:prstGeom prst="roundRect">
            <a:avLst>
              <a:gd name="adj" fmla="val 14790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markdown_icon_dot">
            <a:extLst>
              <a:ext uri="{FF2B5EF4-FFF2-40B4-BE49-F238E27FC236}">
                <a16:creationId xmlns:a16="http://schemas.microsoft.com/office/drawing/2014/main" id="{32F70DE0-0A02-FBD6-BF88-E6B6784AA532}"/>
              </a:ext>
            </a:extLst>
          </p:cNvPr>
          <p:cNvSpPr/>
          <p:nvPr/>
        </p:nvSpPr>
        <p:spPr>
          <a:xfrm>
            <a:off x="1179982" y="2909085"/>
            <a:ext cx="217709" cy="218073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markdown_icon_label">
            <a:extLst>
              <a:ext uri="{FF2B5EF4-FFF2-40B4-BE49-F238E27FC236}">
                <a16:creationId xmlns:a16="http://schemas.microsoft.com/office/drawing/2014/main" id="{020214C6-725A-E4CB-947C-4BB8AC1E3698}"/>
              </a:ext>
            </a:extLst>
          </p:cNvPr>
          <p:cNvSpPr txBox="1"/>
          <p:nvPr/>
        </p:nvSpPr>
        <p:spPr>
          <a:xfrm>
            <a:off x="1179982" y="2909085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title">
            <a:extLst>
              <a:ext uri="{FF2B5EF4-FFF2-40B4-BE49-F238E27FC236}">
                <a16:creationId xmlns:a16="http://schemas.microsoft.com/office/drawing/2014/main" id="{D50D4324-4348-E40F-F479-4993672D44DB}"/>
              </a:ext>
            </a:extLst>
          </p:cNvPr>
          <p:cNvSpPr txBox="1"/>
          <p:nvPr/>
        </p:nvSpPr>
        <p:spPr>
          <a:xfrm>
            <a:off x="1515254" y="2904724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7" name="markdown_line_0">
            <a:extLst>
              <a:ext uri="{FF2B5EF4-FFF2-40B4-BE49-F238E27FC236}">
                <a16:creationId xmlns:a16="http://schemas.microsoft.com/office/drawing/2014/main" id="{718A56CD-E826-B448-B8AE-F665F784B285}"/>
              </a:ext>
            </a:extLst>
          </p:cNvPr>
          <p:cNvSpPr txBox="1"/>
          <p:nvPr/>
        </p:nvSpPr>
        <p:spPr>
          <a:xfrm>
            <a:off x="1297545" y="324491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8" name="markdown_line_1">
            <a:extLst>
              <a:ext uri="{FF2B5EF4-FFF2-40B4-BE49-F238E27FC236}">
                <a16:creationId xmlns:a16="http://schemas.microsoft.com/office/drawing/2014/main" id="{61D573E8-1C34-A526-F679-5B0661EA2606}"/>
              </a:ext>
            </a:extLst>
          </p:cNvPr>
          <p:cNvSpPr txBox="1"/>
          <p:nvPr/>
        </p:nvSpPr>
        <p:spPr>
          <a:xfrm>
            <a:off x="1297545" y="341065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card">
            <a:extLst>
              <a:ext uri="{FF2B5EF4-FFF2-40B4-BE49-F238E27FC236}">
                <a16:creationId xmlns:a16="http://schemas.microsoft.com/office/drawing/2014/main" id="{E7BD497F-DA7E-9A9F-2611-0238D10B8034}"/>
              </a:ext>
            </a:extLst>
          </p:cNvPr>
          <p:cNvSpPr/>
          <p:nvPr/>
        </p:nvSpPr>
        <p:spPr>
          <a:xfrm>
            <a:off x="1010169" y="3907857"/>
            <a:ext cx="1985505" cy="976964"/>
          </a:xfrm>
          <a:prstGeom prst="roundRect">
            <a:avLst>
              <a:gd name="adj" fmla="val 1426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splitter_icon_dot">
            <a:extLst>
              <a:ext uri="{FF2B5EF4-FFF2-40B4-BE49-F238E27FC236}">
                <a16:creationId xmlns:a16="http://schemas.microsoft.com/office/drawing/2014/main" id="{EAD3FDDB-B1CA-67F6-33DC-4F8EE7B4ECC2}"/>
              </a:ext>
            </a:extLst>
          </p:cNvPr>
          <p:cNvSpPr/>
          <p:nvPr/>
        </p:nvSpPr>
        <p:spPr>
          <a:xfrm>
            <a:off x="1179982" y="4130291"/>
            <a:ext cx="217709" cy="218072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plitter_icon_label">
            <a:extLst>
              <a:ext uri="{FF2B5EF4-FFF2-40B4-BE49-F238E27FC236}">
                <a16:creationId xmlns:a16="http://schemas.microsoft.com/office/drawing/2014/main" id="{1931CB0C-2063-EB1A-82D8-36756221E5CA}"/>
              </a:ext>
            </a:extLst>
          </p:cNvPr>
          <p:cNvSpPr txBox="1"/>
          <p:nvPr/>
        </p:nvSpPr>
        <p:spPr>
          <a:xfrm>
            <a:off x="1179982" y="4130291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2" name="splitter_title">
            <a:extLst>
              <a:ext uri="{FF2B5EF4-FFF2-40B4-BE49-F238E27FC236}">
                <a16:creationId xmlns:a16="http://schemas.microsoft.com/office/drawing/2014/main" id="{FB005FBB-8C2B-CAA9-2B8A-DB4526C79D98}"/>
              </a:ext>
            </a:extLst>
          </p:cNvPr>
          <p:cNvSpPr txBox="1"/>
          <p:nvPr/>
        </p:nvSpPr>
        <p:spPr>
          <a:xfrm>
            <a:off x="1515254" y="4125929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3" name="splitter_line_0">
            <a:extLst>
              <a:ext uri="{FF2B5EF4-FFF2-40B4-BE49-F238E27FC236}">
                <a16:creationId xmlns:a16="http://schemas.microsoft.com/office/drawing/2014/main" id="{E58F6431-D221-5727-D788-9E6F02FC3EA3}"/>
              </a:ext>
            </a:extLst>
          </p:cNvPr>
          <p:cNvSpPr txBox="1"/>
          <p:nvPr/>
        </p:nvSpPr>
        <p:spPr>
          <a:xfrm>
            <a:off x="1297545" y="446612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4" name="splitter_line_1">
            <a:extLst>
              <a:ext uri="{FF2B5EF4-FFF2-40B4-BE49-F238E27FC236}">
                <a16:creationId xmlns:a16="http://schemas.microsoft.com/office/drawing/2014/main" id="{D598DCC2-2362-9797-1BE9-3B3D21E4BC17}"/>
              </a:ext>
            </a:extLst>
          </p:cNvPr>
          <p:cNvSpPr txBox="1"/>
          <p:nvPr/>
        </p:nvSpPr>
        <p:spPr>
          <a:xfrm>
            <a:off x="1297545" y="463185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card">
            <a:extLst>
              <a:ext uri="{FF2B5EF4-FFF2-40B4-BE49-F238E27FC236}">
                <a16:creationId xmlns:a16="http://schemas.microsoft.com/office/drawing/2014/main" id="{64188A96-9822-5A3A-2BDC-63AD671FEA4F}"/>
              </a:ext>
            </a:extLst>
          </p:cNvPr>
          <p:cNvSpPr/>
          <p:nvPr/>
        </p:nvSpPr>
        <p:spPr>
          <a:xfrm>
            <a:off x="3657509" y="2076049"/>
            <a:ext cx="1915838" cy="915904"/>
          </a:xfrm>
          <a:prstGeom prst="roundRect">
            <a:avLst>
              <a:gd name="adj" fmla="val 1521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ir_core_icon_dot">
            <a:extLst>
              <a:ext uri="{FF2B5EF4-FFF2-40B4-BE49-F238E27FC236}">
                <a16:creationId xmlns:a16="http://schemas.microsoft.com/office/drawing/2014/main" id="{435B1B2B-AA22-98B4-BE07-7FC16AA31726}"/>
              </a:ext>
            </a:extLst>
          </p:cNvPr>
          <p:cNvSpPr/>
          <p:nvPr/>
        </p:nvSpPr>
        <p:spPr>
          <a:xfrm>
            <a:off x="3827321" y="2298483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ir_core_icon_label">
            <a:extLst>
              <a:ext uri="{FF2B5EF4-FFF2-40B4-BE49-F238E27FC236}">
                <a16:creationId xmlns:a16="http://schemas.microsoft.com/office/drawing/2014/main" id="{F25ACC7D-430A-99E8-E8B3-C78358E73DE9}"/>
              </a:ext>
            </a:extLst>
          </p:cNvPr>
          <p:cNvSpPr txBox="1"/>
          <p:nvPr/>
        </p:nvSpPr>
        <p:spPr>
          <a:xfrm>
            <a:off x="3827321" y="229848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8" name="ir_core_title">
            <a:extLst>
              <a:ext uri="{FF2B5EF4-FFF2-40B4-BE49-F238E27FC236}">
                <a16:creationId xmlns:a16="http://schemas.microsoft.com/office/drawing/2014/main" id="{85601D28-97FA-E3D7-625A-80C8DB49F373}"/>
              </a:ext>
            </a:extLst>
          </p:cNvPr>
          <p:cNvSpPr txBox="1"/>
          <p:nvPr/>
        </p:nvSpPr>
        <p:spPr>
          <a:xfrm>
            <a:off x="4162593" y="2294121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9" name="ir_core_line_0">
            <a:extLst>
              <a:ext uri="{FF2B5EF4-FFF2-40B4-BE49-F238E27FC236}">
                <a16:creationId xmlns:a16="http://schemas.microsoft.com/office/drawing/2014/main" id="{AF2FC9AC-0996-14F7-9342-849A23797D80}"/>
              </a:ext>
            </a:extLst>
          </p:cNvPr>
          <p:cNvSpPr txBox="1"/>
          <p:nvPr/>
        </p:nvSpPr>
        <p:spPr>
          <a:xfrm>
            <a:off x="3944884" y="2634314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0" name="ir_core_line_1">
            <a:extLst>
              <a:ext uri="{FF2B5EF4-FFF2-40B4-BE49-F238E27FC236}">
                <a16:creationId xmlns:a16="http://schemas.microsoft.com/office/drawing/2014/main" id="{EAED34BC-ED86-763D-362F-F8648AE31D46}"/>
              </a:ext>
            </a:extLst>
          </p:cNvPr>
          <p:cNvSpPr txBox="1"/>
          <p:nvPr/>
        </p:nvSpPr>
        <p:spPr>
          <a:xfrm>
            <a:off x="3944884" y="2800049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card">
            <a:extLst>
              <a:ext uri="{FF2B5EF4-FFF2-40B4-BE49-F238E27FC236}">
                <a16:creationId xmlns:a16="http://schemas.microsoft.com/office/drawing/2014/main" id="{BDB556A3-143E-20D1-91A3-3BD9B1779ADD}"/>
              </a:ext>
            </a:extLst>
          </p:cNvPr>
          <p:cNvSpPr/>
          <p:nvPr/>
        </p:nvSpPr>
        <p:spPr>
          <a:xfrm>
            <a:off x="3657509" y="3489158"/>
            <a:ext cx="1915838" cy="1395663"/>
          </a:xfrm>
          <a:prstGeom prst="roundRect">
            <a:avLst>
              <a:gd name="adj" fmla="val 998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reasoning_icon_dot">
            <a:extLst>
              <a:ext uri="{FF2B5EF4-FFF2-40B4-BE49-F238E27FC236}">
                <a16:creationId xmlns:a16="http://schemas.microsoft.com/office/drawing/2014/main" id="{660A2FBA-AEA5-42B3-FC35-6D71A6D7CD35}"/>
              </a:ext>
            </a:extLst>
          </p:cNvPr>
          <p:cNvSpPr/>
          <p:nvPr/>
        </p:nvSpPr>
        <p:spPr>
          <a:xfrm>
            <a:off x="3827321" y="3711592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reasoning_icon_label">
            <a:extLst>
              <a:ext uri="{FF2B5EF4-FFF2-40B4-BE49-F238E27FC236}">
                <a16:creationId xmlns:a16="http://schemas.microsoft.com/office/drawing/2014/main" id="{5485074D-2806-CBE3-F26E-4AF53D1AA22C}"/>
              </a:ext>
            </a:extLst>
          </p:cNvPr>
          <p:cNvSpPr txBox="1"/>
          <p:nvPr/>
        </p:nvSpPr>
        <p:spPr>
          <a:xfrm>
            <a:off x="3827321" y="3711592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4" name="reasoning_title">
            <a:extLst>
              <a:ext uri="{FF2B5EF4-FFF2-40B4-BE49-F238E27FC236}">
                <a16:creationId xmlns:a16="http://schemas.microsoft.com/office/drawing/2014/main" id="{6AB1AA79-C047-D5A5-5B46-625C86D5CEF3}"/>
              </a:ext>
            </a:extLst>
          </p:cNvPr>
          <p:cNvSpPr txBox="1"/>
          <p:nvPr/>
        </p:nvSpPr>
        <p:spPr>
          <a:xfrm>
            <a:off x="4162593" y="370723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5" name="reasoning_line_0">
            <a:extLst>
              <a:ext uri="{FF2B5EF4-FFF2-40B4-BE49-F238E27FC236}">
                <a16:creationId xmlns:a16="http://schemas.microsoft.com/office/drawing/2014/main" id="{861E87AD-2A2D-7AE0-CF66-6DB295DA279F}"/>
              </a:ext>
            </a:extLst>
          </p:cNvPr>
          <p:cNvSpPr txBox="1"/>
          <p:nvPr/>
        </p:nvSpPr>
        <p:spPr>
          <a:xfrm>
            <a:off x="3944884" y="4047423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asoning_guard">
            <a:extLst>
              <a:ext uri="{FF2B5EF4-FFF2-40B4-BE49-F238E27FC236}">
                <a16:creationId xmlns:a16="http://schemas.microsoft.com/office/drawing/2014/main" id="{62DE25E4-B8EE-5C35-D428-F2C923A9EBBD}"/>
              </a:ext>
            </a:extLst>
          </p:cNvPr>
          <p:cNvSpPr/>
          <p:nvPr/>
        </p:nvSpPr>
        <p:spPr>
          <a:xfrm>
            <a:off x="3901342" y="4309110"/>
            <a:ext cx="1428171" cy="314024"/>
          </a:xfrm>
          <a:prstGeom prst="roundRect">
            <a:avLst>
              <a:gd name="adj" fmla="val 44370"/>
            </a:avLst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reasoning_guard_text">
            <a:extLst>
              <a:ext uri="{FF2B5EF4-FFF2-40B4-BE49-F238E27FC236}">
                <a16:creationId xmlns:a16="http://schemas.microsoft.com/office/drawing/2014/main" id="{330D95F9-985F-953B-D703-2B9A7E5F02EC}"/>
              </a:ext>
            </a:extLst>
          </p:cNvPr>
          <p:cNvSpPr txBox="1"/>
          <p:nvPr/>
        </p:nvSpPr>
        <p:spPr>
          <a:xfrm>
            <a:off x="3971009" y="430911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8" name="reasoning_limit">
            <a:extLst>
              <a:ext uri="{FF2B5EF4-FFF2-40B4-BE49-F238E27FC236}">
                <a16:creationId xmlns:a16="http://schemas.microsoft.com/office/drawing/2014/main" id="{F78B4B27-BBC6-69AF-AB34-D58B3C2F6B99}"/>
              </a:ext>
            </a:extLst>
          </p:cNvPr>
          <p:cNvSpPr txBox="1"/>
          <p:nvPr/>
        </p:nvSpPr>
        <p:spPr>
          <a:xfrm>
            <a:off x="3875217" y="4570797"/>
            <a:ext cx="148042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coords/styles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9" name="rule_engine_card">
            <a:extLst>
              <a:ext uri="{FF2B5EF4-FFF2-40B4-BE49-F238E27FC236}">
                <a16:creationId xmlns:a16="http://schemas.microsoft.com/office/drawing/2014/main" id="{FFB12D10-9820-116A-1F95-D9646FADE03A}"/>
              </a:ext>
            </a:extLst>
          </p:cNvPr>
          <p:cNvSpPr/>
          <p:nvPr/>
        </p:nvSpPr>
        <p:spPr>
          <a:xfrm>
            <a:off x="6226473" y="2185085"/>
            <a:ext cx="3222091" cy="697832"/>
          </a:xfrm>
          <a:prstGeom prst="roundRect">
            <a:avLst>
              <a:gd name="adj" fmla="val 19967"/>
            </a:avLst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rule_engine_title">
            <a:extLst>
              <a:ext uri="{FF2B5EF4-FFF2-40B4-BE49-F238E27FC236}">
                <a16:creationId xmlns:a16="http://schemas.microsoft.com/office/drawing/2014/main" id="{AAEE0978-8BD3-FED0-6341-2331E2DE5314}"/>
              </a:ext>
            </a:extLst>
          </p:cNvPr>
          <p:cNvSpPr txBox="1"/>
          <p:nvPr/>
        </p:nvSpPr>
        <p:spPr>
          <a:xfrm>
            <a:off x="6487723" y="2307206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71" name="rule_engine_body">
            <a:extLst>
              <a:ext uri="{FF2B5EF4-FFF2-40B4-BE49-F238E27FC236}">
                <a16:creationId xmlns:a16="http://schemas.microsoft.com/office/drawing/2014/main" id="{444C2A7E-D56F-FDDB-422F-395D99576AE4}"/>
              </a:ext>
            </a:extLst>
          </p:cNvPr>
          <p:cNvSpPr txBox="1"/>
          <p:nvPr/>
        </p:nvSpPr>
        <p:spPr>
          <a:xfrm>
            <a:off x="6487723" y="2577615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72" name="features_card">
            <a:extLst>
              <a:ext uri="{FF2B5EF4-FFF2-40B4-BE49-F238E27FC236}">
                <a16:creationId xmlns:a16="http://schemas.microsoft.com/office/drawing/2014/main" id="{5CC2B4B9-8947-F6A8-5559-5EA8C23362EB}"/>
              </a:ext>
            </a:extLst>
          </p:cNvPr>
          <p:cNvSpPr/>
          <p:nvPr/>
        </p:nvSpPr>
        <p:spPr>
          <a:xfrm>
            <a:off x="6061014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features_icon_dot">
            <a:extLst>
              <a:ext uri="{FF2B5EF4-FFF2-40B4-BE49-F238E27FC236}">
                <a16:creationId xmlns:a16="http://schemas.microsoft.com/office/drawing/2014/main" id="{0446AA2D-69E6-A33E-3E94-2858E1A2231A}"/>
              </a:ext>
            </a:extLst>
          </p:cNvPr>
          <p:cNvSpPr/>
          <p:nvPr/>
        </p:nvSpPr>
        <p:spPr>
          <a:xfrm>
            <a:off x="6182931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features_icon_label">
            <a:extLst>
              <a:ext uri="{FF2B5EF4-FFF2-40B4-BE49-F238E27FC236}">
                <a16:creationId xmlns:a16="http://schemas.microsoft.com/office/drawing/2014/main" id="{E8F18958-6119-62C0-4777-FD374B679735}"/>
              </a:ext>
            </a:extLst>
          </p:cNvPr>
          <p:cNvSpPr txBox="1"/>
          <p:nvPr/>
        </p:nvSpPr>
        <p:spPr>
          <a:xfrm>
            <a:off x="6182931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5" name="features_title">
            <a:extLst>
              <a:ext uri="{FF2B5EF4-FFF2-40B4-BE49-F238E27FC236}">
                <a16:creationId xmlns:a16="http://schemas.microsoft.com/office/drawing/2014/main" id="{804D787B-0131-F0D8-BA59-565E281C7B40}"/>
              </a:ext>
            </a:extLst>
          </p:cNvPr>
          <p:cNvSpPr txBox="1"/>
          <p:nvPr/>
        </p:nvSpPr>
        <p:spPr>
          <a:xfrm>
            <a:off x="6452890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6" name="features_line_0">
            <a:extLst>
              <a:ext uri="{FF2B5EF4-FFF2-40B4-BE49-F238E27FC236}">
                <a16:creationId xmlns:a16="http://schemas.microsoft.com/office/drawing/2014/main" id="{179358D2-83CC-3581-827A-65CAF02A89DB}"/>
              </a:ext>
            </a:extLst>
          </p:cNvPr>
          <p:cNvSpPr txBox="1"/>
          <p:nvPr/>
        </p:nvSpPr>
        <p:spPr>
          <a:xfrm>
            <a:off x="6261306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7" name="features_line_1">
            <a:extLst>
              <a:ext uri="{FF2B5EF4-FFF2-40B4-BE49-F238E27FC236}">
                <a16:creationId xmlns:a16="http://schemas.microsoft.com/office/drawing/2014/main" id="{87A43A2F-DCF6-2568-EF5D-C82BDD11FE2F}"/>
              </a:ext>
            </a:extLst>
          </p:cNvPr>
          <p:cNvSpPr txBox="1"/>
          <p:nvPr/>
        </p:nvSpPr>
        <p:spPr>
          <a:xfrm>
            <a:off x="6261306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8" name="recipes_card">
            <a:extLst>
              <a:ext uri="{FF2B5EF4-FFF2-40B4-BE49-F238E27FC236}">
                <a16:creationId xmlns:a16="http://schemas.microsoft.com/office/drawing/2014/main" id="{E9C9802E-C02F-5E94-D264-3A974F9E0CE3}"/>
              </a:ext>
            </a:extLst>
          </p:cNvPr>
          <p:cNvSpPr/>
          <p:nvPr/>
        </p:nvSpPr>
        <p:spPr>
          <a:xfrm>
            <a:off x="7297600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ecipes_icon_dot">
            <a:extLst>
              <a:ext uri="{FF2B5EF4-FFF2-40B4-BE49-F238E27FC236}">
                <a16:creationId xmlns:a16="http://schemas.microsoft.com/office/drawing/2014/main" id="{F67034B3-14B6-F0DE-C3F8-69EC02776383}"/>
              </a:ext>
            </a:extLst>
          </p:cNvPr>
          <p:cNvSpPr/>
          <p:nvPr/>
        </p:nvSpPr>
        <p:spPr>
          <a:xfrm>
            <a:off x="7419518" y="325364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ipes_icon_label">
            <a:extLst>
              <a:ext uri="{FF2B5EF4-FFF2-40B4-BE49-F238E27FC236}">
                <a16:creationId xmlns:a16="http://schemas.microsoft.com/office/drawing/2014/main" id="{7A6265CE-75A6-7CE3-9158-F31C1FD05582}"/>
              </a:ext>
            </a:extLst>
          </p:cNvPr>
          <p:cNvSpPr txBox="1"/>
          <p:nvPr/>
        </p:nvSpPr>
        <p:spPr>
          <a:xfrm>
            <a:off x="7419518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1" name="recipes_title">
            <a:extLst>
              <a:ext uri="{FF2B5EF4-FFF2-40B4-BE49-F238E27FC236}">
                <a16:creationId xmlns:a16="http://schemas.microsoft.com/office/drawing/2014/main" id="{5F5D5136-C27C-BC91-6CF9-6097A0B983F9}"/>
              </a:ext>
            </a:extLst>
          </p:cNvPr>
          <p:cNvSpPr txBox="1"/>
          <p:nvPr/>
        </p:nvSpPr>
        <p:spPr>
          <a:xfrm>
            <a:off x="7689476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2" name="recipes_line_0">
            <a:extLst>
              <a:ext uri="{FF2B5EF4-FFF2-40B4-BE49-F238E27FC236}">
                <a16:creationId xmlns:a16="http://schemas.microsoft.com/office/drawing/2014/main" id="{3834542B-F517-6351-B80A-739153E6F21E}"/>
              </a:ext>
            </a:extLst>
          </p:cNvPr>
          <p:cNvSpPr txBox="1"/>
          <p:nvPr/>
        </p:nvSpPr>
        <p:spPr>
          <a:xfrm>
            <a:off x="7497893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3" name="recipes_line_1">
            <a:extLst>
              <a:ext uri="{FF2B5EF4-FFF2-40B4-BE49-F238E27FC236}">
                <a16:creationId xmlns:a16="http://schemas.microsoft.com/office/drawing/2014/main" id="{9EE72946-942E-561C-D746-70B076B66AA8}"/>
              </a:ext>
            </a:extLst>
          </p:cNvPr>
          <p:cNvSpPr txBox="1"/>
          <p:nvPr/>
        </p:nvSpPr>
        <p:spPr>
          <a:xfrm>
            <a:off x="7497893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4" name="theme_card">
            <a:extLst>
              <a:ext uri="{FF2B5EF4-FFF2-40B4-BE49-F238E27FC236}">
                <a16:creationId xmlns:a16="http://schemas.microsoft.com/office/drawing/2014/main" id="{4AE14BC6-2301-C321-D621-0449E0BDC32D}"/>
              </a:ext>
            </a:extLst>
          </p:cNvPr>
          <p:cNvSpPr/>
          <p:nvPr/>
        </p:nvSpPr>
        <p:spPr>
          <a:xfrm>
            <a:off x="8534187" y="305301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heme_icon_dot">
            <a:extLst>
              <a:ext uri="{FF2B5EF4-FFF2-40B4-BE49-F238E27FC236}">
                <a16:creationId xmlns:a16="http://schemas.microsoft.com/office/drawing/2014/main" id="{572554FF-0A03-E1EE-E491-227878B416BA}"/>
              </a:ext>
            </a:extLst>
          </p:cNvPr>
          <p:cNvSpPr/>
          <p:nvPr/>
        </p:nvSpPr>
        <p:spPr>
          <a:xfrm>
            <a:off x="8656103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heme_icon_label">
            <a:extLst>
              <a:ext uri="{FF2B5EF4-FFF2-40B4-BE49-F238E27FC236}">
                <a16:creationId xmlns:a16="http://schemas.microsoft.com/office/drawing/2014/main" id="{1FBD42C7-4176-F7E0-FD6B-71093B2F0EE9}"/>
              </a:ext>
            </a:extLst>
          </p:cNvPr>
          <p:cNvSpPr txBox="1"/>
          <p:nvPr/>
        </p:nvSpPr>
        <p:spPr>
          <a:xfrm>
            <a:off x="8656103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7" name="theme_title">
            <a:extLst>
              <a:ext uri="{FF2B5EF4-FFF2-40B4-BE49-F238E27FC236}">
                <a16:creationId xmlns:a16="http://schemas.microsoft.com/office/drawing/2014/main" id="{BA14FB26-C0EC-7028-38D4-EF6EFFADCD3D}"/>
              </a:ext>
            </a:extLst>
          </p:cNvPr>
          <p:cNvSpPr txBox="1"/>
          <p:nvPr/>
        </p:nvSpPr>
        <p:spPr>
          <a:xfrm>
            <a:off x="8926063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8" name="theme_line_0">
            <a:extLst>
              <a:ext uri="{FF2B5EF4-FFF2-40B4-BE49-F238E27FC236}">
                <a16:creationId xmlns:a16="http://schemas.microsoft.com/office/drawing/2014/main" id="{CB4411CC-4350-3661-3416-7605EF4B73D1}"/>
              </a:ext>
            </a:extLst>
          </p:cNvPr>
          <p:cNvSpPr txBox="1"/>
          <p:nvPr/>
        </p:nvSpPr>
        <p:spPr>
          <a:xfrm>
            <a:off x="8734478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9" name="theme_line_1">
            <a:extLst>
              <a:ext uri="{FF2B5EF4-FFF2-40B4-BE49-F238E27FC236}">
                <a16:creationId xmlns:a16="http://schemas.microsoft.com/office/drawing/2014/main" id="{14430741-CD17-0CC7-E5E1-36B9B0B8E7E0}"/>
              </a:ext>
            </a:extLst>
          </p:cNvPr>
          <p:cNvSpPr txBox="1"/>
          <p:nvPr/>
        </p:nvSpPr>
        <p:spPr>
          <a:xfrm>
            <a:off x="8734478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compose_card">
            <a:extLst>
              <a:ext uri="{FF2B5EF4-FFF2-40B4-BE49-F238E27FC236}">
                <a16:creationId xmlns:a16="http://schemas.microsoft.com/office/drawing/2014/main" id="{E125A966-DC5A-C091-82CD-739ECCA8D155}"/>
              </a:ext>
            </a:extLst>
          </p:cNvPr>
          <p:cNvSpPr/>
          <p:nvPr/>
        </p:nvSpPr>
        <p:spPr>
          <a:xfrm>
            <a:off x="6061014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compose_icon_dot">
            <a:extLst>
              <a:ext uri="{FF2B5EF4-FFF2-40B4-BE49-F238E27FC236}">
                <a16:creationId xmlns:a16="http://schemas.microsoft.com/office/drawing/2014/main" id="{AE3CD39E-9200-D5DE-A0F2-47EDCED2741A}"/>
              </a:ext>
            </a:extLst>
          </p:cNvPr>
          <p:cNvSpPr/>
          <p:nvPr/>
        </p:nvSpPr>
        <p:spPr>
          <a:xfrm>
            <a:off x="6182931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compose_icon_label">
            <a:extLst>
              <a:ext uri="{FF2B5EF4-FFF2-40B4-BE49-F238E27FC236}">
                <a16:creationId xmlns:a16="http://schemas.microsoft.com/office/drawing/2014/main" id="{C682F05D-99C2-CD0F-6A3E-0BC6CC55211E}"/>
              </a:ext>
            </a:extLst>
          </p:cNvPr>
          <p:cNvSpPr txBox="1"/>
          <p:nvPr/>
        </p:nvSpPr>
        <p:spPr>
          <a:xfrm>
            <a:off x="6182931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compose_title">
            <a:extLst>
              <a:ext uri="{FF2B5EF4-FFF2-40B4-BE49-F238E27FC236}">
                <a16:creationId xmlns:a16="http://schemas.microsoft.com/office/drawing/2014/main" id="{29C798BF-2AED-86DE-9A15-BB38B8A23B57}"/>
              </a:ext>
            </a:extLst>
          </p:cNvPr>
          <p:cNvSpPr txBox="1"/>
          <p:nvPr/>
        </p:nvSpPr>
        <p:spPr>
          <a:xfrm>
            <a:off x="6452890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compose_line_0">
            <a:extLst>
              <a:ext uri="{FF2B5EF4-FFF2-40B4-BE49-F238E27FC236}">
                <a16:creationId xmlns:a16="http://schemas.microsoft.com/office/drawing/2014/main" id="{0124EF60-D48A-EA96-E214-769F3BA20B73}"/>
              </a:ext>
            </a:extLst>
          </p:cNvPr>
          <p:cNvSpPr txBox="1"/>
          <p:nvPr/>
        </p:nvSpPr>
        <p:spPr>
          <a:xfrm>
            <a:off x="6261306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compose_line_1">
            <a:extLst>
              <a:ext uri="{FF2B5EF4-FFF2-40B4-BE49-F238E27FC236}">
                <a16:creationId xmlns:a16="http://schemas.microsoft.com/office/drawing/2014/main" id="{CC17FCEA-EB95-2629-4FE9-FC03E28B01B1}"/>
              </a:ext>
            </a:extLst>
          </p:cNvPr>
          <p:cNvSpPr txBox="1"/>
          <p:nvPr/>
        </p:nvSpPr>
        <p:spPr>
          <a:xfrm>
            <a:off x="6261306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objects_card">
            <a:extLst>
              <a:ext uri="{FF2B5EF4-FFF2-40B4-BE49-F238E27FC236}">
                <a16:creationId xmlns:a16="http://schemas.microsoft.com/office/drawing/2014/main" id="{EF8B83B2-CAE8-3466-6B48-18DA818388AB}"/>
              </a:ext>
            </a:extLst>
          </p:cNvPr>
          <p:cNvSpPr/>
          <p:nvPr/>
        </p:nvSpPr>
        <p:spPr>
          <a:xfrm>
            <a:off x="7297600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bjects_icon_dot">
            <a:extLst>
              <a:ext uri="{FF2B5EF4-FFF2-40B4-BE49-F238E27FC236}">
                <a16:creationId xmlns:a16="http://schemas.microsoft.com/office/drawing/2014/main" id="{4992EB2F-B54B-7349-7217-ADF83345F90E}"/>
              </a:ext>
            </a:extLst>
          </p:cNvPr>
          <p:cNvSpPr/>
          <p:nvPr/>
        </p:nvSpPr>
        <p:spPr>
          <a:xfrm>
            <a:off x="7419518" y="424805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objects_icon_label">
            <a:extLst>
              <a:ext uri="{FF2B5EF4-FFF2-40B4-BE49-F238E27FC236}">
                <a16:creationId xmlns:a16="http://schemas.microsoft.com/office/drawing/2014/main" id="{2324F3C8-D8B7-719F-ADA0-F0C9552AC43D}"/>
              </a:ext>
            </a:extLst>
          </p:cNvPr>
          <p:cNvSpPr txBox="1"/>
          <p:nvPr/>
        </p:nvSpPr>
        <p:spPr>
          <a:xfrm>
            <a:off x="7419518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9" name="objects_title">
            <a:extLst>
              <a:ext uri="{FF2B5EF4-FFF2-40B4-BE49-F238E27FC236}">
                <a16:creationId xmlns:a16="http://schemas.microsoft.com/office/drawing/2014/main" id="{4F439B8E-9669-518A-A962-3F476B1D4213}"/>
              </a:ext>
            </a:extLst>
          </p:cNvPr>
          <p:cNvSpPr txBox="1"/>
          <p:nvPr/>
        </p:nvSpPr>
        <p:spPr>
          <a:xfrm>
            <a:off x="7689476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0" name="objects_line_0">
            <a:extLst>
              <a:ext uri="{FF2B5EF4-FFF2-40B4-BE49-F238E27FC236}">
                <a16:creationId xmlns:a16="http://schemas.microsoft.com/office/drawing/2014/main" id="{C6CD8187-13DA-98FB-B7CA-74A987F3E91F}"/>
              </a:ext>
            </a:extLst>
          </p:cNvPr>
          <p:cNvSpPr txBox="1"/>
          <p:nvPr/>
        </p:nvSpPr>
        <p:spPr>
          <a:xfrm>
            <a:off x="7497893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objects_line_1">
            <a:extLst>
              <a:ext uri="{FF2B5EF4-FFF2-40B4-BE49-F238E27FC236}">
                <a16:creationId xmlns:a16="http://schemas.microsoft.com/office/drawing/2014/main" id="{922C9BE8-E708-CBCA-E711-A2E78840A748}"/>
              </a:ext>
            </a:extLst>
          </p:cNvPr>
          <p:cNvSpPr txBox="1"/>
          <p:nvPr/>
        </p:nvSpPr>
        <p:spPr>
          <a:xfrm>
            <a:off x="7497893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2" name="decorate_card">
            <a:extLst>
              <a:ext uri="{FF2B5EF4-FFF2-40B4-BE49-F238E27FC236}">
                <a16:creationId xmlns:a16="http://schemas.microsoft.com/office/drawing/2014/main" id="{FCC185D2-B74A-E470-B9EE-ABCE21D0F5CC}"/>
              </a:ext>
            </a:extLst>
          </p:cNvPr>
          <p:cNvSpPr/>
          <p:nvPr/>
        </p:nvSpPr>
        <p:spPr>
          <a:xfrm>
            <a:off x="8534187" y="404742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decorate_icon_dot">
            <a:extLst>
              <a:ext uri="{FF2B5EF4-FFF2-40B4-BE49-F238E27FC236}">
                <a16:creationId xmlns:a16="http://schemas.microsoft.com/office/drawing/2014/main" id="{A5693CBA-2671-C952-51CD-CB365D1770BB}"/>
              </a:ext>
            </a:extLst>
          </p:cNvPr>
          <p:cNvSpPr/>
          <p:nvPr/>
        </p:nvSpPr>
        <p:spPr>
          <a:xfrm>
            <a:off x="8656103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decorate_icon_label">
            <a:extLst>
              <a:ext uri="{FF2B5EF4-FFF2-40B4-BE49-F238E27FC236}">
                <a16:creationId xmlns:a16="http://schemas.microsoft.com/office/drawing/2014/main" id="{4595748E-61C5-603A-4B53-5CF518451E85}"/>
              </a:ext>
            </a:extLst>
          </p:cNvPr>
          <p:cNvSpPr txBox="1"/>
          <p:nvPr/>
        </p:nvSpPr>
        <p:spPr>
          <a:xfrm>
            <a:off x="8656103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5" name="decorate_title">
            <a:extLst>
              <a:ext uri="{FF2B5EF4-FFF2-40B4-BE49-F238E27FC236}">
                <a16:creationId xmlns:a16="http://schemas.microsoft.com/office/drawing/2014/main" id="{4E307F0D-0E7C-5399-546A-1DC105EFA8B7}"/>
              </a:ext>
            </a:extLst>
          </p:cNvPr>
          <p:cNvSpPr txBox="1"/>
          <p:nvPr/>
        </p:nvSpPr>
        <p:spPr>
          <a:xfrm>
            <a:off x="8926063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6" name="decorate_line_0">
            <a:extLst>
              <a:ext uri="{FF2B5EF4-FFF2-40B4-BE49-F238E27FC236}">
                <a16:creationId xmlns:a16="http://schemas.microsoft.com/office/drawing/2014/main" id="{134B588E-C1A4-76AF-C2B9-9960821BB2C8}"/>
              </a:ext>
            </a:extLst>
          </p:cNvPr>
          <p:cNvSpPr txBox="1"/>
          <p:nvPr/>
        </p:nvSpPr>
        <p:spPr>
          <a:xfrm>
            <a:off x="8734478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7" name="decorate_line_1">
            <a:extLst>
              <a:ext uri="{FF2B5EF4-FFF2-40B4-BE49-F238E27FC236}">
                <a16:creationId xmlns:a16="http://schemas.microsoft.com/office/drawing/2014/main" id="{E358D272-DAC5-6C86-4E9A-D43C3860437A}"/>
              </a:ext>
            </a:extLst>
          </p:cNvPr>
          <p:cNvSpPr txBox="1"/>
          <p:nvPr/>
        </p:nvSpPr>
        <p:spPr>
          <a:xfrm>
            <a:off x="8734478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8" name="styled_ir_card">
            <a:extLst>
              <a:ext uri="{FF2B5EF4-FFF2-40B4-BE49-F238E27FC236}">
                <a16:creationId xmlns:a16="http://schemas.microsoft.com/office/drawing/2014/main" id="{7ECDB28D-7558-C263-78C1-26EFF7F3BF15}"/>
              </a:ext>
            </a:extLst>
          </p:cNvPr>
          <p:cNvSpPr/>
          <p:nvPr/>
        </p:nvSpPr>
        <p:spPr>
          <a:xfrm>
            <a:off x="10075566" y="207604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styled_ir_icon_dot">
            <a:extLst>
              <a:ext uri="{FF2B5EF4-FFF2-40B4-BE49-F238E27FC236}">
                <a16:creationId xmlns:a16="http://schemas.microsoft.com/office/drawing/2014/main" id="{98AC941A-877B-23D3-FE6F-40AF809FD111}"/>
              </a:ext>
            </a:extLst>
          </p:cNvPr>
          <p:cNvSpPr/>
          <p:nvPr/>
        </p:nvSpPr>
        <p:spPr>
          <a:xfrm>
            <a:off x="10245379" y="229848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styled_ir_icon_label">
            <a:extLst>
              <a:ext uri="{FF2B5EF4-FFF2-40B4-BE49-F238E27FC236}">
                <a16:creationId xmlns:a16="http://schemas.microsoft.com/office/drawing/2014/main" id="{A7864D73-C7A1-88A8-F010-B2C7607C74B5}"/>
              </a:ext>
            </a:extLst>
          </p:cNvPr>
          <p:cNvSpPr txBox="1"/>
          <p:nvPr/>
        </p:nvSpPr>
        <p:spPr>
          <a:xfrm>
            <a:off x="10245379" y="229848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1" name="styled_ir_title">
            <a:extLst>
              <a:ext uri="{FF2B5EF4-FFF2-40B4-BE49-F238E27FC236}">
                <a16:creationId xmlns:a16="http://schemas.microsoft.com/office/drawing/2014/main" id="{5083F212-C411-20BD-47A9-FA6BCBFACB2D}"/>
              </a:ext>
            </a:extLst>
          </p:cNvPr>
          <p:cNvSpPr txBox="1"/>
          <p:nvPr/>
        </p:nvSpPr>
        <p:spPr>
          <a:xfrm>
            <a:off x="10580650" y="229412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2" name="styled_ir_line_0">
            <a:extLst>
              <a:ext uri="{FF2B5EF4-FFF2-40B4-BE49-F238E27FC236}">
                <a16:creationId xmlns:a16="http://schemas.microsoft.com/office/drawing/2014/main" id="{3B432C65-7A18-E528-E6C4-A64F9C96940D}"/>
              </a:ext>
            </a:extLst>
          </p:cNvPr>
          <p:cNvSpPr txBox="1"/>
          <p:nvPr/>
        </p:nvSpPr>
        <p:spPr>
          <a:xfrm>
            <a:off x="10362941" y="263431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3" name="styled_ir_line_1">
            <a:extLst>
              <a:ext uri="{FF2B5EF4-FFF2-40B4-BE49-F238E27FC236}">
                <a16:creationId xmlns:a16="http://schemas.microsoft.com/office/drawing/2014/main" id="{5266272F-AA53-575F-51A5-EE2DE73C16AF}"/>
              </a:ext>
            </a:extLst>
          </p:cNvPr>
          <p:cNvSpPr txBox="1"/>
          <p:nvPr/>
        </p:nvSpPr>
        <p:spPr>
          <a:xfrm>
            <a:off x="10362941" y="280004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4" name="renderers_card">
            <a:extLst>
              <a:ext uri="{FF2B5EF4-FFF2-40B4-BE49-F238E27FC236}">
                <a16:creationId xmlns:a16="http://schemas.microsoft.com/office/drawing/2014/main" id="{15B8F007-C1FE-F992-695F-CE6B67D6E7B3}"/>
              </a:ext>
            </a:extLst>
          </p:cNvPr>
          <p:cNvSpPr/>
          <p:nvPr/>
        </p:nvSpPr>
        <p:spPr>
          <a:xfrm>
            <a:off x="10075566" y="340192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renderers_icon_dot">
            <a:extLst>
              <a:ext uri="{FF2B5EF4-FFF2-40B4-BE49-F238E27FC236}">
                <a16:creationId xmlns:a16="http://schemas.microsoft.com/office/drawing/2014/main" id="{BF7E7937-9A64-36DD-A735-D0728C1FF5C7}"/>
              </a:ext>
            </a:extLst>
          </p:cNvPr>
          <p:cNvSpPr/>
          <p:nvPr/>
        </p:nvSpPr>
        <p:spPr>
          <a:xfrm>
            <a:off x="10245379" y="362436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renderers_icon_label">
            <a:extLst>
              <a:ext uri="{FF2B5EF4-FFF2-40B4-BE49-F238E27FC236}">
                <a16:creationId xmlns:a16="http://schemas.microsoft.com/office/drawing/2014/main" id="{0AFDAC46-798B-C5DC-32B2-53F9495A8F7A}"/>
              </a:ext>
            </a:extLst>
          </p:cNvPr>
          <p:cNvSpPr txBox="1"/>
          <p:nvPr/>
        </p:nvSpPr>
        <p:spPr>
          <a:xfrm>
            <a:off x="10245379" y="362436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7" name="renderers_title">
            <a:extLst>
              <a:ext uri="{FF2B5EF4-FFF2-40B4-BE49-F238E27FC236}">
                <a16:creationId xmlns:a16="http://schemas.microsoft.com/office/drawing/2014/main" id="{92B21AEE-E9AF-C738-BDD5-0C68E498D923}"/>
              </a:ext>
            </a:extLst>
          </p:cNvPr>
          <p:cNvSpPr txBox="1"/>
          <p:nvPr/>
        </p:nvSpPr>
        <p:spPr>
          <a:xfrm>
            <a:off x="10580650" y="362000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8" name="renderers_line_0">
            <a:extLst>
              <a:ext uri="{FF2B5EF4-FFF2-40B4-BE49-F238E27FC236}">
                <a16:creationId xmlns:a16="http://schemas.microsoft.com/office/drawing/2014/main" id="{487987AF-1EE9-3FB9-ED40-7B2F78E95366}"/>
              </a:ext>
            </a:extLst>
          </p:cNvPr>
          <p:cNvSpPr txBox="1"/>
          <p:nvPr/>
        </p:nvSpPr>
        <p:spPr>
          <a:xfrm>
            <a:off x="10362941" y="396019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9" name="renderers_line_1">
            <a:extLst>
              <a:ext uri="{FF2B5EF4-FFF2-40B4-BE49-F238E27FC236}">
                <a16:creationId xmlns:a16="http://schemas.microsoft.com/office/drawing/2014/main" id="{FE0FA7C8-5359-8207-E42D-21997E36BBBD}"/>
              </a:ext>
            </a:extLst>
          </p:cNvPr>
          <p:cNvSpPr txBox="1"/>
          <p:nvPr/>
        </p:nvSpPr>
        <p:spPr>
          <a:xfrm>
            <a:off x="10362941" y="412592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20" name="visual_check">
            <a:extLst>
              <a:ext uri="{FF2B5EF4-FFF2-40B4-BE49-F238E27FC236}">
                <a16:creationId xmlns:a16="http://schemas.microsoft.com/office/drawing/2014/main" id="{BB8D57CF-53C5-DD73-DB5F-6ABBEC56D6AE}"/>
              </a:ext>
            </a:extLst>
          </p:cNvPr>
          <p:cNvSpPr/>
          <p:nvPr/>
        </p:nvSpPr>
        <p:spPr>
          <a:xfrm>
            <a:off x="10075566" y="4413785"/>
            <a:ext cx="1706837" cy="523373"/>
          </a:xfrm>
          <a:prstGeom prst="roundRect">
            <a:avLst>
              <a:gd name="adj" fmla="val 26622"/>
            </a:avLst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visual_check_stripe">
            <a:extLst>
              <a:ext uri="{FF2B5EF4-FFF2-40B4-BE49-F238E27FC236}">
                <a16:creationId xmlns:a16="http://schemas.microsoft.com/office/drawing/2014/main" id="{DBDB603B-A036-4F6C-B73A-645C434479E0}"/>
              </a:ext>
            </a:extLst>
          </p:cNvPr>
          <p:cNvSpPr/>
          <p:nvPr/>
        </p:nvSpPr>
        <p:spPr>
          <a:xfrm>
            <a:off x="10075566" y="4501014"/>
            <a:ext cx="56604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visual_check_seal_icon_dot">
            <a:extLst>
              <a:ext uri="{FF2B5EF4-FFF2-40B4-BE49-F238E27FC236}">
                <a16:creationId xmlns:a16="http://schemas.microsoft.com/office/drawing/2014/main" id="{069EBF58-9805-9D72-43E6-C96E16AE12EE}"/>
              </a:ext>
            </a:extLst>
          </p:cNvPr>
          <p:cNvSpPr/>
          <p:nvPr/>
        </p:nvSpPr>
        <p:spPr>
          <a:xfrm>
            <a:off x="10171357" y="4527182"/>
            <a:ext cx="296085" cy="296579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visual_check_seal_icon_label">
            <a:extLst>
              <a:ext uri="{FF2B5EF4-FFF2-40B4-BE49-F238E27FC236}">
                <a16:creationId xmlns:a16="http://schemas.microsoft.com/office/drawing/2014/main" id="{13AF6BEC-9AEB-060A-E9A3-CD147CE0ABB8}"/>
              </a:ext>
            </a:extLst>
          </p:cNvPr>
          <p:cNvSpPr txBox="1"/>
          <p:nvPr/>
        </p:nvSpPr>
        <p:spPr>
          <a:xfrm>
            <a:off x="10171357" y="4527182"/>
            <a:ext cx="2960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24" name="visual_check_label">
            <a:extLst>
              <a:ext uri="{FF2B5EF4-FFF2-40B4-BE49-F238E27FC236}">
                <a16:creationId xmlns:a16="http://schemas.microsoft.com/office/drawing/2014/main" id="{E69545DD-3F0C-0EFB-DB26-7D448CC43398}"/>
              </a:ext>
            </a:extLst>
          </p:cNvPr>
          <p:cNvSpPr txBox="1"/>
          <p:nvPr/>
        </p:nvSpPr>
        <p:spPr>
          <a:xfrm>
            <a:off x="10571942" y="4518459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5" name="visual_check_text">
            <a:extLst>
              <a:ext uri="{FF2B5EF4-FFF2-40B4-BE49-F238E27FC236}">
                <a16:creationId xmlns:a16="http://schemas.microsoft.com/office/drawing/2014/main" id="{310BA757-DA9E-AEE3-BAEF-EF3B04C77380}"/>
              </a:ext>
            </a:extLst>
          </p:cNvPr>
          <p:cNvSpPr txBox="1"/>
          <p:nvPr/>
        </p:nvSpPr>
        <p:spPr>
          <a:xfrm>
            <a:off x="10571942" y="4701640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6" name="coherence_band">
            <a:extLst>
              <a:ext uri="{FF2B5EF4-FFF2-40B4-BE49-F238E27FC236}">
                <a16:creationId xmlns:a16="http://schemas.microsoft.com/office/drawing/2014/main" id="{D927173A-648B-E1A2-FE8B-BDB781D75BBA}"/>
              </a:ext>
            </a:extLst>
          </p:cNvPr>
          <p:cNvSpPr/>
          <p:nvPr/>
        </p:nvSpPr>
        <p:spPr>
          <a:xfrm>
            <a:off x="783752" y="5320966"/>
            <a:ext cx="10624192" cy="575711"/>
          </a:xfrm>
          <a:prstGeom prst="roundRect">
            <a:avLst>
              <a:gd name="adj" fmla="val 2420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coherence_title">
            <a:extLst>
              <a:ext uri="{FF2B5EF4-FFF2-40B4-BE49-F238E27FC236}">
                <a16:creationId xmlns:a16="http://schemas.microsoft.com/office/drawing/2014/main" id="{A839161C-BACF-0101-9E95-510F402FF619}"/>
              </a:ext>
            </a:extLst>
          </p:cNvPr>
          <p:cNvSpPr txBox="1"/>
          <p:nvPr/>
        </p:nvSpPr>
        <p:spPr>
          <a:xfrm>
            <a:off x="1062419" y="5443086"/>
            <a:ext cx="16110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28" name="coherence_body">
            <a:extLst>
              <a:ext uri="{FF2B5EF4-FFF2-40B4-BE49-F238E27FC236}">
                <a16:creationId xmlns:a16="http://schemas.microsoft.com/office/drawing/2014/main" id="{9385964B-AE51-AAAB-2D92-A24743AD0451}"/>
              </a:ext>
            </a:extLst>
          </p:cNvPr>
          <p:cNvSpPr txBox="1"/>
          <p:nvPr/>
        </p:nvSpPr>
        <p:spPr>
          <a:xfrm>
            <a:off x="2830215" y="5425641"/>
            <a:ext cx="8272936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6535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2026-06-20T15:43:57Z</dcterms:created>
  <dcterms:modified xsi:type="dcterms:W3CDTF">2026-06-20T15:43:57Z</dcterms:modified>
</cp:coreProperties>
</file>