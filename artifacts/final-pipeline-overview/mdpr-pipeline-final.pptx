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6294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B6E24D-DBDF-0E9B-A0A2-725DDD4B87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84951"/>
            <a:ext cx="9144000" cy="2308013"/>
          </a:xfrm>
        </p:spPr>
        <p:txBody>
          <a:bodyPr anchor="b"/>
          <a:lstStyle>
            <a:lvl1pPr algn="ctr">
              <a:defRPr sz="5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BFF988B-303B-6FC7-C3C3-CE67FDF296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81970"/>
            <a:ext cx="9144000" cy="1600570"/>
          </a:xfrm>
        </p:spPr>
        <p:txBody>
          <a:bodyPr/>
          <a:lstStyle>
            <a:lvl1pPr marL="0" indent="0" algn="ctr">
              <a:buNone/>
              <a:defRPr sz="2320"/>
            </a:lvl1pPr>
            <a:lvl2pPr marL="441975" indent="0" algn="ctr">
              <a:buNone/>
              <a:defRPr sz="1933"/>
            </a:lvl2pPr>
            <a:lvl3pPr marL="883950" indent="0" algn="ctr">
              <a:buNone/>
              <a:defRPr sz="1740"/>
            </a:lvl3pPr>
            <a:lvl4pPr marL="1325926" indent="0" algn="ctr">
              <a:buNone/>
              <a:defRPr sz="1547"/>
            </a:lvl4pPr>
            <a:lvl5pPr marL="1767901" indent="0" algn="ctr">
              <a:buNone/>
              <a:defRPr sz="1547"/>
            </a:lvl5pPr>
            <a:lvl6pPr marL="2209876" indent="0" algn="ctr">
              <a:buNone/>
              <a:defRPr sz="1547"/>
            </a:lvl6pPr>
            <a:lvl7pPr marL="2651851" indent="0" algn="ctr">
              <a:buNone/>
              <a:defRPr sz="1547"/>
            </a:lvl7pPr>
            <a:lvl8pPr marL="3093827" indent="0" algn="ctr">
              <a:buNone/>
              <a:defRPr sz="1547"/>
            </a:lvl8pPr>
            <a:lvl9pPr marL="3535802" indent="0" algn="ctr">
              <a:buNone/>
              <a:defRPr sz="1547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7F99AA-3DAE-B0FB-10A7-DB7499713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1929A-E95B-4FB2-B11E-412560D1170E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1459FA-37CD-3AA9-11D1-D220B4BDD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BA1F49-E915-83E4-1954-40A271A75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21730-65C7-4512-930C-96E7DCF3F0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886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570BBC-0AA2-60C2-C297-96EEF7BB3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099EDD-7880-902D-034D-D7E499A93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DB61CB-6C86-3372-C786-8B1193531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1929A-E95B-4FB2-B11E-412560D1170E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D2F699-C383-B4EB-AAB0-EB3EFCED8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CA9E25-F96C-8AE0-2A43-3B89F0E60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21730-65C7-4512-930C-96E7DCF3F0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4199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62835A-C3AD-0A27-7DEE-45188E818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652747"/>
            <a:ext cx="10515600" cy="2757646"/>
          </a:xfrm>
        </p:spPr>
        <p:txBody>
          <a:bodyPr anchor="b"/>
          <a:lstStyle>
            <a:lvl1pPr>
              <a:defRPr sz="5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D406211-3C5B-0A70-095D-820C4603E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436481"/>
            <a:ext cx="10515600" cy="1450181"/>
          </a:xfrm>
        </p:spPr>
        <p:txBody>
          <a:bodyPr/>
          <a:lstStyle>
            <a:lvl1pPr marL="0" indent="0">
              <a:buNone/>
              <a:defRPr sz="2320">
                <a:solidFill>
                  <a:schemeClr val="tx1">
                    <a:tint val="82000"/>
                  </a:schemeClr>
                </a:solidFill>
              </a:defRPr>
            </a:lvl1pPr>
            <a:lvl2pPr marL="441975" indent="0">
              <a:buNone/>
              <a:defRPr sz="1933">
                <a:solidFill>
                  <a:schemeClr val="tx1">
                    <a:tint val="82000"/>
                  </a:schemeClr>
                </a:solidFill>
              </a:defRPr>
            </a:lvl2pPr>
            <a:lvl3pPr marL="883950" indent="0">
              <a:buNone/>
              <a:defRPr sz="1740">
                <a:solidFill>
                  <a:schemeClr val="tx1">
                    <a:tint val="82000"/>
                  </a:schemeClr>
                </a:solidFill>
              </a:defRPr>
            </a:lvl3pPr>
            <a:lvl4pPr marL="1325926" indent="0">
              <a:buNone/>
              <a:defRPr sz="1547">
                <a:solidFill>
                  <a:schemeClr val="tx1">
                    <a:tint val="82000"/>
                  </a:schemeClr>
                </a:solidFill>
              </a:defRPr>
            </a:lvl4pPr>
            <a:lvl5pPr marL="1767901" indent="0">
              <a:buNone/>
              <a:defRPr sz="1547">
                <a:solidFill>
                  <a:schemeClr val="tx1">
                    <a:tint val="82000"/>
                  </a:schemeClr>
                </a:solidFill>
              </a:defRPr>
            </a:lvl5pPr>
            <a:lvl6pPr marL="2209876" indent="0">
              <a:buNone/>
              <a:defRPr sz="1547">
                <a:solidFill>
                  <a:schemeClr val="tx1">
                    <a:tint val="82000"/>
                  </a:schemeClr>
                </a:solidFill>
              </a:defRPr>
            </a:lvl6pPr>
            <a:lvl7pPr marL="2651851" indent="0">
              <a:buNone/>
              <a:defRPr sz="1547">
                <a:solidFill>
                  <a:schemeClr val="tx1">
                    <a:tint val="82000"/>
                  </a:schemeClr>
                </a:solidFill>
              </a:defRPr>
            </a:lvl7pPr>
            <a:lvl8pPr marL="3093827" indent="0">
              <a:buNone/>
              <a:defRPr sz="1547">
                <a:solidFill>
                  <a:schemeClr val="tx1">
                    <a:tint val="82000"/>
                  </a:schemeClr>
                </a:solidFill>
              </a:defRPr>
            </a:lvl8pPr>
            <a:lvl9pPr marL="3535802" indent="0">
              <a:buNone/>
              <a:defRPr sz="154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259845-63D7-6ADF-0025-7AD8849DD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1929A-E95B-4FB2-B11E-412560D1170E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0A2F62-D6D4-6DC0-8750-FC7E8A28D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0A3A74-48EE-D207-C8CC-FE67A2644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21730-65C7-4512-930C-96E7DCF3F0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1213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D92DD5-280D-F550-2A86-8A201CEFF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607F43-446D-7E12-C2D2-3C2815A21F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764771"/>
            <a:ext cx="5181600" cy="420629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F00D2CC-544B-DDA6-A701-6578B4F7AD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764771"/>
            <a:ext cx="5181600" cy="420629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AD2DFB8-2487-7E70-A88A-619BC166C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1929A-E95B-4FB2-B11E-412560D1170E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3634949-BCF2-8E9E-A83B-88B0621AD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D677D6-0424-B634-C470-408BA0825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21730-65C7-4512-930C-96E7DCF3F0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4127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E08641-94F1-2F5F-AB44-48A1A6B35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52954"/>
            <a:ext cx="10515600" cy="128137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FF7778-7CF2-A6D4-DDE7-9D4F44CB3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25124"/>
            <a:ext cx="5157787" cy="796448"/>
          </a:xfrm>
        </p:spPr>
        <p:txBody>
          <a:bodyPr anchor="b"/>
          <a:lstStyle>
            <a:lvl1pPr marL="0" indent="0">
              <a:buNone/>
              <a:defRPr sz="2320" b="1"/>
            </a:lvl1pPr>
            <a:lvl2pPr marL="441975" indent="0">
              <a:buNone/>
              <a:defRPr sz="1933" b="1"/>
            </a:lvl2pPr>
            <a:lvl3pPr marL="883950" indent="0">
              <a:buNone/>
              <a:defRPr sz="1740" b="1"/>
            </a:lvl3pPr>
            <a:lvl4pPr marL="1325926" indent="0">
              <a:buNone/>
              <a:defRPr sz="1547" b="1"/>
            </a:lvl4pPr>
            <a:lvl5pPr marL="1767901" indent="0">
              <a:buNone/>
              <a:defRPr sz="1547" b="1"/>
            </a:lvl5pPr>
            <a:lvl6pPr marL="2209876" indent="0">
              <a:buNone/>
              <a:defRPr sz="1547" b="1"/>
            </a:lvl6pPr>
            <a:lvl7pPr marL="2651851" indent="0">
              <a:buNone/>
              <a:defRPr sz="1547" b="1"/>
            </a:lvl7pPr>
            <a:lvl8pPr marL="3093827" indent="0">
              <a:buNone/>
              <a:defRPr sz="1547" b="1"/>
            </a:lvl8pPr>
            <a:lvl9pPr marL="3535802" indent="0">
              <a:buNone/>
              <a:defRPr sz="1547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53D6AB0-EC93-0151-AD62-06E26C7B76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421573"/>
            <a:ext cx="5157787" cy="356176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75AF6A1-C832-505B-A314-A834CAA605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25124"/>
            <a:ext cx="5183188" cy="796448"/>
          </a:xfrm>
        </p:spPr>
        <p:txBody>
          <a:bodyPr anchor="b"/>
          <a:lstStyle>
            <a:lvl1pPr marL="0" indent="0">
              <a:buNone/>
              <a:defRPr sz="2320" b="1"/>
            </a:lvl1pPr>
            <a:lvl2pPr marL="441975" indent="0">
              <a:buNone/>
              <a:defRPr sz="1933" b="1"/>
            </a:lvl2pPr>
            <a:lvl3pPr marL="883950" indent="0">
              <a:buNone/>
              <a:defRPr sz="1740" b="1"/>
            </a:lvl3pPr>
            <a:lvl4pPr marL="1325926" indent="0">
              <a:buNone/>
              <a:defRPr sz="1547" b="1"/>
            </a:lvl4pPr>
            <a:lvl5pPr marL="1767901" indent="0">
              <a:buNone/>
              <a:defRPr sz="1547" b="1"/>
            </a:lvl5pPr>
            <a:lvl6pPr marL="2209876" indent="0">
              <a:buNone/>
              <a:defRPr sz="1547" b="1"/>
            </a:lvl6pPr>
            <a:lvl7pPr marL="2651851" indent="0">
              <a:buNone/>
              <a:defRPr sz="1547" b="1"/>
            </a:lvl7pPr>
            <a:lvl8pPr marL="3093827" indent="0">
              <a:buNone/>
              <a:defRPr sz="1547" b="1"/>
            </a:lvl8pPr>
            <a:lvl9pPr marL="3535802" indent="0">
              <a:buNone/>
              <a:defRPr sz="1547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336A126-4A9D-29CF-2829-04D962A232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421573"/>
            <a:ext cx="5183188" cy="356176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93FE69E-305F-DC11-C4C4-7CE17C2F3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1929A-E95B-4FB2-B11E-412560D1170E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80D437A-B45E-6EEA-01D9-68528C03E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1DBB888-2855-48CE-A1DC-69971D8BE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21730-65C7-4512-930C-96E7DCF3F0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3950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901071-D2C9-2556-9570-4F0A2E622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D5BBA5C-BF6D-017C-2A6E-F1C74CB68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1929A-E95B-4FB2-B11E-412560D1170E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9B99903-C9B6-D3C1-69A5-429EEDA0F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81453E0-8F49-21B0-3F80-FFB3819C0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21730-65C7-4512-930C-96E7DCF3F0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0281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3FAD38C-D61B-84CB-09F5-078625D72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1929A-E95B-4FB2-B11E-412560D1170E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F25367E-F88F-A06A-CDAE-73ABF6787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C6D58B-219E-0EAB-091F-D88D9F795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21730-65C7-4512-930C-96E7DCF3F0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0443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0C7336-AD68-FA2C-2AE4-8F4BFA819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41960"/>
            <a:ext cx="3932237" cy="1546860"/>
          </a:xfrm>
        </p:spPr>
        <p:txBody>
          <a:bodyPr anchor="b"/>
          <a:lstStyle>
            <a:lvl1pPr>
              <a:defRPr sz="3093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377EB2-5E41-EB64-1CFD-0BDC934F4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54511"/>
            <a:ext cx="6172200" cy="4711171"/>
          </a:xfrm>
        </p:spPr>
        <p:txBody>
          <a:bodyPr/>
          <a:lstStyle>
            <a:lvl1pPr>
              <a:defRPr sz="3093"/>
            </a:lvl1pPr>
            <a:lvl2pPr>
              <a:defRPr sz="2707"/>
            </a:lvl2pPr>
            <a:lvl3pPr>
              <a:defRPr sz="2320"/>
            </a:lvl3pPr>
            <a:lvl4pPr>
              <a:defRPr sz="1933"/>
            </a:lvl4pPr>
            <a:lvl5pPr>
              <a:defRPr sz="1933"/>
            </a:lvl5pPr>
            <a:lvl6pPr>
              <a:defRPr sz="1933"/>
            </a:lvl6pPr>
            <a:lvl7pPr>
              <a:defRPr sz="1933"/>
            </a:lvl7pPr>
            <a:lvl8pPr>
              <a:defRPr sz="1933"/>
            </a:lvl8pPr>
            <a:lvl9pPr>
              <a:defRPr sz="193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DEE3142-F42E-EC03-B47D-E4E888B069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1988820"/>
            <a:ext cx="3932237" cy="3684535"/>
          </a:xfrm>
        </p:spPr>
        <p:txBody>
          <a:bodyPr/>
          <a:lstStyle>
            <a:lvl1pPr marL="0" indent="0">
              <a:buNone/>
              <a:defRPr sz="1547"/>
            </a:lvl1pPr>
            <a:lvl2pPr marL="441975" indent="0">
              <a:buNone/>
              <a:defRPr sz="1353"/>
            </a:lvl2pPr>
            <a:lvl3pPr marL="883950" indent="0">
              <a:buNone/>
              <a:defRPr sz="1160"/>
            </a:lvl3pPr>
            <a:lvl4pPr marL="1325926" indent="0">
              <a:buNone/>
              <a:defRPr sz="967"/>
            </a:lvl4pPr>
            <a:lvl5pPr marL="1767901" indent="0">
              <a:buNone/>
              <a:defRPr sz="967"/>
            </a:lvl5pPr>
            <a:lvl6pPr marL="2209876" indent="0">
              <a:buNone/>
              <a:defRPr sz="967"/>
            </a:lvl6pPr>
            <a:lvl7pPr marL="2651851" indent="0">
              <a:buNone/>
              <a:defRPr sz="967"/>
            </a:lvl7pPr>
            <a:lvl8pPr marL="3093827" indent="0">
              <a:buNone/>
              <a:defRPr sz="967"/>
            </a:lvl8pPr>
            <a:lvl9pPr marL="3535802" indent="0">
              <a:buNone/>
              <a:defRPr sz="96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0CEA9E2-E2F6-9CEE-3929-1CDC82AAD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1929A-E95B-4FB2-B11E-412560D1170E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C8FB0CC-F794-0E97-9136-4783A4401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E63EED-03BD-B532-C0D8-B554D1004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21730-65C7-4512-930C-96E7DCF3F0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3188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0BA1AE-17D1-6BF9-1CE0-128654195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41960"/>
            <a:ext cx="3932237" cy="1546860"/>
          </a:xfrm>
        </p:spPr>
        <p:txBody>
          <a:bodyPr anchor="b"/>
          <a:lstStyle>
            <a:lvl1pPr>
              <a:defRPr sz="3093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C7F5526-2658-E9F7-7AD0-6D861532DC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54511"/>
            <a:ext cx="6172200" cy="4711171"/>
          </a:xfrm>
        </p:spPr>
        <p:txBody>
          <a:bodyPr/>
          <a:lstStyle>
            <a:lvl1pPr marL="0" indent="0">
              <a:buNone/>
              <a:defRPr sz="3093"/>
            </a:lvl1pPr>
            <a:lvl2pPr marL="441975" indent="0">
              <a:buNone/>
              <a:defRPr sz="2707"/>
            </a:lvl2pPr>
            <a:lvl3pPr marL="883950" indent="0">
              <a:buNone/>
              <a:defRPr sz="2320"/>
            </a:lvl3pPr>
            <a:lvl4pPr marL="1325926" indent="0">
              <a:buNone/>
              <a:defRPr sz="1933"/>
            </a:lvl4pPr>
            <a:lvl5pPr marL="1767901" indent="0">
              <a:buNone/>
              <a:defRPr sz="1933"/>
            </a:lvl5pPr>
            <a:lvl6pPr marL="2209876" indent="0">
              <a:buNone/>
              <a:defRPr sz="1933"/>
            </a:lvl6pPr>
            <a:lvl7pPr marL="2651851" indent="0">
              <a:buNone/>
              <a:defRPr sz="1933"/>
            </a:lvl7pPr>
            <a:lvl8pPr marL="3093827" indent="0">
              <a:buNone/>
              <a:defRPr sz="1933"/>
            </a:lvl8pPr>
            <a:lvl9pPr marL="3535802" indent="0">
              <a:buNone/>
              <a:defRPr sz="1933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46EA457-3D5B-4C5B-D233-C0CE0960AA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1988820"/>
            <a:ext cx="3932237" cy="3684535"/>
          </a:xfrm>
        </p:spPr>
        <p:txBody>
          <a:bodyPr/>
          <a:lstStyle>
            <a:lvl1pPr marL="0" indent="0">
              <a:buNone/>
              <a:defRPr sz="1547"/>
            </a:lvl1pPr>
            <a:lvl2pPr marL="441975" indent="0">
              <a:buNone/>
              <a:defRPr sz="1353"/>
            </a:lvl2pPr>
            <a:lvl3pPr marL="883950" indent="0">
              <a:buNone/>
              <a:defRPr sz="1160"/>
            </a:lvl3pPr>
            <a:lvl4pPr marL="1325926" indent="0">
              <a:buNone/>
              <a:defRPr sz="967"/>
            </a:lvl4pPr>
            <a:lvl5pPr marL="1767901" indent="0">
              <a:buNone/>
              <a:defRPr sz="967"/>
            </a:lvl5pPr>
            <a:lvl6pPr marL="2209876" indent="0">
              <a:buNone/>
              <a:defRPr sz="967"/>
            </a:lvl6pPr>
            <a:lvl7pPr marL="2651851" indent="0">
              <a:buNone/>
              <a:defRPr sz="967"/>
            </a:lvl7pPr>
            <a:lvl8pPr marL="3093827" indent="0">
              <a:buNone/>
              <a:defRPr sz="967"/>
            </a:lvl8pPr>
            <a:lvl9pPr marL="3535802" indent="0">
              <a:buNone/>
              <a:defRPr sz="96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96901C8-EFDA-5FAC-D60F-D8664E4D1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1929A-E95B-4FB2-B11E-412560D1170E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EE94B2-6698-F314-CD5C-DBD5FDB3A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9AC51ED-2003-9378-9263-6ABAAD3B6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21730-65C7-4512-930C-96E7DCF3F0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9577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B87E19-1369-A365-5B1B-61012172B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7C1DA-96C6-93A0-1A9C-A7B3E85BF5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BE979E-31FC-F82C-3216-CBDC6A8F8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1929A-E95B-4FB2-B11E-412560D1170E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85601E-62CF-F1AD-4C96-8B8A07033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7C5F27-F439-5E60-1568-428E0C68E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21730-65C7-4512-930C-96E7DCF3F0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8028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F2C3ED8-0199-1AE5-2D27-CCC18A86A4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52954"/>
            <a:ext cx="2628900" cy="561811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E995CB-D570-C74D-B3B4-3927DA5305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52954"/>
            <a:ext cx="7734300" cy="561811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602B31-22E5-9009-A757-D1F2A7E85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1929A-E95B-4FB2-B11E-412560D1170E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D8F2AC-B850-876F-D61A-30E2C9AEF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6B148E-74E4-8E73-2B6A-9D8635299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21730-65C7-4512-930C-96E7DCF3F0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9655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E01B865-8EBD-0366-321C-EABCE6AC6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2954"/>
            <a:ext cx="10515600" cy="1281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B5AB13-3ADD-0370-71B9-B82168D618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764771"/>
            <a:ext cx="10515600" cy="42062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C0DD2A-ED89-D402-D8F8-5EFCDA4EC2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144472"/>
            <a:ext cx="2743200" cy="3529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11929A-E95B-4FB2-B11E-412560D1170E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BA7137-B62A-2365-DF2C-0790B7CB11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44472"/>
            <a:ext cx="4114800" cy="3529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B9098A-B179-0BCE-35E7-2FC4CAB507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144472"/>
            <a:ext cx="2743200" cy="3529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121730-65C7-4512-930C-96E7DCF3F0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1641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883950" rtl="0" eaLnBrk="1" latinLnBrk="1" hangingPunct="1">
        <a:lnSpc>
          <a:spcPct val="90000"/>
        </a:lnSpc>
        <a:spcBef>
          <a:spcPct val="0"/>
        </a:spcBef>
        <a:buNone/>
        <a:defRPr sz="425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0988" indent="-220988" algn="l" defTabSz="883950" rtl="0" eaLnBrk="1" latinLnBrk="1" hangingPunct="1">
        <a:lnSpc>
          <a:spcPct val="90000"/>
        </a:lnSpc>
        <a:spcBef>
          <a:spcPts val="967"/>
        </a:spcBef>
        <a:buFont typeface="Arial" panose="020B0604020202020204" pitchFamily="34" charset="0"/>
        <a:buChar char="•"/>
        <a:defRPr sz="2707" kern="1200">
          <a:solidFill>
            <a:schemeClr val="tx1"/>
          </a:solidFill>
          <a:latin typeface="+mn-lt"/>
          <a:ea typeface="+mn-ea"/>
          <a:cs typeface="+mn-cs"/>
        </a:defRPr>
      </a:lvl1pPr>
      <a:lvl2pPr marL="662963" indent="-220988" algn="l" defTabSz="883950" rtl="0" eaLnBrk="1" latinLnBrk="1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2320" kern="1200">
          <a:solidFill>
            <a:schemeClr val="tx1"/>
          </a:solidFill>
          <a:latin typeface="+mn-lt"/>
          <a:ea typeface="+mn-ea"/>
          <a:cs typeface="+mn-cs"/>
        </a:defRPr>
      </a:lvl2pPr>
      <a:lvl3pPr marL="1104938" indent="-220988" algn="l" defTabSz="883950" rtl="0" eaLnBrk="1" latinLnBrk="1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933" kern="1200">
          <a:solidFill>
            <a:schemeClr val="tx1"/>
          </a:solidFill>
          <a:latin typeface="+mn-lt"/>
          <a:ea typeface="+mn-ea"/>
          <a:cs typeface="+mn-cs"/>
        </a:defRPr>
      </a:lvl3pPr>
      <a:lvl4pPr marL="1546913" indent="-220988" algn="l" defTabSz="883950" rtl="0" eaLnBrk="1" latinLnBrk="1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740" kern="1200">
          <a:solidFill>
            <a:schemeClr val="tx1"/>
          </a:solidFill>
          <a:latin typeface="+mn-lt"/>
          <a:ea typeface="+mn-ea"/>
          <a:cs typeface="+mn-cs"/>
        </a:defRPr>
      </a:lvl4pPr>
      <a:lvl5pPr marL="1988889" indent="-220988" algn="l" defTabSz="883950" rtl="0" eaLnBrk="1" latinLnBrk="1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740" kern="1200">
          <a:solidFill>
            <a:schemeClr val="tx1"/>
          </a:solidFill>
          <a:latin typeface="+mn-lt"/>
          <a:ea typeface="+mn-ea"/>
          <a:cs typeface="+mn-cs"/>
        </a:defRPr>
      </a:lvl5pPr>
      <a:lvl6pPr marL="2430864" indent="-220988" algn="l" defTabSz="883950" rtl="0" eaLnBrk="1" latinLnBrk="1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740" kern="1200">
          <a:solidFill>
            <a:schemeClr val="tx1"/>
          </a:solidFill>
          <a:latin typeface="+mn-lt"/>
          <a:ea typeface="+mn-ea"/>
          <a:cs typeface="+mn-cs"/>
        </a:defRPr>
      </a:lvl6pPr>
      <a:lvl7pPr marL="2872839" indent="-220988" algn="l" defTabSz="883950" rtl="0" eaLnBrk="1" latinLnBrk="1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740" kern="1200">
          <a:solidFill>
            <a:schemeClr val="tx1"/>
          </a:solidFill>
          <a:latin typeface="+mn-lt"/>
          <a:ea typeface="+mn-ea"/>
          <a:cs typeface="+mn-cs"/>
        </a:defRPr>
      </a:lvl7pPr>
      <a:lvl8pPr marL="3314814" indent="-220988" algn="l" defTabSz="883950" rtl="0" eaLnBrk="1" latinLnBrk="1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740" kern="1200">
          <a:solidFill>
            <a:schemeClr val="tx1"/>
          </a:solidFill>
          <a:latin typeface="+mn-lt"/>
          <a:ea typeface="+mn-ea"/>
          <a:cs typeface="+mn-cs"/>
        </a:defRPr>
      </a:lvl8pPr>
      <a:lvl9pPr marL="3756790" indent="-220988" algn="l" defTabSz="883950" rtl="0" eaLnBrk="1" latinLnBrk="1" hangingPunct="1">
        <a:lnSpc>
          <a:spcPct val="90000"/>
        </a:lnSpc>
        <a:spcBef>
          <a:spcPts val="483"/>
        </a:spcBef>
        <a:buFont typeface="Arial" panose="020B0604020202020204" pitchFamily="34" charset="0"/>
        <a:buChar char="•"/>
        <a:defRPr sz="17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83950" rtl="0" eaLnBrk="1" latinLnBrk="1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1pPr>
      <a:lvl2pPr marL="441975" algn="l" defTabSz="883950" rtl="0" eaLnBrk="1" latinLnBrk="1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2pPr>
      <a:lvl3pPr marL="883950" algn="l" defTabSz="883950" rtl="0" eaLnBrk="1" latinLnBrk="1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3pPr>
      <a:lvl4pPr marL="1325926" algn="l" defTabSz="883950" rtl="0" eaLnBrk="1" latinLnBrk="1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4pPr>
      <a:lvl5pPr marL="1767901" algn="l" defTabSz="883950" rtl="0" eaLnBrk="1" latinLnBrk="1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5pPr>
      <a:lvl6pPr marL="2209876" algn="l" defTabSz="883950" rtl="0" eaLnBrk="1" latinLnBrk="1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6pPr>
      <a:lvl7pPr marL="2651851" algn="l" defTabSz="883950" rtl="0" eaLnBrk="1" latinLnBrk="1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7pPr>
      <a:lvl8pPr marL="3093827" algn="l" defTabSz="883950" rtl="0" eaLnBrk="1" latinLnBrk="1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8pPr>
      <a:lvl9pPr marL="3535802" algn="l" defTabSz="883950" rtl="0" eaLnBrk="1" latinLnBrk="1" hangingPunct="1">
        <a:defRPr sz="17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z00_grid_top">
            <a:extLst>
              <a:ext uri="{FF2B5EF4-FFF2-40B4-BE49-F238E27FC236}">
                <a16:creationId xmlns:a16="http://schemas.microsoft.com/office/drawing/2014/main" id="{071F0121-AB1E-4C08-B97D-85286634DE10}"/>
              </a:ext>
            </a:extLst>
          </p:cNvPr>
          <p:cNvCxnSpPr/>
          <p:nvPr/>
        </p:nvCxnSpPr>
        <p:spPr>
          <a:xfrm>
            <a:off x="627001" y="1099085"/>
            <a:ext cx="10937693" cy="0"/>
          </a:xfrm>
          <a:prstGeom prst="line">
            <a:avLst/>
          </a:prstGeom>
          <a:ln w="13970">
            <a:solidFill>
              <a:srgbClr val="E7D8C7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z00_grid_bottom">
            <a:extLst>
              <a:ext uri="{FF2B5EF4-FFF2-40B4-BE49-F238E27FC236}">
                <a16:creationId xmlns:a16="http://schemas.microsoft.com/office/drawing/2014/main" id="{CFEEF132-DB01-80CF-2B6F-1D32717304C9}"/>
              </a:ext>
            </a:extLst>
          </p:cNvPr>
          <p:cNvCxnSpPr/>
          <p:nvPr/>
        </p:nvCxnSpPr>
        <p:spPr>
          <a:xfrm>
            <a:off x="627001" y="5198845"/>
            <a:ext cx="10937693" cy="0"/>
          </a:xfrm>
          <a:prstGeom prst="line">
            <a:avLst/>
          </a:prstGeom>
          <a:ln w="13970">
            <a:solidFill>
              <a:srgbClr val="E7D8C7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z00_grid_v_0">
            <a:extLst>
              <a:ext uri="{FF2B5EF4-FFF2-40B4-BE49-F238E27FC236}">
                <a16:creationId xmlns:a16="http://schemas.microsoft.com/office/drawing/2014/main" id="{F27C1911-2311-015F-CFA5-70AB2E2A1097}"/>
              </a:ext>
            </a:extLst>
          </p:cNvPr>
          <p:cNvCxnSpPr/>
          <p:nvPr/>
        </p:nvCxnSpPr>
        <p:spPr>
          <a:xfrm>
            <a:off x="3330945" y="1099085"/>
            <a:ext cx="0" cy="4317833"/>
          </a:xfrm>
          <a:prstGeom prst="line">
            <a:avLst/>
          </a:prstGeom>
          <a:ln w="13970">
            <a:solidFill>
              <a:srgbClr val="E7D8C7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z00_grid_v_1">
            <a:extLst>
              <a:ext uri="{FF2B5EF4-FFF2-40B4-BE49-F238E27FC236}">
                <a16:creationId xmlns:a16="http://schemas.microsoft.com/office/drawing/2014/main" id="{CA102F9D-FFB8-FBEF-58DC-A9BF63F9ED06}"/>
              </a:ext>
            </a:extLst>
          </p:cNvPr>
          <p:cNvCxnSpPr/>
          <p:nvPr/>
        </p:nvCxnSpPr>
        <p:spPr>
          <a:xfrm>
            <a:off x="5838951" y="1099085"/>
            <a:ext cx="0" cy="4317833"/>
          </a:xfrm>
          <a:prstGeom prst="line">
            <a:avLst/>
          </a:prstGeom>
          <a:ln w="13970">
            <a:solidFill>
              <a:srgbClr val="E7D8C7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z00_grid_v_2">
            <a:extLst>
              <a:ext uri="{FF2B5EF4-FFF2-40B4-BE49-F238E27FC236}">
                <a16:creationId xmlns:a16="http://schemas.microsoft.com/office/drawing/2014/main" id="{D5514F48-1D66-36B1-54B1-F1F48FD35C87}"/>
              </a:ext>
            </a:extLst>
          </p:cNvPr>
          <p:cNvCxnSpPr/>
          <p:nvPr/>
        </p:nvCxnSpPr>
        <p:spPr>
          <a:xfrm>
            <a:off x="9857856" y="1099085"/>
            <a:ext cx="0" cy="4317833"/>
          </a:xfrm>
          <a:prstGeom prst="line">
            <a:avLst/>
          </a:prstGeom>
          <a:ln w="13970">
            <a:solidFill>
              <a:srgbClr val="E7D8C7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header_title">
            <a:extLst>
              <a:ext uri="{FF2B5EF4-FFF2-40B4-BE49-F238E27FC236}">
                <a16:creationId xmlns:a16="http://schemas.microsoft.com/office/drawing/2014/main" id="{A47D1D1D-6D81-C707-2593-C1D8D8570232}"/>
              </a:ext>
            </a:extLst>
          </p:cNvPr>
          <p:cNvSpPr txBox="1"/>
          <p:nvPr/>
        </p:nvSpPr>
        <p:spPr>
          <a:xfrm>
            <a:off x="592168" y="401253"/>
            <a:ext cx="7140850" cy="294615"/>
          </a:xfrm>
          <a:prstGeom prst="rect">
            <a:avLst/>
          </a:prstGeom>
          <a:noFill/>
        </p:spPr>
        <p:txBody>
          <a:bodyPr vert="horz" wrap="square" lIns="8708" tIns="8723" rIns="8708" bIns="8723" rtlCol="0" anchor="ctr">
            <a:noAutofit/>
          </a:bodyPr>
          <a:lstStyle/>
          <a:p>
            <a:r>
              <a:rPr lang="en-US" altLang="ko-KR" sz="2774" b="1">
                <a:solidFill>
                  <a:srgbClr val="111827"/>
                </a:solidFill>
                <a:latin typeface="Aptos" panose="020B0004020202020204" pitchFamily="34" charset="0"/>
              </a:rPr>
              <a:t>MDPR Deterministic Presentation Pipeline</a:t>
            </a:r>
            <a:endParaRPr lang="ko-KR" altLang="en-US" sz="2774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8" name="header_subtitle">
            <a:extLst>
              <a:ext uri="{FF2B5EF4-FFF2-40B4-BE49-F238E27FC236}">
                <a16:creationId xmlns:a16="http://schemas.microsoft.com/office/drawing/2014/main" id="{3DCE5884-B07C-4C74-0619-DAB73862EE35}"/>
              </a:ext>
            </a:extLst>
          </p:cNvPr>
          <p:cNvSpPr txBox="1"/>
          <p:nvPr/>
        </p:nvSpPr>
        <p:spPr>
          <a:xfrm>
            <a:off x="592168" y="785061"/>
            <a:ext cx="10188774" cy="294615"/>
          </a:xfrm>
          <a:prstGeom prst="rect">
            <a:avLst/>
          </a:prstGeom>
          <a:noFill/>
        </p:spPr>
        <p:txBody>
          <a:bodyPr vert="horz" wrap="square" lIns="8708" tIns="8723" rIns="8708" bIns="8723" rtlCol="0" anchor="ctr">
            <a:noAutofit/>
          </a:bodyPr>
          <a:lstStyle/>
          <a:p>
            <a:r>
              <a:rPr lang="en-US" altLang="ko-KR" sz="1241">
                <a:solidFill>
                  <a:srgbClr val="64748B"/>
                </a:solidFill>
                <a:latin typeface="Aptos" panose="020B0004020202020204" pitchFamily="34" charset="0"/>
              </a:rPr>
              <a:t>Markdown becomes coherent PPTX/HTML/PDF through MDPR rules; mdpr-skill can add compact reasoning hints but never owns final design.</a:t>
            </a:r>
            <a:endParaRPr lang="ko-KR" altLang="en-US" sz="1241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9" name="zone_content_panel">
            <a:extLst>
              <a:ext uri="{FF2B5EF4-FFF2-40B4-BE49-F238E27FC236}">
                <a16:creationId xmlns:a16="http://schemas.microsoft.com/office/drawing/2014/main" id="{DF2C3F4C-E641-422F-9C9C-A254A571D3C7}"/>
              </a:ext>
            </a:extLst>
          </p:cNvPr>
          <p:cNvSpPr/>
          <p:nvPr/>
        </p:nvSpPr>
        <p:spPr>
          <a:xfrm>
            <a:off x="783752" y="1308434"/>
            <a:ext cx="2438339" cy="3750845"/>
          </a:xfrm>
          <a:prstGeom prst="roundRect">
            <a:avLst>
              <a:gd name="adj" fmla="val 5714"/>
            </a:avLst>
          </a:prstGeom>
          <a:solidFill>
            <a:srgbClr val="EEF4EF"/>
          </a:solidFill>
          <a:ln w="12627">
            <a:solidFill>
              <a:srgbClr val="C8D8C8"/>
            </a:solidFill>
          </a:ln>
          <a:effectLst>
            <a:outerShdw blurRad="38100" dist="29621" dir="3542194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zone_content_title">
            <a:extLst>
              <a:ext uri="{FF2B5EF4-FFF2-40B4-BE49-F238E27FC236}">
                <a16:creationId xmlns:a16="http://schemas.microsoft.com/office/drawing/2014/main" id="{8309F2AC-1C92-1C97-F3AC-F012689B3B0F}"/>
              </a:ext>
            </a:extLst>
          </p:cNvPr>
          <p:cNvSpPr txBox="1"/>
          <p:nvPr/>
        </p:nvSpPr>
        <p:spPr>
          <a:xfrm>
            <a:off x="992752" y="1517784"/>
            <a:ext cx="2020338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460" b="1">
                <a:solidFill>
                  <a:srgbClr val="334155"/>
                </a:solidFill>
                <a:latin typeface="Aptos" panose="020B0004020202020204" pitchFamily="34" charset="0"/>
              </a:rPr>
              <a:t>1. Content Contract</a:t>
            </a:r>
            <a:endParaRPr lang="ko-KR" altLang="en-US" sz="1460" b="1">
              <a:solidFill>
                <a:srgbClr val="334155"/>
              </a:solidFill>
              <a:latin typeface="Aptos" panose="020B0004020202020204" pitchFamily="34" charset="0"/>
            </a:endParaRPr>
          </a:p>
        </p:txBody>
      </p:sp>
      <p:sp>
        <p:nvSpPr>
          <p:cNvPr id="11" name="zone_content_subtitle">
            <a:extLst>
              <a:ext uri="{FF2B5EF4-FFF2-40B4-BE49-F238E27FC236}">
                <a16:creationId xmlns:a16="http://schemas.microsoft.com/office/drawing/2014/main" id="{B88D6D62-26E8-6555-4D52-CFC6EDD268D8}"/>
              </a:ext>
            </a:extLst>
          </p:cNvPr>
          <p:cNvSpPr txBox="1"/>
          <p:nvPr/>
        </p:nvSpPr>
        <p:spPr>
          <a:xfrm>
            <a:off x="992752" y="1814362"/>
            <a:ext cx="2020338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168">
                <a:solidFill>
                  <a:srgbClr val="64748B"/>
                </a:solidFill>
                <a:latin typeface="Aptos" panose="020B0004020202020204" pitchFamily="34" charset="0"/>
              </a:rPr>
              <a:t>semantic structure only</a:t>
            </a:r>
            <a:endParaRPr lang="ko-KR" altLang="en-US" sz="1168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2" name="zone_reasoning_panel">
            <a:extLst>
              <a:ext uri="{FF2B5EF4-FFF2-40B4-BE49-F238E27FC236}">
                <a16:creationId xmlns:a16="http://schemas.microsoft.com/office/drawing/2014/main" id="{F4AB9D2F-094D-068B-34A0-37D9EDB15A0C}"/>
              </a:ext>
            </a:extLst>
          </p:cNvPr>
          <p:cNvSpPr/>
          <p:nvPr/>
        </p:nvSpPr>
        <p:spPr>
          <a:xfrm>
            <a:off x="3439800" y="1308434"/>
            <a:ext cx="2351255" cy="3750845"/>
          </a:xfrm>
          <a:prstGeom prst="roundRect">
            <a:avLst>
              <a:gd name="adj" fmla="val 5926"/>
            </a:avLst>
          </a:prstGeom>
          <a:solidFill>
            <a:srgbClr val="FFF3DE"/>
          </a:solidFill>
          <a:ln w="12627">
            <a:solidFill>
              <a:srgbClr val="E4BF75"/>
            </a:solidFill>
          </a:ln>
          <a:effectLst>
            <a:outerShdw blurRad="38100" dist="29621" dir="3542194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zone_reasoning_title">
            <a:extLst>
              <a:ext uri="{FF2B5EF4-FFF2-40B4-BE49-F238E27FC236}">
                <a16:creationId xmlns:a16="http://schemas.microsoft.com/office/drawing/2014/main" id="{CED63D8B-6A85-3C13-BF7D-0C4B7F7F26D9}"/>
              </a:ext>
            </a:extLst>
          </p:cNvPr>
          <p:cNvSpPr txBox="1"/>
          <p:nvPr/>
        </p:nvSpPr>
        <p:spPr>
          <a:xfrm>
            <a:off x="3648800" y="1517784"/>
            <a:ext cx="1933254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460" b="1">
                <a:solidFill>
                  <a:srgbClr val="8B4E16"/>
                </a:solidFill>
                <a:latin typeface="Aptos" panose="020B0004020202020204" pitchFamily="34" charset="0"/>
              </a:rPr>
              <a:t>2. Agent Hints</a:t>
            </a:r>
            <a:endParaRPr lang="ko-KR" altLang="en-US" sz="1460" b="1">
              <a:solidFill>
                <a:srgbClr val="8B4E16"/>
              </a:solidFill>
              <a:latin typeface="Aptos" panose="020B0004020202020204" pitchFamily="34" charset="0"/>
            </a:endParaRPr>
          </a:p>
        </p:txBody>
      </p:sp>
      <p:sp>
        <p:nvSpPr>
          <p:cNvPr id="14" name="zone_reasoning_subtitle">
            <a:extLst>
              <a:ext uri="{FF2B5EF4-FFF2-40B4-BE49-F238E27FC236}">
                <a16:creationId xmlns:a16="http://schemas.microsoft.com/office/drawing/2014/main" id="{06341700-90DD-6B40-2634-DAA7B7123BFE}"/>
              </a:ext>
            </a:extLst>
          </p:cNvPr>
          <p:cNvSpPr txBox="1"/>
          <p:nvPr/>
        </p:nvSpPr>
        <p:spPr>
          <a:xfrm>
            <a:off x="3648800" y="1814362"/>
            <a:ext cx="1933254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168">
                <a:solidFill>
                  <a:srgbClr val="64748B"/>
                </a:solidFill>
                <a:latin typeface="Aptos" panose="020B0004020202020204" pitchFamily="34" charset="0"/>
              </a:rPr>
              <a:t>small optional tags</a:t>
            </a:r>
            <a:endParaRPr lang="ko-KR" altLang="en-US" sz="1168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5" name="zone_rules_panel">
            <a:extLst>
              <a:ext uri="{FF2B5EF4-FFF2-40B4-BE49-F238E27FC236}">
                <a16:creationId xmlns:a16="http://schemas.microsoft.com/office/drawing/2014/main" id="{32A1D8A8-905C-3CAF-EC91-81110CBBFC8F}"/>
              </a:ext>
            </a:extLst>
          </p:cNvPr>
          <p:cNvSpPr/>
          <p:nvPr/>
        </p:nvSpPr>
        <p:spPr>
          <a:xfrm>
            <a:off x="5886847" y="1308434"/>
            <a:ext cx="3901343" cy="3750845"/>
          </a:xfrm>
          <a:prstGeom prst="roundRect">
            <a:avLst>
              <a:gd name="adj" fmla="val 3715"/>
            </a:avLst>
          </a:prstGeom>
          <a:solidFill>
            <a:srgbClr val="EAF7F3"/>
          </a:solidFill>
          <a:ln w="12627">
            <a:solidFill>
              <a:srgbClr val="7CC7BA"/>
            </a:solidFill>
          </a:ln>
          <a:effectLst>
            <a:outerShdw blurRad="38100" dist="29621" dir="3542194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zone_rules_title">
            <a:extLst>
              <a:ext uri="{FF2B5EF4-FFF2-40B4-BE49-F238E27FC236}">
                <a16:creationId xmlns:a16="http://schemas.microsoft.com/office/drawing/2014/main" id="{1333B115-75DC-5023-13B8-39BC9B38B611}"/>
              </a:ext>
            </a:extLst>
          </p:cNvPr>
          <p:cNvSpPr txBox="1"/>
          <p:nvPr/>
        </p:nvSpPr>
        <p:spPr>
          <a:xfrm>
            <a:off x="6095848" y="1517784"/>
            <a:ext cx="3483342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460" b="1">
                <a:solidFill>
                  <a:srgbClr val="115E59"/>
                </a:solidFill>
                <a:latin typeface="Aptos" panose="020B0004020202020204" pitchFamily="34" charset="0"/>
              </a:rPr>
              <a:t>3. MDPR Design Rules</a:t>
            </a:r>
            <a:endParaRPr lang="ko-KR" altLang="en-US" sz="1460" b="1">
              <a:solidFill>
                <a:srgbClr val="115E59"/>
              </a:solidFill>
              <a:latin typeface="Aptos" panose="020B0004020202020204" pitchFamily="34" charset="0"/>
            </a:endParaRPr>
          </a:p>
        </p:txBody>
      </p:sp>
      <p:sp>
        <p:nvSpPr>
          <p:cNvPr id="17" name="zone_rules_subtitle">
            <a:extLst>
              <a:ext uri="{FF2B5EF4-FFF2-40B4-BE49-F238E27FC236}">
                <a16:creationId xmlns:a16="http://schemas.microsoft.com/office/drawing/2014/main" id="{BA12CF4C-8AF9-7D3E-1D92-B102F83BC5BB}"/>
              </a:ext>
            </a:extLst>
          </p:cNvPr>
          <p:cNvSpPr txBox="1"/>
          <p:nvPr/>
        </p:nvSpPr>
        <p:spPr>
          <a:xfrm>
            <a:off x="6095848" y="1814362"/>
            <a:ext cx="3483342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168">
                <a:solidFill>
                  <a:srgbClr val="64748B"/>
                </a:solidFill>
                <a:latin typeface="Aptos" panose="020B0004020202020204" pitchFamily="34" charset="0"/>
              </a:rPr>
              <a:t>final visual choices</a:t>
            </a:r>
            <a:endParaRPr lang="ko-KR" altLang="en-US" sz="1168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18" name="zone_outputs_panel">
            <a:extLst>
              <a:ext uri="{FF2B5EF4-FFF2-40B4-BE49-F238E27FC236}">
                <a16:creationId xmlns:a16="http://schemas.microsoft.com/office/drawing/2014/main" id="{DB85B5A9-AF05-826D-07A2-37AF70978758}"/>
              </a:ext>
            </a:extLst>
          </p:cNvPr>
          <p:cNvSpPr/>
          <p:nvPr/>
        </p:nvSpPr>
        <p:spPr>
          <a:xfrm>
            <a:off x="9927523" y="1308434"/>
            <a:ext cx="2002922" cy="3750845"/>
          </a:xfrm>
          <a:prstGeom prst="roundRect">
            <a:avLst>
              <a:gd name="adj" fmla="val 6957"/>
            </a:avLst>
          </a:prstGeom>
          <a:solidFill>
            <a:srgbClr val="F1F0FA"/>
          </a:solidFill>
          <a:ln w="12627">
            <a:solidFill>
              <a:srgbClr val="B8B5E6"/>
            </a:solidFill>
          </a:ln>
          <a:effectLst>
            <a:outerShdw blurRad="38100" dist="29621" dir="3542194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zone_outputs_title">
            <a:extLst>
              <a:ext uri="{FF2B5EF4-FFF2-40B4-BE49-F238E27FC236}">
                <a16:creationId xmlns:a16="http://schemas.microsoft.com/office/drawing/2014/main" id="{075C9714-C423-23DD-DE76-8FFE06C8FDDC}"/>
              </a:ext>
            </a:extLst>
          </p:cNvPr>
          <p:cNvSpPr txBox="1"/>
          <p:nvPr/>
        </p:nvSpPr>
        <p:spPr>
          <a:xfrm>
            <a:off x="10136524" y="1517784"/>
            <a:ext cx="15849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460" b="1">
                <a:solidFill>
                  <a:srgbClr val="4338CA"/>
                </a:solidFill>
                <a:latin typeface="Aptos" panose="020B0004020202020204" pitchFamily="34" charset="0"/>
              </a:rPr>
              <a:t>4. Outputs</a:t>
            </a:r>
            <a:endParaRPr lang="ko-KR" altLang="en-US" sz="1460" b="1">
              <a:solidFill>
                <a:srgbClr val="4338CA"/>
              </a:solidFill>
              <a:latin typeface="Aptos" panose="020B0004020202020204" pitchFamily="34" charset="0"/>
            </a:endParaRPr>
          </a:p>
        </p:txBody>
      </p:sp>
      <p:sp>
        <p:nvSpPr>
          <p:cNvPr id="20" name="zone_outputs_subtitle">
            <a:extLst>
              <a:ext uri="{FF2B5EF4-FFF2-40B4-BE49-F238E27FC236}">
                <a16:creationId xmlns:a16="http://schemas.microsoft.com/office/drawing/2014/main" id="{0A1036D2-DA1F-DA3D-023A-4D9218D9AC68}"/>
              </a:ext>
            </a:extLst>
          </p:cNvPr>
          <p:cNvSpPr txBox="1"/>
          <p:nvPr/>
        </p:nvSpPr>
        <p:spPr>
          <a:xfrm>
            <a:off x="10136524" y="1814362"/>
            <a:ext cx="1584920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168">
                <a:solidFill>
                  <a:srgbClr val="64748B"/>
                </a:solidFill>
                <a:latin typeface="Aptos" panose="020B0004020202020204" pitchFamily="34" charset="0"/>
              </a:rPr>
              <a:t>PPTX, HTML, PDF</a:t>
            </a:r>
            <a:endParaRPr lang="ko-KR" altLang="en-US" sz="1168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cxnSp>
        <p:nvCxnSpPr>
          <p:cNvPr id="21" name="main_start_markdown">
            <a:extLst>
              <a:ext uri="{FF2B5EF4-FFF2-40B4-BE49-F238E27FC236}">
                <a16:creationId xmlns:a16="http://schemas.microsoft.com/office/drawing/2014/main" id="{17C0E300-B465-C1B4-0903-103AEDFE8F96}"/>
              </a:ext>
            </a:extLst>
          </p:cNvPr>
          <p:cNvCxnSpPr/>
          <p:nvPr/>
        </p:nvCxnSpPr>
        <p:spPr>
          <a:xfrm>
            <a:off x="2002921" y="2477302"/>
            <a:ext cx="0" cy="209350"/>
          </a:xfrm>
          <a:prstGeom prst="line">
            <a:avLst/>
          </a:prstGeom>
          <a:ln w="36322">
            <a:solidFill>
              <a:srgbClr val="111827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main_markdown_splitter">
            <a:extLst>
              <a:ext uri="{FF2B5EF4-FFF2-40B4-BE49-F238E27FC236}">
                <a16:creationId xmlns:a16="http://schemas.microsoft.com/office/drawing/2014/main" id="{45B62B9D-640C-95A7-FF03-6FA77A29BE1E}"/>
              </a:ext>
            </a:extLst>
          </p:cNvPr>
          <p:cNvCxnSpPr/>
          <p:nvPr/>
        </p:nvCxnSpPr>
        <p:spPr>
          <a:xfrm>
            <a:off x="2002921" y="3628724"/>
            <a:ext cx="0" cy="279133"/>
          </a:xfrm>
          <a:prstGeom prst="line">
            <a:avLst/>
          </a:prstGeom>
          <a:ln w="27940">
            <a:solidFill>
              <a:srgbClr val="475569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main_splitter_ir_seg_1">
            <a:extLst>
              <a:ext uri="{FF2B5EF4-FFF2-40B4-BE49-F238E27FC236}">
                <a16:creationId xmlns:a16="http://schemas.microsoft.com/office/drawing/2014/main" id="{BFD1ED24-9137-CEDE-2159-C9EAC240B39E}"/>
              </a:ext>
            </a:extLst>
          </p:cNvPr>
          <p:cNvCxnSpPr/>
          <p:nvPr/>
        </p:nvCxnSpPr>
        <p:spPr>
          <a:xfrm>
            <a:off x="2995674" y="4396339"/>
            <a:ext cx="330917" cy="0"/>
          </a:xfrm>
          <a:prstGeom prst="line">
            <a:avLst/>
          </a:prstGeom>
          <a:ln w="27940">
            <a:solidFill>
              <a:srgbClr val="475569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main_splitter_ir_seg_2">
            <a:extLst>
              <a:ext uri="{FF2B5EF4-FFF2-40B4-BE49-F238E27FC236}">
                <a16:creationId xmlns:a16="http://schemas.microsoft.com/office/drawing/2014/main" id="{758ECFF8-4507-807A-90F3-D5606E02266B}"/>
              </a:ext>
            </a:extLst>
          </p:cNvPr>
          <p:cNvCxnSpPr/>
          <p:nvPr/>
        </p:nvCxnSpPr>
        <p:spPr>
          <a:xfrm flipV="1">
            <a:off x="3326591" y="2534001"/>
            <a:ext cx="0" cy="1862338"/>
          </a:xfrm>
          <a:prstGeom prst="line">
            <a:avLst/>
          </a:prstGeom>
          <a:ln w="27940">
            <a:solidFill>
              <a:srgbClr val="475569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main_splitter_ir_seg_3">
            <a:extLst>
              <a:ext uri="{FF2B5EF4-FFF2-40B4-BE49-F238E27FC236}">
                <a16:creationId xmlns:a16="http://schemas.microsoft.com/office/drawing/2014/main" id="{C4A3C5FB-0A79-6C1C-5B95-CC038C231023}"/>
              </a:ext>
            </a:extLst>
          </p:cNvPr>
          <p:cNvCxnSpPr/>
          <p:nvPr/>
        </p:nvCxnSpPr>
        <p:spPr>
          <a:xfrm>
            <a:off x="3326591" y="2534001"/>
            <a:ext cx="330918" cy="0"/>
          </a:xfrm>
          <a:prstGeom prst="line">
            <a:avLst/>
          </a:prstGeom>
          <a:ln w="27940">
            <a:solidFill>
              <a:srgbClr val="475569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hint_ir_reasoning">
            <a:extLst>
              <a:ext uri="{FF2B5EF4-FFF2-40B4-BE49-F238E27FC236}">
                <a16:creationId xmlns:a16="http://schemas.microsoft.com/office/drawing/2014/main" id="{109ECE80-7C2F-C123-B6B1-09277A42A7CA}"/>
              </a:ext>
            </a:extLst>
          </p:cNvPr>
          <p:cNvCxnSpPr/>
          <p:nvPr/>
        </p:nvCxnSpPr>
        <p:spPr>
          <a:xfrm>
            <a:off x="4615428" y="2991953"/>
            <a:ext cx="0" cy="497205"/>
          </a:xfrm>
          <a:prstGeom prst="line">
            <a:avLst/>
          </a:prstGeom>
          <a:ln w="20955">
            <a:solidFill>
              <a:srgbClr val="A85520"/>
            </a:solidFill>
            <a:prstDash val="dash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main_ir_rules">
            <a:extLst>
              <a:ext uri="{FF2B5EF4-FFF2-40B4-BE49-F238E27FC236}">
                <a16:creationId xmlns:a16="http://schemas.microsoft.com/office/drawing/2014/main" id="{01AD882F-6BEA-328A-D7C1-DA7AB64657F9}"/>
              </a:ext>
            </a:extLst>
          </p:cNvPr>
          <p:cNvCxnSpPr/>
          <p:nvPr/>
        </p:nvCxnSpPr>
        <p:spPr>
          <a:xfrm>
            <a:off x="5573346" y="2534001"/>
            <a:ext cx="653127" cy="0"/>
          </a:xfrm>
          <a:prstGeom prst="line">
            <a:avLst/>
          </a:prstGeom>
          <a:ln w="36322">
            <a:solidFill>
              <a:srgbClr val="111827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hint_reasoning_rules_seg_1">
            <a:extLst>
              <a:ext uri="{FF2B5EF4-FFF2-40B4-BE49-F238E27FC236}">
                <a16:creationId xmlns:a16="http://schemas.microsoft.com/office/drawing/2014/main" id="{ABE4445E-571A-C8A8-5BEC-A2C424609155}"/>
              </a:ext>
            </a:extLst>
          </p:cNvPr>
          <p:cNvCxnSpPr/>
          <p:nvPr/>
        </p:nvCxnSpPr>
        <p:spPr>
          <a:xfrm>
            <a:off x="5573346" y="4186989"/>
            <a:ext cx="330918" cy="0"/>
          </a:xfrm>
          <a:prstGeom prst="line">
            <a:avLst/>
          </a:prstGeom>
          <a:ln w="20955">
            <a:solidFill>
              <a:srgbClr val="A85520"/>
            </a:solidFill>
            <a:prstDash val="dash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hint_reasoning_rules_seg_2">
            <a:extLst>
              <a:ext uri="{FF2B5EF4-FFF2-40B4-BE49-F238E27FC236}">
                <a16:creationId xmlns:a16="http://schemas.microsoft.com/office/drawing/2014/main" id="{BB623446-857E-1C22-690A-00B4DF1455AE}"/>
              </a:ext>
            </a:extLst>
          </p:cNvPr>
          <p:cNvCxnSpPr/>
          <p:nvPr/>
        </p:nvCxnSpPr>
        <p:spPr>
          <a:xfrm flipV="1">
            <a:off x="5904264" y="3453394"/>
            <a:ext cx="0" cy="733595"/>
          </a:xfrm>
          <a:prstGeom prst="line">
            <a:avLst/>
          </a:prstGeom>
          <a:ln w="20955">
            <a:solidFill>
              <a:srgbClr val="A85520"/>
            </a:solidFill>
            <a:prstDash val="dash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hint_reasoning_rules_seg_3">
            <a:extLst>
              <a:ext uri="{FF2B5EF4-FFF2-40B4-BE49-F238E27FC236}">
                <a16:creationId xmlns:a16="http://schemas.microsoft.com/office/drawing/2014/main" id="{7D7FE27D-9A42-B6C1-D6B2-661E952453D1}"/>
              </a:ext>
            </a:extLst>
          </p:cNvPr>
          <p:cNvCxnSpPr/>
          <p:nvPr/>
        </p:nvCxnSpPr>
        <p:spPr>
          <a:xfrm>
            <a:off x="5904264" y="3453394"/>
            <a:ext cx="156750" cy="0"/>
          </a:xfrm>
          <a:prstGeom prst="line">
            <a:avLst/>
          </a:prstGeom>
          <a:ln w="20955">
            <a:solidFill>
              <a:srgbClr val="A85520"/>
            </a:solidFill>
            <a:prstDash val="dash"/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rule_features_recipes">
            <a:extLst>
              <a:ext uri="{FF2B5EF4-FFF2-40B4-BE49-F238E27FC236}">
                <a16:creationId xmlns:a16="http://schemas.microsoft.com/office/drawing/2014/main" id="{165FD9D8-D9D6-01A8-0588-A1D03205A120}"/>
              </a:ext>
            </a:extLst>
          </p:cNvPr>
          <p:cNvCxnSpPr/>
          <p:nvPr/>
        </p:nvCxnSpPr>
        <p:spPr>
          <a:xfrm>
            <a:off x="7140850" y="3497881"/>
            <a:ext cx="156750" cy="0"/>
          </a:xfrm>
          <a:prstGeom prst="line">
            <a:avLst/>
          </a:prstGeom>
          <a:ln w="19558">
            <a:solidFill>
              <a:srgbClr val="0F766E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rule_recipes_theme">
            <a:extLst>
              <a:ext uri="{FF2B5EF4-FFF2-40B4-BE49-F238E27FC236}">
                <a16:creationId xmlns:a16="http://schemas.microsoft.com/office/drawing/2014/main" id="{F0CBDCD1-30CC-27F8-4D52-076D3A210120}"/>
              </a:ext>
            </a:extLst>
          </p:cNvPr>
          <p:cNvCxnSpPr/>
          <p:nvPr/>
        </p:nvCxnSpPr>
        <p:spPr>
          <a:xfrm>
            <a:off x="8377436" y="3497881"/>
            <a:ext cx="156751" cy="0"/>
          </a:xfrm>
          <a:prstGeom prst="line">
            <a:avLst/>
          </a:prstGeom>
          <a:ln w="19558">
            <a:solidFill>
              <a:srgbClr val="0F766E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rule_features_compose">
            <a:extLst>
              <a:ext uri="{FF2B5EF4-FFF2-40B4-BE49-F238E27FC236}">
                <a16:creationId xmlns:a16="http://schemas.microsoft.com/office/drawing/2014/main" id="{204AF3AD-6EDE-5B3B-B603-C42F8B5818C6}"/>
              </a:ext>
            </a:extLst>
          </p:cNvPr>
          <p:cNvCxnSpPr/>
          <p:nvPr/>
        </p:nvCxnSpPr>
        <p:spPr>
          <a:xfrm>
            <a:off x="6600932" y="3942748"/>
            <a:ext cx="0" cy="104675"/>
          </a:xfrm>
          <a:prstGeom prst="line">
            <a:avLst/>
          </a:prstGeom>
          <a:ln w="19558">
            <a:solidFill>
              <a:srgbClr val="0F766E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rule_recipes_objects">
            <a:extLst>
              <a:ext uri="{FF2B5EF4-FFF2-40B4-BE49-F238E27FC236}">
                <a16:creationId xmlns:a16="http://schemas.microsoft.com/office/drawing/2014/main" id="{50026ECF-4E34-C5A5-3148-69C776637DCA}"/>
              </a:ext>
            </a:extLst>
          </p:cNvPr>
          <p:cNvCxnSpPr/>
          <p:nvPr/>
        </p:nvCxnSpPr>
        <p:spPr>
          <a:xfrm>
            <a:off x="7837519" y="3942748"/>
            <a:ext cx="0" cy="104675"/>
          </a:xfrm>
          <a:prstGeom prst="line">
            <a:avLst/>
          </a:prstGeom>
          <a:ln w="19558">
            <a:solidFill>
              <a:srgbClr val="0F766E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rule_theme_decorate">
            <a:extLst>
              <a:ext uri="{FF2B5EF4-FFF2-40B4-BE49-F238E27FC236}">
                <a16:creationId xmlns:a16="http://schemas.microsoft.com/office/drawing/2014/main" id="{9187C8C9-592D-1CF3-A8A3-C90D2835A797}"/>
              </a:ext>
            </a:extLst>
          </p:cNvPr>
          <p:cNvCxnSpPr/>
          <p:nvPr/>
        </p:nvCxnSpPr>
        <p:spPr>
          <a:xfrm>
            <a:off x="9074104" y="3942748"/>
            <a:ext cx="0" cy="104675"/>
          </a:xfrm>
          <a:prstGeom prst="line">
            <a:avLst/>
          </a:prstGeom>
          <a:ln w="19558">
            <a:solidFill>
              <a:srgbClr val="0F766E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rule_compose_objects">
            <a:extLst>
              <a:ext uri="{FF2B5EF4-FFF2-40B4-BE49-F238E27FC236}">
                <a16:creationId xmlns:a16="http://schemas.microsoft.com/office/drawing/2014/main" id="{851F4B3E-1E3F-C4B7-E301-A2DD312FA63F}"/>
              </a:ext>
            </a:extLst>
          </p:cNvPr>
          <p:cNvCxnSpPr/>
          <p:nvPr/>
        </p:nvCxnSpPr>
        <p:spPr>
          <a:xfrm>
            <a:off x="7140850" y="4492291"/>
            <a:ext cx="156750" cy="0"/>
          </a:xfrm>
          <a:prstGeom prst="line">
            <a:avLst/>
          </a:prstGeom>
          <a:ln w="19558">
            <a:solidFill>
              <a:srgbClr val="0F766E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rule_objects_decorate">
            <a:extLst>
              <a:ext uri="{FF2B5EF4-FFF2-40B4-BE49-F238E27FC236}">
                <a16:creationId xmlns:a16="http://schemas.microsoft.com/office/drawing/2014/main" id="{672543E0-BFBD-B1EE-3942-F8FF5C1D5EA5}"/>
              </a:ext>
            </a:extLst>
          </p:cNvPr>
          <p:cNvCxnSpPr/>
          <p:nvPr/>
        </p:nvCxnSpPr>
        <p:spPr>
          <a:xfrm>
            <a:off x="8377436" y="4492291"/>
            <a:ext cx="156751" cy="0"/>
          </a:xfrm>
          <a:prstGeom prst="line">
            <a:avLst/>
          </a:prstGeom>
          <a:ln w="19558">
            <a:solidFill>
              <a:srgbClr val="0F766E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main_rules_styled_ir">
            <a:extLst>
              <a:ext uri="{FF2B5EF4-FFF2-40B4-BE49-F238E27FC236}">
                <a16:creationId xmlns:a16="http://schemas.microsoft.com/office/drawing/2014/main" id="{E511CF3D-1AFF-103F-AECE-0F5D1573C450}"/>
              </a:ext>
            </a:extLst>
          </p:cNvPr>
          <p:cNvCxnSpPr/>
          <p:nvPr/>
        </p:nvCxnSpPr>
        <p:spPr>
          <a:xfrm>
            <a:off x="9448564" y="2534001"/>
            <a:ext cx="627002" cy="0"/>
          </a:xfrm>
          <a:prstGeom prst="line">
            <a:avLst/>
          </a:prstGeom>
          <a:ln w="36322">
            <a:solidFill>
              <a:srgbClr val="111827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main_styled_renderers">
            <a:extLst>
              <a:ext uri="{FF2B5EF4-FFF2-40B4-BE49-F238E27FC236}">
                <a16:creationId xmlns:a16="http://schemas.microsoft.com/office/drawing/2014/main" id="{F36EFCE0-FB76-30ED-9B07-36A32684C610}"/>
              </a:ext>
            </a:extLst>
          </p:cNvPr>
          <p:cNvCxnSpPr/>
          <p:nvPr/>
        </p:nvCxnSpPr>
        <p:spPr>
          <a:xfrm>
            <a:off x="10928984" y="2991953"/>
            <a:ext cx="0" cy="409976"/>
          </a:xfrm>
          <a:prstGeom prst="line">
            <a:avLst/>
          </a:prstGeom>
          <a:ln w="27940">
            <a:solidFill>
              <a:srgbClr val="475569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validation_loop">
            <a:extLst>
              <a:ext uri="{FF2B5EF4-FFF2-40B4-BE49-F238E27FC236}">
                <a16:creationId xmlns:a16="http://schemas.microsoft.com/office/drawing/2014/main" id="{C0E031F3-3A6E-6341-5D27-8EC382D0222B}"/>
              </a:ext>
            </a:extLst>
          </p:cNvPr>
          <p:cNvCxnSpPr/>
          <p:nvPr/>
        </p:nvCxnSpPr>
        <p:spPr>
          <a:xfrm>
            <a:off x="10928984" y="4317833"/>
            <a:ext cx="0" cy="95952"/>
          </a:xfrm>
          <a:prstGeom prst="line">
            <a:avLst/>
          </a:prstGeom>
          <a:ln w="23749">
            <a:solidFill>
              <a:srgbClr val="BE123C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source_chip">
            <a:extLst>
              <a:ext uri="{FF2B5EF4-FFF2-40B4-BE49-F238E27FC236}">
                <a16:creationId xmlns:a16="http://schemas.microsoft.com/office/drawing/2014/main" id="{3D80A4BC-A9F5-3B92-AE4E-80E67E4FCB04}"/>
              </a:ext>
            </a:extLst>
          </p:cNvPr>
          <p:cNvSpPr/>
          <p:nvPr/>
        </p:nvSpPr>
        <p:spPr>
          <a:xfrm>
            <a:off x="1654587" y="2163278"/>
            <a:ext cx="696669" cy="314024"/>
          </a:xfrm>
          <a:prstGeom prst="roundRect">
            <a:avLst>
              <a:gd name="adj" fmla="val 44370"/>
            </a:avLst>
          </a:prstGeom>
          <a:solidFill>
            <a:srgbClr val="EEF4EF"/>
          </a:solidFill>
          <a:ln w="12627">
            <a:solidFill>
              <a:srgbClr val="C8D8C8"/>
            </a:solidFill>
          </a:ln>
          <a:effectLst>
            <a:outerShdw blurRad="38100" dist="29621" dir="3542194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980" b="1">
                <a:solidFill>
                  <a:srgbClr val="334155"/>
                </a:solidFill>
                <a:latin typeface="Aptos" panose="020B0004020202020204" pitchFamily="34" charset="0"/>
              </a:rPr>
              <a:t>source</a:t>
            </a:r>
            <a:endParaRPr lang="ko-KR" altLang="en-US" sz="980" b="1">
              <a:solidFill>
                <a:srgbClr val="334155"/>
              </a:solidFill>
              <a:latin typeface="Aptos" panose="020B0004020202020204" pitchFamily="34" charset="0"/>
            </a:endParaRPr>
          </a:p>
        </p:txBody>
      </p:sp>
      <p:sp>
        <p:nvSpPr>
          <p:cNvPr id="42" name="markdown_card">
            <a:extLst>
              <a:ext uri="{FF2B5EF4-FFF2-40B4-BE49-F238E27FC236}">
                <a16:creationId xmlns:a16="http://schemas.microsoft.com/office/drawing/2014/main" id="{BFC59B41-1116-B956-03A2-86AA424C1B1B}"/>
              </a:ext>
            </a:extLst>
          </p:cNvPr>
          <p:cNvSpPr/>
          <p:nvPr/>
        </p:nvSpPr>
        <p:spPr>
          <a:xfrm>
            <a:off x="1010169" y="2686652"/>
            <a:ext cx="1985505" cy="942072"/>
          </a:xfrm>
          <a:prstGeom prst="roundRect">
            <a:avLst>
              <a:gd name="adj" fmla="val 14790"/>
            </a:avLst>
          </a:prstGeom>
          <a:solidFill>
            <a:srgbClr val="FFFDF8"/>
          </a:solidFill>
          <a:ln w="12627">
            <a:solidFill>
              <a:srgbClr val="DACFC0"/>
            </a:solidFill>
          </a:ln>
          <a:effectLst>
            <a:outerShdw blurRad="38100" dist="29621" dir="3542194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markdown_icon_dot">
            <a:extLst>
              <a:ext uri="{FF2B5EF4-FFF2-40B4-BE49-F238E27FC236}">
                <a16:creationId xmlns:a16="http://schemas.microsoft.com/office/drawing/2014/main" id="{3D13AD7A-48CC-93E3-AAF4-08EFD386B175}"/>
              </a:ext>
            </a:extLst>
          </p:cNvPr>
          <p:cNvSpPr/>
          <p:nvPr/>
        </p:nvSpPr>
        <p:spPr>
          <a:xfrm>
            <a:off x="1179982" y="2909085"/>
            <a:ext cx="217709" cy="218073"/>
          </a:xfrm>
          <a:prstGeom prst="ellipse">
            <a:avLst/>
          </a:prstGeom>
          <a:solidFill>
            <a:srgbClr val="86A789"/>
          </a:solidFill>
          <a:ln w="8708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980" b="1">
                <a:solidFill>
                  <a:srgbClr val="FFFFFF"/>
                </a:solidFill>
                <a:latin typeface="Aptos" panose="020B0004020202020204" pitchFamily="34" charset="0"/>
              </a:rPr>
              <a:t>M</a:t>
            </a:r>
            <a:endParaRPr lang="ko-KR" altLang="en-US" sz="98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4" name="markdown_title">
            <a:extLst>
              <a:ext uri="{FF2B5EF4-FFF2-40B4-BE49-F238E27FC236}">
                <a16:creationId xmlns:a16="http://schemas.microsoft.com/office/drawing/2014/main" id="{C0EEDBF3-B420-ED62-6CCE-606A023281E7}"/>
              </a:ext>
            </a:extLst>
          </p:cNvPr>
          <p:cNvSpPr txBox="1"/>
          <p:nvPr/>
        </p:nvSpPr>
        <p:spPr>
          <a:xfrm>
            <a:off x="1515254" y="2904724"/>
            <a:ext cx="1358503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095" b="1">
                <a:solidFill>
                  <a:srgbClr val="111827"/>
                </a:solidFill>
                <a:latin typeface="Aptos" panose="020B0004020202020204" pitchFamily="34" charset="0"/>
              </a:rPr>
              <a:t>Markdown</a:t>
            </a:r>
            <a:endParaRPr lang="ko-KR" altLang="en-US" sz="1095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45" name="markdown_line_0">
            <a:extLst>
              <a:ext uri="{FF2B5EF4-FFF2-40B4-BE49-F238E27FC236}">
                <a16:creationId xmlns:a16="http://schemas.microsoft.com/office/drawing/2014/main" id="{050C74ED-72B7-496A-10BA-15E6DB1EBE20}"/>
              </a:ext>
            </a:extLst>
          </p:cNvPr>
          <p:cNvSpPr txBox="1"/>
          <p:nvPr/>
        </p:nvSpPr>
        <p:spPr>
          <a:xfrm>
            <a:off x="1297545" y="3244917"/>
            <a:ext cx="1576212" cy="294615"/>
          </a:xfrm>
          <a:prstGeom prst="rect">
            <a:avLst/>
          </a:prstGeom>
          <a:noFill/>
        </p:spPr>
        <p:txBody>
          <a:bodyPr vert="horz" wrap="square" lIns="8708" tIns="8723" rIns="8708" bIns="8723" rtlCol="0" anchor="t">
            <a:noAutofit/>
          </a:bodyPr>
          <a:lstStyle/>
          <a:p>
            <a:r>
              <a:rPr lang="en-US" altLang="ko-KR" sz="1022">
                <a:solidFill>
                  <a:srgbClr val="526071"/>
                </a:solidFill>
                <a:latin typeface="Aptos" panose="020B0004020202020204" pitchFamily="34" charset="0"/>
              </a:rPr>
              <a:t>headings, tables</a:t>
            </a:r>
            <a:endParaRPr lang="ko-KR" altLang="en-US" sz="1022">
              <a:solidFill>
                <a:srgbClr val="526071"/>
              </a:solidFill>
              <a:latin typeface="Aptos" panose="020B0004020202020204" pitchFamily="34" charset="0"/>
            </a:endParaRPr>
          </a:p>
        </p:txBody>
      </p:sp>
      <p:sp>
        <p:nvSpPr>
          <p:cNvPr id="46" name="markdown_line_1">
            <a:extLst>
              <a:ext uri="{FF2B5EF4-FFF2-40B4-BE49-F238E27FC236}">
                <a16:creationId xmlns:a16="http://schemas.microsoft.com/office/drawing/2014/main" id="{1402FF81-A0B7-9FBE-2CA9-80EEA6117723}"/>
              </a:ext>
            </a:extLst>
          </p:cNvPr>
          <p:cNvSpPr txBox="1"/>
          <p:nvPr/>
        </p:nvSpPr>
        <p:spPr>
          <a:xfrm>
            <a:off x="1297545" y="3410652"/>
            <a:ext cx="1576212" cy="294615"/>
          </a:xfrm>
          <a:prstGeom prst="rect">
            <a:avLst/>
          </a:prstGeom>
          <a:noFill/>
        </p:spPr>
        <p:txBody>
          <a:bodyPr vert="horz" wrap="square" lIns="8708" tIns="8723" rIns="8708" bIns="8723" rtlCol="0" anchor="t">
            <a:noAutofit/>
          </a:bodyPr>
          <a:lstStyle/>
          <a:p>
            <a:r>
              <a:rPr lang="en-US" altLang="ko-KR" sz="1022">
                <a:solidFill>
                  <a:srgbClr val="526071"/>
                </a:solidFill>
                <a:latin typeface="Aptos" panose="020B0004020202020204" pitchFamily="34" charset="0"/>
              </a:rPr>
              <a:t>charts and images</a:t>
            </a:r>
            <a:endParaRPr lang="ko-KR" altLang="en-US" sz="1022">
              <a:solidFill>
                <a:srgbClr val="526071"/>
              </a:solidFill>
              <a:latin typeface="Aptos" panose="020B0004020202020204" pitchFamily="34" charset="0"/>
            </a:endParaRPr>
          </a:p>
        </p:txBody>
      </p:sp>
      <p:sp>
        <p:nvSpPr>
          <p:cNvPr id="47" name="splitter_card">
            <a:extLst>
              <a:ext uri="{FF2B5EF4-FFF2-40B4-BE49-F238E27FC236}">
                <a16:creationId xmlns:a16="http://schemas.microsoft.com/office/drawing/2014/main" id="{E6EEE092-AC15-372B-82FB-390E30DE03CC}"/>
              </a:ext>
            </a:extLst>
          </p:cNvPr>
          <p:cNvSpPr/>
          <p:nvPr/>
        </p:nvSpPr>
        <p:spPr>
          <a:xfrm>
            <a:off x="1010169" y="3907857"/>
            <a:ext cx="1985505" cy="976964"/>
          </a:xfrm>
          <a:prstGeom prst="roundRect">
            <a:avLst>
              <a:gd name="adj" fmla="val 14262"/>
            </a:avLst>
          </a:prstGeom>
          <a:solidFill>
            <a:srgbClr val="FFFDF8"/>
          </a:solidFill>
          <a:ln w="12627">
            <a:solidFill>
              <a:srgbClr val="DACFC0"/>
            </a:solidFill>
          </a:ln>
          <a:effectLst>
            <a:outerShdw blurRad="38100" dist="29621" dir="3542194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splitter_icon_dot">
            <a:extLst>
              <a:ext uri="{FF2B5EF4-FFF2-40B4-BE49-F238E27FC236}">
                <a16:creationId xmlns:a16="http://schemas.microsoft.com/office/drawing/2014/main" id="{6E15DBD2-2C17-2C1D-4A80-93AE6DEE8C95}"/>
              </a:ext>
            </a:extLst>
          </p:cNvPr>
          <p:cNvSpPr/>
          <p:nvPr/>
        </p:nvSpPr>
        <p:spPr>
          <a:xfrm>
            <a:off x="1179982" y="4130291"/>
            <a:ext cx="217709" cy="218072"/>
          </a:xfrm>
          <a:prstGeom prst="ellipse">
            <a:avLst/>
          </a:prstGeom>
          <a:solidFill>
            <a:srgbClr val="86A789"/>
          </a:solidFill>
          <a:ln w="8708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980" b="1">
                <a:solidFill>
                  <a:srgbClr val="FFFFFF"/>
                </a:solidFill>
                <a:latin typeface="Aptos" panose="020B0004020202020204" pitchFamily="34" charset="0"/>
              </a:rPr>
              <a:t>S</a:t>
            </a:r>
            <a:endParaRPr lang="ko-KR" altLang="en-US" sz="98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9" name="splitter_title">
            <a:extLst>
              <a:ext uri="{FF2B5EF4-FFF2-40B4-BE49-F238E27FC236}">
                <a16:creationId xmlns:a16="http://schemas.microsoft.com/office/drawing/2014/main" id="{6ABF5389-5B31-ADC8-2F61-0A4CEA2F487C}"/>
              </a:ext>
            </a:extLst>
          </p:cNvPr>
          <p:cNvSpPr txBox="1"/>
          <p:nvPr/>
        </p:nvSpPr>
        <p:spPr>
          <a:xfrm>
            <a:off x="1515254" y="4125929"/>
            <a:ext cx="1358503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095" b="1">
                <a:solidFill>
                  <a:srgbClr val="111827"/>
                </a:solidFill>
                <a:latin typeface="Aptos" panose="020B0004020202020204" pitchFamily="34" charset="0"/>
              </a:rPr>
              <a:t>MDPR Splitter</a:t>
            </a:r>
            <a:endParaRPr lang="ko-KR" altLang="en-US" sz="1095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50" name="splitter_line_0">
            <a:extLst>
              <a:ext uri="{FF2B5EF4-FFF2-40B4-BE49-F238E27FC236}">
                <a16:creationId xmlns:a16="http://schemas.microsoft.com/office/drawing/2014/main" id="{7E37462F-5759-D9D3-68DB-E200F16CB4A0}"/>
              </a:ext>
            </a:extLst>
          </p:cNvPr>
          <p:cNvSpPr txBox="1"/>
          <p:nvPr/>
        </p:nvSpPr>
        <p:spPr>
          <a:xfrm>
            <a:off x="1297545" y="4466122"/>
            <a:ext cx="1576212" cy="294615"/>
          </a:xfrm>
          <a:prstGeom prst="rect">
            <a:avLst/>
          </a:prstGeom>
          <a:noFill/>
        </p:spPr>
        <p:txBody>
          <a:bodyPr vert="horz" wrap="square" lIns="8708" tIns="8723" rIns="8708" bIns="8723" rtlCol="0" anchor="t">
            <a:noAutofit/>
          </a:bodyPr>
          <a:lstStyle/>
          <a:p>
            <a:r>
              <a:rPr lang="en-US" altLang="ko-KR" sz="1022">
                <a:solidFill>
                  <a:srgbClr val="526071"/>
                </a:solidFill>
                <a:latin typeface="Aptos" panose="020B0004020202020204" pitchFamily="34" charset="0"/>
              </a:rPr>
              <a:t>Pandoc or simple AST</a:t>
            </a:r>
            <a:endParaRPr lang="ko-KR" altLang="en-US" sz="1022">
              <a:solidFill>
                <a:srgbClr val="526071"/>
              </a:solidFill>
              <a:latin typeface="Aptos" panose="020B0004020202020204" pitchFamily="34" charset="0"/>
            </a:endParaRPr>
          </a:p>
        </p:txBody>
      </p:sp>
      <p:sp>
        <p:nvSpPr>
          <p:cNvPr id="51" name="splitter_line_1">
            <a:extLst>
              <a:ext uri="{FF2B5EF4-FFF2-40B4-BE49-F238E27FC236}">
                <a16:creationId xmlns:a16="http://schemas.microsoft.com/office/drawing/2014/main" id="{31CDB1F4-7F5C-AE2A-7352-0248A800A435}"/>
              </a:ext>
            </a:extLst>
          </p:cNvPr>
          <p:cNvSpPr txBox="1"/>
          <p:nvPr/>
        </p:nvSpPr>
        <p:spPr>
          <a:xfrm>
            <a:off x="1297545" y="4631857"/>
            <a:ext cx="1576212" cy="294615"/>
          </a:xfrm>
          <a:prstGeom prst="rect">
            <a:avLst/>
          </a:prstGeom>
          <a:noFill/>
        </p:spPr>
        <p:txBody>
          <a:bodyPr vert="horz" wrap="square" lIns="8708" tIns="8723" rIns="8708" bIns="8723" rtlCol="0" anchor="t">
            <a:noAutofit/>
          </a:bodyPr>
          <a:lstStyle/>
          <a:p>
            <a:r>
              <a:rPr lang="en-US" altLang="ko-KR" sz="1022">
                <a:solidFill>
                  <a:srgbClr val="526071"/>
                </a:solidFill>
                <a:latin typeface="Aptos" panose="020B0004020202020204" pitchFamily="34" charset="0"/>
              </a:rPr>
              <a:t>slide/object split</a:t>
            </a:r>
            <a:endParaRPr lang="ko-KR" altLang="en-US" sz="1022">
              <a:solidFill>
                <a:srgbClr val="526071"/>
              </a:solidFill>
              <a:latin typeface="Aptos" panose="020B0004020202020204" pitchFamily="34" charset="0"/>
            </a:endParaRPr>
          </a:p>
        </p:txBody>
      </p:sp>
      <p:sp>
        <p:nvSpPr>
          <p:cNvPr id="52" name="ir_core_card">
            <a:extLst>
              <a:ext uri="{FF2B5EF4-FFF2-40B4-BE49-F238E27FC236}">
                <a16:creationId xmlns:a16="http://schemas.microsoft.com/office/drawing/2014/main" id="{1AD2A733-B4DD-FCF7-733F-5DF47920364A}"/>
              </a:ext>
            </a:extLst>
          </p:cNvPr>
          <p:cNvSpPr/>
          <p:nvPr/>
        </p:nvSpPr>
        <p:spPr>
          <a:xfrm>
            <a:off x="3657509" y="2076049"/>
            <a:ext cx="1915838" cy="915904"/>
          </a:xfrm>
          <a:prstGeom prst="roundRect">
            <a:avLst>
              <a:gd name="adj" fmla="val 15213"/>
            </a:avLst>
          </a:prstGeom>
          <a:solidFill>
            <a:srgbClr val="FFFFFF"/>
          </a:solidFill>
          <a:ln w="12627">
            <a:solidFill>
              <a:srgbClr val="E4BF75"/>
            </a:solidFill>
          </a:ln>
          <a:effectLst>
            <a:outerShdw blurRad="38100" dist="29621" dir="3542194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ir_core_icon_dot">
            <a:extLst>
              <a:ext uri="{FF2B5EF4-FFF2-40B4-BE49-F238E27FC236}">
                <a16:creationId xmlns:a16="http://schemas.microsoft.com/office/drawing/2014/main" id="{B128471E-202A-4204-88E2-3377DD44CE3F}"/>
              </a:ext>
            </a:extLst>
          </p:cNvPr>
          <p:cNvSpPr/>
          <p:nvPr/>
        </p:nvSpPr>
        <p:spPr>
          <a:xfrm>
            <a:off x="3827321" y="2298483"/>
            <a:ext cx="217709" cy="218072"/>
          </a:xfrm>
          <a:prstGeom prst="ellipse">
            <a:avLst/>
          </a:prstGeom>
          <a:solidFill>
            <a:srgbClr val="E9B44C"/>
          </a:solidFill>
          <a:ln w="8708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980" b="1">
                <a:solidFill>
                  <a:srgbClr val="FFFFFF"/>
                </a:solidFill>
                <a:latin typeface="Aptos" panose="020B0004020202020204" pitchFamily="34" charset="0"/>
              </a:rPr>
              <a:t>I</a:t>
            </a:r>
            <a:endParaRPr lang="ko-KR" altLang="en-US" sz="98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54" name="ir_core_title">
            <a:extLst>
              <a:ext uri="{FF2B5EF4-FFF2-40B4-BE49-F238E27FC236}">
                <a16:creationId xmlns:a16="http://schemas.microsoft.com/office/drawing/2014/main" id="{90621B63-391B-9ED1-FAF5-310428CF11ED}"/>
              </a:ext>
            </a:extLst>
          </p:cNvPr>
          <p:cNvSpPr txBox="1"/>
          <p:nvPr/>
        </p:nvSpPr>
        <p:spPr>
          <a:xfrm>
            <a:off x="4162593" y="2294121"/>
            <a:ext cx="1288836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095" b="1">
                <a:solidFill>
                  <a:srgbClr val="111827"/>
                </a:solidFill>
                <a:latin typeface="Aptos" panose="020B0004020202020204" pitchFamily="34" charset="0"/>
              </a:rPr>
              <a:t>Slide Element IR</a:t>
            </a:r>
            <a:endParaRPr lang="ko-KR" altLang="en-US" sz="1095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55" name="ir_core_line_0">
            <a:extLst>
              <a:ext uri="{FF2B5EF4-FFF2-40B4-BE49-F238E27FC236}">
                <a16:creationId xmlns:a16="http://schemas.microsoft.com/office/drawing/2014/main" id="{107336AC-3ABD-F4D0-BD10-B5F50E80E31B}"/>
              </a:ext>
            </a:extLst>
          </p:cNvPr>
          <p:cNvSpPr txBox="1"/>
          <p:nvPr/>
        </p:nvSpPr>
        <p:spPr>
          <a:xfrm>
            <a:off x="3944884" y="2634314"/>
            <a:ext cx="1506545" cy="294615"/>
          </a:xfrm>
          <a:prstGeom prst="rect">
            <a:avLst/>
          </a:prstGeom>
          <a:noFill/>
        </p:spPr>
        <p:txBody>
          <a:bodyPr vert="horz" wrap="square" lIns="8708" tIns="8723" rIns="8708" bIns="8723" rtlCol="0" anchor="t">
            <a:noAutofit/>
          </a:bodyPr>
          <a:lstStyle/>
          <a:p>
            <a:r>
              <a:rPr lang="en-US" altLang="ko-KR" sz="1022">
                <a:solidFill>
                  <a:srgbClr val="526071"/>
                </a:solidFill>
                <a:latin typeface="Aptos" panose="020B0004020202020204" pitchFamily="34" charset="0"/>
              </a:rPr>
              <a:t>semantic blocks</a:t>
            </a:r>
            <a:endParaRPr lang="ko-KR" altLang="en-US" sz="1022">
              <a:solidFill>
                <a:srgbClr val="526071"/>
              </a:solidFill>
              <a:latin typeface="Aptos" panose="020B0004020202020204" pitchFamily="34" charset="0"/>
            </a:endParaRPr>
          </a:p>
        </p:txBody>
      </p:sp>
      <p:sp>
        <p:nvSpPr>
          <p:cNvPr id="56" name="ir_core_line_1">
            <a:extLst>
              <a:ext uri="{FF2B5EF4-FFF2-40B4-BE49-F238E27FC236}">
                <a16:creationId xmlns:a16="http://schemas.microsoft.com/office/drawing/2014/main" id="{C407481D-30D7-3714-7201-468CE7FC4B5F}"/>
              </a:ext>
            </a:extLst>
          </p:cNvPr>
          <p:cNvSpPr txBox="1"/>
          <p:nvPr/>
        </p:nvSpPr>
        <p:spPr>
          <a:xfrm>
            <a:off x="3944884" y="2800049"/>
            <a:ext cx="1506545" cy="294615"/>
          </a:xfrm>
          <a:prstGeom prst="rect">
            <a:avLst/>
          </a:prstGeom>
          <a:noFill/>
        </p:spPr>
        <p:txBody>
          <a:bodyPr vert="horz" wrap="square" lIns="8708" tIns="8723" rIns="8708" bIns="8723" rtlCol="0" anchor="t">
            <a:noAutofit/>
          </a:bodyPr>
          <a:lstStyle/>
          <a:p>
            <a:r>
              <a:rPr lang="en-US" altLang="ko-KR" sz="1022">
                <a:solidFill>
                  <a:srgbClr val="526071"/>
                </a:solidFill>
                <a:latin typeface="Aptos" panose="020B0004020202020204" pitchFamily="34" charset="0"/>
              </a:rPr>
              <a:t>graph kept whole</a:t>
            </a:r>
            <a:endParaRPr lang="ko-KR" altLang="en-US" sz="1022">
              <a:solidFill>
                <a:srgbClr val="526071"/>
              </a:solidFill>
              <a:latin typeface="Aptos" panose="020B0004020202020204" pitchFamily="34" charset="0"/>
            </a:endParaRPr>
          </a:p>
        </p:txBody>
      </p:sp>
      <p:sp>
        <p:nvSpPr>
          <p:cNvPr id="57" name="reasoning_card">
            <a:extLst>
              <a:ext uri="{FF2B5EF4-FFF2-40B4-BE49-F238E27FC236}">
                <a16:creationId xmlns:a16="http://schemas.microsoft.com/office/drawing/2014/main" id="{0012C2B7-84D9-4A16-50C4-16A13F8B1EA2}"/>
              </a:ext>
            </a:extLst>
          </p:cNvPr>
          <p:cNvSpPr/>
          <p:nvPr/>
        </p:nvSpPr>
        <p:spPr>
          <a:xfrm>
            <a:off x="3657509" y="3489158"/>
            <a:ext cx="1915838" cy="1395663"/>
          </a:xfrm>
          <a:prstGeom prst="roundRect">
            <a:avLst>
              <a:gd name="adj" fmla="val 9983"/>
            </a:avLst>
          </a:prstGeom>
          <a:solidFill>
            <a:srgbClr val="FFFFFF"/>
          </a:solidFill>
          <a:ln w="12627">
            <a:solidFill>
              <a:srgbClr val="E4BF75"/>
            </a:solidFill>
          </a:ln>
          <a:effectLst>
            <a:outerShdw blurRad="38100" dist="29621" dir="3542194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reasoning_icon_dot">
            <a:extLst>
              <a:ext uri="{FF2B5EF4-FFF2-40B4-BE49-F238E27FC236}">
                <a16:creationId xmlns:a16="http://schemas.microsoft.com/office/drawing/2014/main" id="{50650282-D64F-1FA5-6971-901CEE17C831}"/>
              </a:ext>
            </a:extLst>
          </p:cNvPr>
          <p:cNvSpPr/>
          <p:nvPr/>
        </p:nvSpPr>
        <p:spPr>
          <a:xfrm>
            <a:off x="3827321" y="3711592"/>
            <a:ext cx="217709" cy="218072"/>
          </a:xfrm>
          <a:prstGeom prst="ellipse">
            <a:avLst/>
          </a:prstGeom>
          <a:solidFill>
            <a:srgbClr val="E9B44C"/>
          </a:solidFill>
          <a:ln w="8708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980" b="1">
                <a:solidFill>
                  <a:srgbClr val="FFFFFF"/>
                </a:solidFill>
                <a:latin typeface="Aptos" panose="020B0004020202020204" pitchFamily="34" charset="0"/>
              </a:rPr>
              <a:t>H</a:t>
            </a:r>
            <a:endParaRPr lang="ko-KR" altLang="en-US" sz="98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59" name="reasoning_title">
            <a:extLst>
              <a:ext uri="{FF2B5EF4-FFF2-40B4-BE49-F238E27FC236}">
                <a16:creationId xmlns:a16="http://schemas.microsoft.com/office/drawing/2014/main" id="{A9968FB5-43EA-65DF-B50D-0C838C600C86}"/>
              </a:ext>
            </a:extLst>
          </p:cNvPr>
          <p:cNvSpPr txBox="1"/>
          <p:nvPr/>
        </p:nvSpPr>
        <p:spPr>
          <a:xfrm>
            <a:off x="4162593" y="3707230"/>
            <a:ext cx="1288836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095" b="1">
                <a:solidFill>
                  <a:srgbClr val="111827"/>
                </a:solidFill>
                <a:latin typeface="Aptos" panose="020B0004020202020204" pitchFamily="34" charset="0"/>
              </a:rPr>
              <a:t>Hint Packet</a:t>
            </a:r>
            <a:endParaRPr lang="ko-KR" altLang="en-US" sz="1095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60" name="reasoning_line_0">
            <a:extLst>
              <a:ext uri="{FF2B5EF4-FFF2-40B4-BE49-F238E27FC236}">
                <a16:creationId xmlns:a16="http://schemas.microsoft.com/office/drawing/2014/main" id="{070CC4BE-0A7A-3599-831E-F25B4CCACE14}"/>
              </a:ext>
            </a:extLst>
          </p:cNvPr>
          <p:cNvSpPr txBox="1"/>
          <p:nvPr/>
        </p:nvSpPr>
        <p:spPr>
          <a:xfrm>
            <a:off x="3944884" y="4047423"/>
            <a:ext cx="1506545" cy="294615"/>
          </a:xfrm>
          <a:prstGeom prst="rect">
            <a:avLst/>
          </a:prstGeom>
          <a:noFill/>
        </p:spPr>
        <p:txBody>
          <a:bodyPr vert="horz" wrap="square" lIns="8708" tIns="8723" rIns="8708" bIns="8723" rtlCol="0" anchor="t">
            <a:noAutofit/>
          </a:bodyPr>
          <a:lstStyle/>
          <a:p>
            <a:r>
              <a:rPr lang="en-US" altLang="ko-KR" sz="1022">
                <a:solidFill>
                  <a:srgbClr val="526071"/>
                </a:solidFill>
                <a:latin typeface="Aptos" panose="020B0004020202020204" pitchFamily="34" charset="0"/>
              </a:rPr>
              <a:t>intent + importance</a:t>
            </a:r>
            <a:endParaRPr lang="ko-KR" altLang="en-US" sz="1022">
              <a:solidFill>
                <a:srgbClr val="526071"/>
              </a:solidFill>
              <a:latin typeface="Aptos" panose="020B0004020202020204" pitchFamily="34" charset="0"/>
            </a:endParaRPr>
          </a:p>
        </p:txBody>
      </p:sp>
      <p:sp>
        <p:nvSpPr>
          <p:cNvPr id="61" name="reasoning_guard">
            <a:extLst>
              <a:ext uri="{FF2B5EF4-FFF2-40B4-BE49-F238E27FC236}">
                <a16:creationId xmlns:a16="http://schemas.microsoft.com/office/drawing/2014/main" id="{D1E90F9C-9685-8063-F72E-680DB7E2E68A}"/>
              </a:ext>
            </a:extLst>
          </p:cNvPr>
          <p:cNvSpPr/>
          <p:nvPr/>
        </p:nvSpPr>
        <p:spPr>
          <a:xfrm>
            <a:off x="3901342" y="4309110"/>
            <a:ext cx="1428171" cy="314024"/>
          </a:xfrm>
          <a:prstGeom prst="roundRect">
            <a:avLst>
              <a:gd name="adj" fmla="val 44370"/>
            </a:avLst>
          </a:prstGeom>
          <a:solidFill>
            <a:srgbClr val="FFF7E6"/>
          </a:solidFill>
          <a:ln w="12627">
            <a:solidFill>
              <a:srgbClr val="E9B44C"/>
            </a:solidFill>
          </a:ln>
          <a:effectLst>
            <a:outerShdw blurRad="38100" dist="29621" dir="3542194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980" b="1">
                <a:solidFill>
                  <a:srgbClr val="7C3D12"/>
                </a:solidFill>
                <a:latin typeface="Aptos" panose="020B0004020202020204" pitchFamily="34" charset="0"/>
              </a:rPr>
              <a:t>hints only</a:t>
            </a:r>
            <a:endParaRPr lang="ko-KR" altLang="en-US" sz="980" b="1">
              <a:solidFill>
                <a:srgbClr val="7C3D12"/>
              </a:solidFill>
              <a:latin typeface="Aptos" panose="020B0004020202020204" pitchFamily="34" charset="0"/>
            </a:endParaRPr>
          </a:p>
        </p:txBody>
      </p:sp>
      <p:sp>
        <p:nvSpPr>
          <p:cNvPr id="62" name="reasoning_limit">
            <a:extLst>
              <a:ext uri="{FF2B5EF4-FFF2-40B4-BE49-F238E27FC236}">
                <a16:creationId xmlns:a16="http://schemas.microsoft.com/office/drawing/2014/main" id="{1BE08B3C-5FB4-108D-A5DE-162FAB59E2EE}"/>
              </a:ext>
            </a:extLst>
          </p:cNvPr>
          <p:cNvSpPr txBox="1"/>
          <p:nvPr/>
        </p:nvSpPr>
        <p:spPr>
          <a:xfrm>
            <a:off x="3875217" y="4570797"/>
            <a:ext cx="1480420" cy="294615"/>
          </a:xfrm>
          <a:prstGeom prst="rect">
            <a:avLst/>
          </a:prstGeom>
          <a:noFill/>
        </p:spPr>
        <p:txBody>
          <a:bodyPr vert="horz" wrap="square" lIns="8708" tIns="8723" rIns="8708" bIns="8723" rtlCol="0" anchor="ctr">
            <a:noAutofit/>
          </a:bodyPr>
          <a:lstStyle/>
          <a:p>
            <a:r>
              <a:rPr lang="en-US" altLang="ko-KR" sz="980" b="1">
                <a:solidFill>
                  <a:srgbClr val="64748B"/>
                </a:solidFill>
                <a:latin typeface="Aptos" panose="020B0004020202020204" pitchFamily="34" charset="0"/>
              </a:rPr>
              <a:t>no coords/styles</a:t>
            </a:r>
            <a:endParaRPr lang="ko-KR" altLang="en-US" sz="980" b="1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63" name="rule_engine_card">
            <a:extLst>
              <a:ext uri="{FF2B5EF4-FFF2-40B4-BE49-F238E27FC236}">
                <a16:creationId xmlns:a16="http://schemas.microsoft.com/office/drawing/2014/main" id="{6D8614C0-F03F-7621-85ED-099D00B9A12A}"/>
              </a:ext>
            </a:extLst>
          </p:cNvPr>
          <p:cNvSpPr/>
          <p:nvPr/>
        </p:nvSpPr>
        <p:spPr>
          <a:xfrm>
            <a:off x="6226473" y="2185085"/>
            <a:ext cx="3222091" cy="697832"/>
          </a:xfrm>
          <a:prstGeom prst="roundRect">
            <a:avLst>
              <a:gd name="adj" fmla="val 19967"/>
            </a:avLst>
          </a:prstGeom>
          <a:solidFill>
            <a:srgbClr val="DCFCE7"/>
          </a:solidFill>
          <a:ln w="12627">
            <a:solidFill>
              <a:srgbClr val="7CC7BA"/>
            </a:solidFill>
          </a:ln>
          <a:effectLst>
            <a:outerShdw blurRad="38100" dist="29621" dir="3542194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rule_engine_title">
            <a:extLst>
              <a:ext uri="{FF2B5EF4-FFF2-40B4-BE49-F238E27FC236}">
                <a16:creationId xmlns:a16="http://schemas.microsoft.com/office/drawing/2014/main" id="{A6AE971C-ED59-7555-A5A4-6387D38145DC}"/>
              </a:ext>
            </a:extLst>
          </p:cNvPr>
          <p:cNvSpPr txBox="1"/>
          <p:nvPr/>
        </p:nvSpPr>
        <p:spPr>
          <a:xfrm>
            <a:off x="6487723" y="2307206"/>
            <a:ext cx="2699590" cy="294615"/>
          </a:xfrm>
          <a:prstGeom prst="rect">
            <a:avLst/>
          </a:prstGeom>
          <a:noFill/>
        </p:spPr>
        <p:txBody>
          <a:bodyPr vert="horz" wrap="square" lIns="8708" tIns="8723" rIns="8708" bIns="8723" rtlCol="0" anchor="ctr">
            <a:noAutofit/>
          </a:bodyPr>
          <a:lstStyle/>
          <a:p>
            <a:r>
              <a:rPr lang="en-US" altLang="ko-KR" sz="1241" b="1">
                <a:solidFill>
                  <a:srgbClr val="14532D"/>
                </a:solidFill>
                <a:latin typeface="Aptos" panose="020B0004020202020204" pitchFamily="34" charset="0"/>
              </a:rPr>
              <a:t>Rule Engine Boundary</a:t>
            </a:r>
            <a:endParaRPr lang="ko-KR" altLang="en-US" sz="1241" b="1">
              <a:solidFill>
                <a:srgbClr val="14532D"/>
              </a:solidFill>
              <a:latin typeface="Aptos" panose="020B0004020202020204" pitchFamily="34" charset="0"/>
            </a:endParaRPr>
          </a:p>
        </p:txBody>
      </p:sp>
      <p:sp>
        <p:nvSpPr>
          <p:cNvPr id="65" name="rule_engine_body">
            <a:extLst>
              <a:ext uri="{FF2B5EF4-FFF2-40B4-BE49-F238E27FC236}">
                <a16:creationId xmlns:a16="http://schemas.microsoft.com/office/drawing/2014/main" id="{41A67B12-9C14-D7F6-DD34-C544AE4A48E3}"/>
              </a:ext>
            </a:extLst>
          </p:cNvPr>
          <p:cNvSpPr txBox="1"/>
          <p:nvPr/>
        </p:nvSpPr>
        <p:spPr>
          <a:xfrm>
            <a:off x="6487723" y="2577615"/>
            <a:ext cx="2699590" cy="294615"/>
          </a:xfrm>
          <a:prstGeom prst="rect">
            <a:avLst/>
          </a:prstGeom>
          <a:noFill/>
        </p:spPr>
        <p:txBody>
          <a:bodyPr vert="horz" wrap="square" lIns="8708" tIns="8723" rIns="8708" bIns="8723" rtlCol="0" anchor="ctr">
            <a:noAutofit/>
          </a:bodyPr>
          <a:lstStyle/>
          <a:p>
            <a:r>
              <a:rPr lang="en-US" altLang="ko-KR" sz="1022">
                <a:solidFill>
                  <a:srgbClr val="166534"/>
                </a:solidFill>
                <a:latin typeface="Aptos" panose="020B0004020202020204" pitchFamily="34" charset="0"/>
              </a:rPr>
              <a:t>recipes, colors, z-order</a:t>
            </a:r>
            <a:endParaRPr lang="ko-KR" altLang="en-US" sz="1022">
              <a:solidFill>
                <a:srgbClr val="166534"/>
              </a:solidFill>
              <a:latin typeface="Aptos" panose="020B0004020202020204" pitchFamily="34" charset="0"/>
            </a:endParaRPr>
          </a:p>
        </p:txBody>
      </p:sp>
      <p:sp>
        <p:nvSpPr>
          <p:cNvPr id="66" name="features_card">
            <a:extLst>
              <a:ext uri="{FF2B5EF4-FFF2-40B4-BE49-F238E27FC236}">
                <a16:creationId xmlns:a16="http://schemas.microsoft.com/office/drawing/2014/main" id="{E4C33870-04D6-DD1C-C603-40263FD0ABCC}"/>
              </a:ext>
            </a:extLst>
          </p:cNvPr>
          <p:cNvSpPr/>
          <p:nvPr/>
        </p:nvSpPr>
        <p:spPr>
          <a:xfrm>
            <a:off x="6061014" y="3053013"/>
            <a:ext cx="1079836" cy="889735"/>
          </a:xfrm>
          <a:prstGeom prst="roundRect">
            <a:avLst>
              <a:gd name="adj" fmla="val 15660"/>
            </a:avLst>
          </a:prstGeom>
          <a:solidFill>
            <a:srgbClr val="F8FAFC"/>
          </a:solidFill>
          <a:ln w="12627">
            <a:solidFill>
              <a:srgbClr val="BBF7D0"/>
            </a:solidFill>
          </a:ln>
          <a:effectLst>
            <a:outerShdw blurRad="38100" dist="29621" dir="3542194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features_icon_dot">
            <a:extLst>
              <a:ext uri="{FF2B5EF4-FFF2-40B4-BE49-F238E27FC236}">
                <a16:creationId xmlns:a16="http://schemas.microsoft.com/office/drawing/2014/main" id="{1AFE47C8-A644-F8E4-EB8C-4CE24028E87A}"/>
              </a:ext>
            </a:extLst>
          </p:cNvPr>
          <p:cNvSpPr/>
          <p:nvPr/>
        </p:nvSpPr>
        <p:spPr>
          <a:xfrm>
            <a:off x="6182931" y="3253640"/>
            <a:ext cx="156751" cy="157012"/>
          </a:xfrm>
          <a:prstGeom prst="ellipse">
            <a:avLst/>
          </a:prstGeom>
          <a:solidFill>
            <a:srgbClr val="14B8A6"/>
          </a:solidFill>
          <a:ln w="8708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980" b="1">
                <a:solidFill>
                  <a:srgbClr val="FFFFFF"/>
                </a:solidFill>
                <a:latin typeface="Aptos" panose="020B0004020202020204" pitchFamily="34" charset="0"/>
              </a:rPr>
              <a:t>F</a:t>
            </a:r>
            <a:endParaRPr lang="ko-KR" altLang="en-US" sz="98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68" name="features_title">
            <a:extLst>
              <a:ext uri="{FF2B5EF4-FFF2-40B4-BE49-F238E27FC236}">
                <a16:creationId xmlns:a16="http://schemas.microsoft.com/office/drawing/2014/main" id="{771332D2-E853-273F-8B24-7C6AEFE363F5}"/>
              </a:ext>
            </a:extLst>
          </p:cNvPr>
          <p:cNvSpPr txBox="1"/>
          <p:nvPr/>
        </p:nvSpPr>
        <p:spPr>
          <a:xfrm>
            <a:off x="6452890" y="3218748"/>
            <a:ext cx="566043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980" b="1">
                <a:solidFill>
                  <a:srgbClr val="111827"/>
                </a:solidFill>
                <a:latin typeface="Aptos" panose="020B0004020202020204" pitchFamily="34" charset="0"/>
              </a:rPr>
              <a:t>Features</a:t>
            </a:r>
            <a:endParaRPr lang="ko-KR" altLang="en-US" sz="98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69" name="features_line_0">
            <a:extLst>
              <a:ext uri="{FF2B5EF4-FFF2-40B4-BE49-F238E27FC236}">
                <a16:creationId xmlns:a16="http://schemas.microsoft.com/office/drawing/2014/main" id="{4D0B5831-966A-D00F-16B2-FE468B8371BB}"/>
              </a:ext>
            </a:extLst>
          </p:cNvPr>
          <p:cNvSpPr txBox="1"/>
          <p:nvPr/>
        </p:nvSpPr>
        <p:spPr>
          <a:xfrm>
            <a:off x="6261306" y="3558941"/>
            <a:ext cx="757627" cy="294615"/>
          </a:xfrm>
          <a:prstGeom prst="rect">
            <a:avLst/>
          </a:prstGeom>
          <a:noFill/>
        </p:spPr>
        <p:txBody>
          <a:bodyPr vert="horz" wrap="square" lIns="8708" tIns="8723" rIns="8708" bIns="8723" rtlCol="0" anchor="t">
            <a:noAutofit/>
          </a:bodyPr>
          <a:lstStyle/>
          <a:p>
            <a:r>
              <a:rPr lang="en-US" altLang="ko-KR" sz="980">
                <a:solidFill>
                  <a:srgbClr val="526071"/>
                </a:solidFill>
                <a:latin typeface="Aptos" panose="020B0004020202020204" pitchFamily="34" charset="0"/>
              </a:rPr>
              <a:t>density</a:t>
            </a:r>
            <a:endParaRPr lang="ko-KR" altLang="en-US" sz="980">
              <a:solidFill>
                <a:srgbClr val="526071"/>
              </a:solidFill>
              <a:latin typeface="Aptos" panose="020B0004020202020204" pitchFamily="34" charset="0"/>
            </a:endParaRPr>
          </a:p>
        </p:txBody>
      </p:sp>
      <p:sp>
        <p:nvSpPr>
          <p:cNvPr id="70" name="features_line_1">
            <a:extLst>
              <a:ext uri="{FF2B5EF4-FFF2-40B4-BE49-F238E27FC236}">
                <a16:creationId xmlns:a16="http://schemas.microsoft.com/office/drawing/2014/main" id="{A6A3EF04-D979-2836-8AD5-C74B7CC6DB36}"/>
              </a:ext>
            </a:extLst>
          </p:cNvPr>
          <p:cNvSpPr txBox="1"/>
          <p:nvPr/>
        </p:nvSpPr>
        <p:spPr>
          <a:xfrm>
            <a:off x="6261306" y="3733399"/>
            <a:ext cx="757627" cy="294615"/>
          </a:xfrm>
          <a:prstGeom prst="rect">
            <a:avLst/>
          </a:prstGeom>
          <a:noFill/>
        </p:spPr>
        <p:txBody>
          <a:bodyPr vert="horz" wrap="square" lIns="8708" tIns="8723" rIns="8708" bIns="8723" rtlCol="0" anchor="t">
            <a:noAutofit/>
          </a:bodyPr>
          <a:lstStyle/>
          <a:p>
            <a:r>
              <a:rPr lang="en-US" altLang="ko-KR" sz="980">
                <a:solidFill>
                  <a:srgbClr val="526071"/>
                </a:solidFill>
                <a:latin typeface="Aptos" panose="020B0004020202020204" pitchFamily="34" charset="0"/>
              </a:rPr>
              <a:t>size risk</a:t>
            </a:r>
            <a:endParaRPr lang="ko-KR" altLang="en-US" sz="980">
              <a:solidFill>
                <a:srgbClr val="526071"/>
              </a:solidFill>
              <a:latin typeface="Aptos" panose="020B0004020202020204" pitchFamily="34" charset="0"/>
            </a:endParaRPr>
          </a:p>
        </p:txBody>
      </p:sp>
      <p:sp>
        <p:nvSpPr>
          <p:cNvPr id="71" name="recipes_card">
            <a:extLst>
              <a:ext uri="{FF2B5EF4-FFF2-40B4-BE49-F238E27FC236}">
                <a16:creationId xmlns:a16="http://schemas.microsoft.com/office/drawing/2014/main" id="{7F4F3409-4E48-428D-C611-5EE70CC99CA1}"/>
              </a:ext>
            </a:extLst>
          </p:cNvPr>
          <p:cNvSpPr/>
          <p:nvPr/>
        </p:nvSpPr>
        <p:spPr>
          <a:xfrm>
            <a:off x="7297600" y="3053013"/>
            <a:ext cx="1079836" cy="889735"/>
          </a:xfrm>
          <a:prstGeom prst="roundRect">
            <a:avLst>
              <a:gd name="adj" fmla="val 15660"/>
            </a:avLst>
          </a:prstGeom>
          <a:solidFill>
            <a:srgbClr val="F8FAFC"/>
          </a:solidFill>
          <a:ln w="12627">
            <a:solidFill>
              <a:srgbClr val="BBF7D0"/>
            </a:solidFill>
          </a:ln>
          <a:effectLst>
            <a:outerShdw blurRad="38100" dist="29621" dir="3542194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recipes_icon_dot">
            <a:extLst>
              <a:ext uri="{FF2B5EF4-FFF2-40B4-BE49-F238E27FC236}">
                <a16:creationId xmlns:a16="http://schemas.microsoft.com/office/drawing/2014/main" id="{3DC0B6B1-09BD-6B3F-7BC0-53C67BEAB844}"/>
              </a:ext>
            </a:extLst>
          </p:cNvPr>
          <p:cNvSpPr/>
          <p:nvPr/>
        </p:nvSpPr>
        <p:spPr>
          <a:xfrm>
            <a:off x="7419518" y="3253640"/>
            <a:ext cx="156750" cy="157012"/>
          </a:xfrm>
          <a:prstGeom prst="ellipse">
            <a:avLst/>
          </a:prstGeom>
          <a:solidFill>
            <a:srgbClr val="14B8A6"/>
          </a:solidFill>
          <a:ln w="8708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980" b="1">
                <a:solidFill>
                  <a:srgbClr val="FFFFFF"/>
                </a:solidFill>
                <a:latin typeface="Aptos" panose="020B0004020202020204" pitchFamily="34" charset="0"/>
              </a:rPr>
              <a:t>R</a:t>
            </a:r>
            <a:endParaRPr lang="ko-KR" altLang="en-US" sz="98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73" name="recipes_title">
            <a:extLst>
              <a:ext uri="{FF2B5EF4-FFF2-40B4-BE49-F238E27FC236}">
                <a16:creationId xmlns:a16="http://schemas.microsoft.com/office/drawing/2014/main" id="{94412D12-7F51-157B-4850-D13ABC711CD2}"/>
              </a:ext>
            </a:extLst>
          </p:cNvPr>
          <p:cNvSpPr txBox="1"/>
          <p:nvPr/>
        </p:nvSpPr>
        <p:spPr>
          <a:xfrm>
            <a:off x="7689476" y="3218748"/>
            <a:ext cx="566043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980" b="1">
                <a:solidFill>
                  <a:srgbClr val="111827"/>
                </a:solidFill>
                <a:latin typeface="Aptos" panose="020B0004020202020204" pitchFamily="34" charset="0"/>
              </a:rPr>
              <a:t>Recipes</a:t>
            </a:r>
            <a:endParaRPr lang="ko-KR" altLang="en-US" sz="98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74" name="recipes_line_0">
            <a:extLst>
              <a:ext uri="{FF2B5EF4-FFF2-40B4-BE49-F238E27FC236}">
                <a16:creationId xmlns:a16="http://schemas.microsoft.com/office/drawing/2014/main" id="{F196428B-CA7E-0D7E-1859-C78033EEB02A}"/>
              </a:ext>
            </a:extLst>
          </p:cNvPr>
          <p:cNvSpPr txBox="1"/>
          <p:nvPr/>
        </p:nvSpPr>
        <p:spPr>
          <a:xfrm>
            <a:off x="7497893" y="3558941"/>
            <a:ext cx="757627" cy="294615"/>
          </a:xfrm>
          <a:prstGeom prst="rect">
            <a:avLst/>
          </a:prstGeom>
          <a:noFill/>
        </p:spPr>
        <p:txBody>
          <a:bodyPr vert="horz" wrap="square" lIns="8708" tIns="8723" rIns="8708" bIns="8723" rtlCol="0" anchor="t">
            <a:noAutofit/>
          </a:bodyPr>
          <a:lstStyle/>
          <a:p>
            <a:r>
              <a:rPr lang="en-US" altLang="ko-KR" sz="980">
                <a:solidFill>
                  <a:srgbClr val="526071"/>
                </a:solidFill>
                <a:latin typeface="Aptos" panose="020B0004020202020204" pitchFamily="34" charset="0"/>
              </a:rPr>
              <a:t>profile</a:t>
            </a:r>
            <a:endParaRPr lang="ko-KR" altLang="en-US" sz="980">
              <a:solidFill>
                <a:srgbClr val="526071"/>
              </a:solidFill>
              <a:latin typeface="Aptos" panose="020B0004020202020204" pitchFamily="34" charset="0"/>
            </a:endParaRPr>
          </a:p>
        </p:txBody>
      </p:sp>
      <p:sp>
        <p:nvSpPr>
          <p:cNvPr id="75" name="recipes_line_1">
            <a:extLst>
              <a:ext uri="{FF2B5EF4-FFF2-40B4-BE49-F238E27FC236}">
                <a16:creationId xmlns:a16="http://schemas.microsoft.com/office/drawing/2014/main" id="{B94692D6-1211-F827-0A90-020663F1019F}"/>
              </a:ext>
            </a:extLst>
          </p:cNvPr>
          <p:cNvSpPr txBox="1"/>
          <p:nvPr/>
        </p:nvSpPr>
        <p:spPr>
          <a:xfrm>
            <a:off x="7497893" y="3733399"/>
            <a:ext cx="757627" cy="294615"/>
          </a:xfrm>
          <a:prstGeom prst="rect">
            <a:avLst/>
          </a:prstGeom>
          <a:noFill/>
        </p:spPr>
        <p:txBody>
          <a:bodyPr vert="horz" wrap="square" lIns="8708" tIns="8723" rIns="8708" bIns="8723" rtlCol="0" anchor="t">
            <a:noAutofit/>
          </a:bodyPr>
          <a:lstStyle/>
          <a:p>
            <a:r>
              <a:rPr lang="en-US" altLang="ko-KR" sz="980">
                <a:solidFill>
                  <a:srgbClr val="526071"/>
                </a:solidFill>
                <a:latin typeface="Aptos" panose="020B0004020202020204" pitchFamily="34" charset="0"/>
              </a:rPr>
              <a:t>variant</a:t>
            </a:r>
            <a:endParaRPr lang="ko-KR" altLang="en-US" sz="980">
              <a:solidFill>
                <a:srgbClr val="526071"/>
              </a:solidFill>
              <a:latin typeface="Aptos" panose="020B0004020202020204" pitchFamily="34" charset="0"/>
            </a:endParaRPr>
          </a:p>
        </p:txBody>
      </p:sp>
      <p:sp>
        <p:nvSpPr>
          <p:cNvPr id="76" name="theme_card">
            <a:extLst>
              <a:ext uri="{FF2B5EF4-FFF2-40B4-BE49-F238E27FC236}">
                <a16:creationId xmlns:a16="http://schemas.microsoft.com/office/drawing/2014/main" id="{DF9BAF10-B96E-FB86-8926-CDE28BA6262F}"/>
              </a:ext>
            </a:extLst>
          </p:cNvPr>
          <p:cNvSpPr/>
          <p:nvPr/>
        </p:nvSpPr>
        <p:spPr>
          <a:xfrm>
            <a:off x="8534187" y="3053013"/>
            <a:ext cx="1079835" cy="889735"/>
          </a:xfrm>
          <a:prstGeom prst="roundRect">
            <a:avLst>
              <a:gd name="adj" fmla="val 15660"/>
            </a:avLst>
          </a:prstGeom>
          <a:solidFill>
            <a:srgbClr val="F8FAFC"/>
          </a:solidFill>
          <a:ln w="12627">
            <a:solidFill>
              <a:srgbClr val="BBF7D0"/>
            </a:solidFill>
          </a:ln>
          <a:effectLst>
            <a:outerShdw blurRad="38100" dist="29621" dir="3542194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theme_icon_dot">
            <a:extLst>
              <a:ext uri="{FF2B5EF4-FFF2-40B4-BE49-F238E27FC236}">
                <a16:creationId xmlns:a16="http://schemas.microsoft.com/office/drawing/2014/main" id="{9CEC585B-4E05-11F6-A608-4D482491B333}"/>
              </a:ext>
            </a:extLst>
          </p:cNvPr>
          <p:cNvSpPr/>
          <p:nvPr/>
        </p:nvSpPr>
        <p:spPr>
          <a:xfrm>
            <a:off x="8656103" y="3253640"/>
            <a:ext cx="156751" cy="157012"/>
          </a:xfrm>
          <a:prstGeom prst="ellipse">
            <a:avLst/>
          </a:prstGeom>
          <a:solidFill>
            <a:srgbClr val="14B8A6"/>
          </a:solidFill>
          <a:ln w="8708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980" b="1">
                <a:solidFill>
                  <a:srgbClr val="FFFFFF"/>
                </a:solidFill>
                <a:latin typeface="Aptos" panose="020B0004020202020204" pitchFamily="34" charset="0"/>
              </a:rPr>
              <a:t>T</a:t>
            </a:r>
            <a:endParaRPr lang="ko-KR" altLang="en-US" sz="98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78" name="theme_title">
            <a:extLst>
              <a:ext uri="{FF2B5EF4-FFF2-40B4-BE49-F238E27FC236}">
                <a16:creationId xmlns:a16="http://schemas.microsoft.com/office/drawing/2014/main" id="{83C6BD1A-E015-1A8A-2856-84EAB7C315AE}"/>
              </a:ext>
            </a:extLst>
          </p:cNvPr>
          <p:cNvSpPr txBox="1"/>
          <p:nvPr/>
        </p:nvSpPr>
        <p:spPr>
          <a:xfrm>
            <a:off x="8926063" y="3218748"/>
            <a:ext cx="566043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980" b="1">
                <a:solidFill>
                  <a:srgbClr val="111827"/>
                </a:solidFill>
                <a:latin typeface="Aptos" panose="020B0004020202020204" pitchFamily="34" charset="0"/>
              </a:rPr>
              <a:t>Theme</a:t>
            </a:r>
            <a:endParaRPr lang="ko-KR" altLang="en-US" sz="98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79" name="theme_line_0">
            <a:extLst>
              <a:ext uri="{FF2B5EF4-FFF2-40B4-BE49-F238E27FC236}">
                <a16:creationId xmlns:a16="http://schemas.microsoft.com/office/drawing/2014/main" id="{2A0C24FE-9917-9878-7936-5DFC1C09F639}"/>
              </a:ext>
            </a:extLst>
          </p:cNvPr>
          <p:cNvSpPr txBox="1"/>
          <p:nvPr/>
        </p:nvSpPr>
        <p:spPr>
          <a:xfrm>
            <a:off x="8734478" y="3558941"/>
            <a:ext cx="757627" cy="294615"/>
          </a:xfrm>
          <a:prstGeom prst="rect">
            <a:avLst/>
          </a:prstGeom>
          <a:noFill/>
        </p:spPr>
        <p:txBody>
          <a:bodyPr vert="horz" wrap="square" lIns="8708" tIns="8723" rIns="8708" bIns="8723" rtlCol="0" anchor="t">
            <a:noAutofit/>
          </a:bodyPr>
          <a:lstStyle/>
          <a:p>
            <a:r>
              <a:rPr lang="en-US" altLang="ko-KR" sz="980">
                <a:solidFill>
                  <a:srgbClr val="526071"/>
                </a:solidFill>
                <a:latin typeface="Aptos" panose="020B0004020202020204" pitchFamily="34" charset="0"/>
              </a:rPr>
              <a:t>harmony</a:t>
            </a:r>
            <a:endParaRPr lang="ko-KR" altLang="en-US" sz="980">
              <a:solidFill>
                <a:srgbClr val="526071"/>
              </a:solidFill>
              <a:latin typeface="Aptos" panose="020B0004020202020204" pitchFamily="34" charset="0"/>
            </a:endParaRPr>
          </a:p>
        </p:txBody>
      </p:sp>
      <p:sp>
        <p:nvSpPr>
          <p:cNvPr id="80" name="theme_line_1">
            <a:extLst>
              <a:ext uri="{FF2B5EF4-FFF2-40B4-BE49-F238E27FC236}">
                <a16:creationId xmlns:a16="http://schemas.microsoft.com/office/drawing/2014/main" id="{0C2C233A-9674-FF0D-BEFE-E670A6B5C234}"/>
              </a:ext>
            </a:extLst>
          </p:cNvPr>
          <p:cNvSpPr txBox="1"/>
          <p:nvPr/>
        </p:nvSpPr>
        <p:spPr>
          <a:xfrm>
            <a:off x="8734478" y="3733399"/>
            <a:ext cx="757627" cy="294615"/>
          </a:xfrm>
          <a:prstGeom prst="rect">
            <a:avLst/>
          </a:prstGeom>
          <a:noFill/>
        </p:spPr>
        <p:txBody>
          <a:bodyPr vert="horz" wrap="square" lIns="8708" tIns="8723" rIns="8708" bIns="8723" rtlCol="0" anchor="t">
            <a:noAutofit/>
          </a:bodyPr>
          <a:lstStyle/>
          <a:p>
            <a:r>
              <a:rPr lang="en-US" altLang="ko-KR" sz="980">
                <a:solidFill>
                  <a:srgbClr val="526071"/>
                </a:solidFill>
                <a:latin typeface="Aptos" panose="020B0004020202020204" pitchFamily="34" charset="0"/>
              </a:rPr>
              <a:t>PPT accents</a:t>
            </a:r>
            <a:endParaRPr lang="ko-KR" altLang="en-US" sz="980">
              <a:solidFill>
                <a:srgbClr val="526071"/>
              </a:solidFill>
              <a:latin typeface="Aptos" panose="020B0004020202020204" pitchFamily="34" charset="0"/>
            </a:endParaRPr>
          </a:p>
        </p:txBody>
      </p:sp>
      <p:sp>
        <p:nvSpPr>
          <p:cNvPr id="81" name="compose_card">
            <a:extLst>
              <a:ext uri="{FF2B5EF4-FFF2-40B4-BE49-F238E27FC236}">
                <a16:creationId xmlns:a16="http://schemas.microsoft.com/office/drawing/2014/main" id="{27BCD3B3-672A-17D5-31F9-F04311B01841}"/>
              </a:ext>
            </a:extLst>
          </p:cNvPr>
          <p:cNvSpPr/>
          <p:nvPr/>
        </p:nvSpPr>
        <p:spPr>
          <a:xfrm>
            <a:off x="6061014" y="4047423"/>
            <a:ext cx="1079836" cy="889735"/>
          </a:xfrm>
          <a:prstGeom prst="roundRect">
            <a:avLst>
              <a:gd name="adj" fmla="val 15660"/>
            </a:avLst>
          </a:prstGeom>
          <a:solidFill>
            <a:srgbClr val="F8FAFC"/>
          </a:solidFill>
          <a:ln w="12627">
            <a:solidFill>
              <a:srgbClr val="BBF7D0"/>
            </a:solidFill>
          </a:ln>
          <a:effectLst>
            <a:outerShdw blurRad="38100" dist="29621" dir="3542194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compose_icon_dot">
            <a:extLst>
              <a:ext uri="{FF2B5EF4-FFF2-40B4-BE49-F238E27FC236}">
                <a16:creationId xmlns:a16="http://schemas.microsoft.com/office/drawing/2014/main" id="{DF8BD62A-8987-B53A-9ABF-21DBCED6575C}"/>
              </a:ext>
            </a:extLst>
          </p:cNvPr>
          <p:cNvSpPr/>
          <p:nvPr/>
        </p:nvSpPr>
        <p:spPr>
          <a:xfrm>
            <a:off x="6182931" y="4248050"/>
            <a:ext cx="156751" cy="157012"/>
          </a:xfrm>
          <a:prstGeom prst="ellipse">
            <a:avLst/>
          </a:prstGeom>
          <a:solidFill>
            <a:srgbClr val="14B8A6"/>
          </a:solidFill>
          <a:ln w="8708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980" b="1">
                <a:solidFill>
                  <a:srgbClr val="FFFFFF"/>
                </a:solidFill>
                <a:latin typeface="Aptos" panose="020B0004020202020204" pitchFamily="34" charset="0"/>
              </a:rPr>
              <a:t>C</a:t>
            </a:r>
            <a:endParaRPr lang="ko-KR" altLang="en-US" sz="98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83" name="compose_title">
            <a:extLst>
              <a:ext uri="{FF2B5EF4-FFF2-40B4-BE49-F238E27FC236}">
                <a16:creationId xmlns:a16="http://schemas.microsoft.com/office/drawing/2014/main" id="{4C5A9160-D5C5-69BE-97AD-9FF38AA4340A}"/>
              </a:ext>
            </a:extLst>
          </p:cNvPr>
          <p:cNvSpPr txBox="1"/>
          <p:nvPr/>
        </p:nvSpPr>
        <p:spPr>
          <a:xfrm>
            <a:off x="6452890" y="4213158"/>
            <a:ext cx="566043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980" b="1">
                <a:solidFill>
                  <a:srgbClr val="111827"/>
                </a:solidFill>
                <a:latin typeface="Aptos" panose="020B0004020202020204" pitchFamily="34" charset="0"/>
              </a:rPr>
              <a:t>Compose</a:t>
            </a:r>
            <a:endParaRPr lang="ko-KR" altLang="en-US" sz="98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84" name="compose_line_0">
            <a:extLst>
              <a:ext uri="{FF2B5EF4-FFF2-40B4-BE49-F238E27FC236}">
                <a16:creationId xmlns:a16="http://schemas.microsoft.com/office/drawing/2014/main" id="{96025286-8844-3DD3-91D9-DAAF45AC4E44}"/>
              </a:ext>
            </a:extLst>
          </p:cNvPr>
          <p:cNvSpPr txBox="1"/>
          <p:nvPr/>
        </p:nvSpPr>
        <p:spPr>
          <a:xfrm>
            <a:off x="6261306" y="4553351"/>
            <a:ext cx="757627" cy="294615"/>
          </a:xfrm>
          <a:prstGeom prst="rect">
            <a:avLst/>
          </a:prstGeom>
          <a:noFill/>
        </p:spPr>
        <p:txBody>
          <a:bodyPr vert="horz" wrap="square" lIns="8708" tIns="8723" rIns="8708" bIns="8723" rtlCol="0" anchor="t">
            <a:noAutofit/>
          </a:bodyPr>
          <a:lstStyle/>
          <a:p>
            <a:r>
              <a:rPr lang="en-US" altLang="ko-KR" sz="980">
                <a:solidFill>
                  <a:srgbClr val="526071"/>
                </a:solidFill>
                <a:latin typeface="Aptos" panose="020B0004020202020204" pitchFamily="34" charset="0"/>
              </a:rPr>
              <a:t>regions</a:t>
            </a:r>
            <a:endParaRPr lang="ko-KR" altLang="en-US" sz="980">
              <a:solidFill>
                <a:srgbClr val="526071"/>
              </a:solidFill>
              <a:latin typeface="Aptos" panose="020B0004020202020204" pitchFamily="34" charset="0"/>
            </a:endParaRPr>
          </a:p>
        </p:txBody>
      </p:sp>
      <p:sp>
        <p:nvSpPr>
          <p:cNvPr id="85" name="compose_line_1">
            <a:extLst>
              <a:ext uri="{FF2B5EF4-FFF2-40B4-BE49-F238E27FC236}">
                <a16:creationId xmlns:a16="http://schemas.microsoft.com/office/drawing/2014/main" id="{094D3F43-815C-2DB1-FF5B-385FC7770303}"/>
              </a:ext>
            </a:extLst>
          </p:cNvPr>
          <p:cNvSpPr txBox="1"/>
          <p:nvPr/>
        </p:nvSpPr>
        <p:spPr>
          <a:xfrm>
            <a:off x="6261306" y="4727809"/>
            <a:ext cx="757627" cy="294615"/>
          </a:xfrm>
          <a:prstGeom prst="rect">
            <a:avLst/>
          </a:prstGeom>
          <a:noFill/>
        </p:spPr>
        <p:txBody>
          <a:bodyPr vert="horz" wrap="square" lIns="8708" tIns="8723" rIns="8708" bIns="8723" rtlCol="0" anchor="t">
            <a:noAutofit/>
          </a:bodyPr>
          <a:lstStyle/>
          <a:p>
            <a:r>
              <a:rPr lang="en-US" altLang="ko-KR" sz="980">
                <a:solidFill>
                  <a:srgbClr val="526071"/>
                </a:solidFill>
                <a:latin typeface="Aptos" panose="020B0004020202020204" pitchFamily="34" charset="0"/>
              </a:rPr>
              <a:t>overflow</a:t>
            </a:r>
            <a:endParaRPr lang="ko-KR" altLang="en-US" sz="980">
              <a:solidFill>
                <a:srgbClr val="526071"/>
              </a:solidFill>
              <a:latin typeface="Aptos" panose="020B0004020202020204" pitchFamily="34" charset="0"/>
            </a:endParaRPr>
          </a:p>
        </p:txBody>
      </p:sp>
      <p:sp>
        <p:nvSpPr>
          <p:cNvPr id="86" name="objects_card">
            <a:extLst>
              <a:ext uri="{FF2B5EF4-FFF2-40B4-BE49-F238E27FC236}">
                <a16:creationId xmlns:a16="http://schemas.microsoft.com/office/drawing/2014/main" id="{5FC8656C-B785-A52F-448A-CCA8CEB1F9B5}"/>
              </a:ext>
            </a:extLst>
          </p:cNvPr>
          <p:cNvSpPr/>
          <p:nvPr/>
        </p:nvSpPr>
        <p:spPr>
          <a:xfrm>
            <a:off x="7297600" y="4047423"/>
            <a:ext cx="1079836" cy="889735"/>
          </a:xfrm>
          <a:prstGeom prst="roundRect">
            <a:avLst>
              <a:gd name="adj" fmla="val 15660"/>
            </a:avLst>
          </a:prstGeom>
          <a:solidFill>
            <a:srgbClr val="F8FAFC"/>
          </a:solidFill>
          <a:ln w="12627">
            <a:solidFill>
              <a:srgbClr val="BBF7D0"/>
            </a:solidFill>
          </a:ln>
          <a:effectLst>
            <a:outerShdw blurRad="38100" dist="29621" dir="3542194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objects_icon_dot">
            <a:extLst>
              <a:ext uri="{FF2B5EF4-FFF2-40B4-BE49-F238E27FC236}">
                <a16:creationId xmlns:a16="http://schemas.microsoft.com/office/drawing/2014/main" id="{62435DDE-097C-28C3-0D28-30B1CBD03716}"/>
              </a:ext>
            </a:extLst>
          </p:cNvPr>
          <p:cNvSpPr/>
          <p:nvPr/>
        </p:nvSpPr>
        <p:spPr>
          <a:xfrm>
            <a:off x="7419518" y="4248050"/>
            <a:ext cx="156750" cy="157012"/>
          </a:xfrm>
          <a:prstGeom prst="ellipse">
            <a:avLst/>
          </a:prstGeom>
          <a:solidFill>
            <a:srgbClr val="14B8A6"/>
          </a:solidFill>
          <a:ln w="8708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980" b="1">
                <a:solidFill>
                  <a:srgbClr val="FFFFFF"/>
                </a:solidFill>
                <a:latin typeface="Aptos" panose="020B0004020202020204" pitchFamily="34" charset="0"/>
              </a:rPr>
              <a:t>O</a:t>
            </a:r>
            <a:endParaRPr lang="ko-KR" altLang="en-US" sz="98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88" name="objects_title">
            <a:extLst>
              <a:ext uri="{FF2B5EF4-FFF2-40B4-BE49-F238E27FC236}">
                <a16:creationId xmlns:a16="http://schemas.microsoft.com/office/drawing/2014/main" id="{7016D28A-7DF3-6ACD-8E1D-3B563673BA0D}"/>
              </a:ext>
            </a:extLst>
          </p:cNvPr>
          <p:cNvSpPr txBox="1"/>
          <p:nvPr/>
        </p:nvSpPr>
        <p:spPr>
          <a:xfrm>
            <a:off x="7689476" y="4213158"/>
            <a:ext cx="566043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980" b="1">
                <a:solidFill>
                  <a:srgbClr val="111827"/>
                </a:solidFill>
                <a:latin typeface="Aptos" panose="020B0004020202020204" pitchFamily="34" charset="0"/>
              </a:rPr>
              <a:t>Objects</a:t>
            </a:r>
            <a:endParaRPr lang="ko-KR" altLang="en-US" sz="98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89" name="objects_line_0">
            <a:extLst>
              <a:ext uri="{FF2B5EF4-FFF2-40B4-BE49-F238E27FC236}">
                <a16:creationId xmlns:a16="http://schemas.microsoft.com/office/drawing/2014/main" id="{1D853138-F564-676A-E18E-24892FE44625}"/>
              </a:ext>
            </a:extLst>
          </p:cNvPr>
          <p:cNvSpPr txBox="1"/>
          <p:nvPr/>
        </p:nvSpPr>
        <p:spPr>
          <a:xfrm>
            <a:off x="7497893" y="4553351"/>
            <a:ext cx="757627" cy="294615"/>
          </a:xfrm>
          <a:prstGeom prst="rect">
            <a:avLst/>
          </a:prstGeom>
          <a:noFill/>
        </p:spPr>
        <p:txBody>
          <a:bodyPr vert="horz" wrap="square" lIns="8708" tIns="8723" rIns="8708" bIns="8723" rtlCol="0" anchor="t">
            <a:noAutofit/>
          </a:bodyPr>
          <a:lstStyle/>
          <a:p>
            <a:r>
              <a:rPr lang="en-US" altLang="ko-KR" sz="980">
                <a:solidFill>
                  <a:srgbClr val="526071"/>
                </a:solidFill>
                <a:latin typeface="Aptos" panose="020B0004020202020204" pitchFamily="34" charset="0"/>
              </a:rPr>
              <a:t>charts</a:t>
            </a:r>
            <a:endParaRPr lang="ko-KR" altLang="en-US" sz="980">
              <a:solidFill>
                <a:srgbClr val="526071"/>
              </a:solidFill>
              <a:latin typeface="Aptos" panose="020B0004020202020204" pitchFamily="34" charset="0"/>
            </a:endParaRPr>
          </a:p>
        </p:txBody>
      </p:sp>
      <p:sp>
        <p:nvSpPr>
          <p:cNvPr id="90" name="objects_line_1">
            <a:extLst>
              <a:ext uri="{FF2B5EF4-FFF2-40B4-BE49-F238E27FC236}">
                <a16:creationId xmlns:a16="http://schemas.microsoft.com/office/drawing/2014/main" id="{2DEC5FF2-DCA3-11A9-E090-D2AC6D3EE096}"/>
              </a:ext>
            </a:extLst>
          </p:cNvPr>
          <p:cNvSpPr txBox="1"/>
          <p:nvPr/>
        </p:nvSpPr>
        <p:spPr>
          <a:xfrm>
            <a:off x="7497893" y="4727809"/>
            <a:ext cx="757627" cy="294615"/>
          </a:xfrm>
          <a:prstGeom prst="rect">
            <a:avLst/>
          </a:prstGeom>
          <a:noFill/>
        </p:spPr>
        <p:txBody>
          <a:bodyPr vert="horz" wrap="square" lIns="8708" tIns="8723" rIns="8708" bIns="8723" rtlCol="0" anchor="t">
            <a:noAutofit/>
          </a:bodyPr>
          <a:lstStyle/>
          <a:p>
            <a:r>
              <a:rPr lang="en-US" altLang="ko-KR" sz="980">
                <a:solidFill>
                  <a:srgbClr val="526071"/>
                </a:solidFill>
                <a:latin typeface="Aptos" panose="020B0004020202020204" pitchFamily="34" charset="0"/>
              </a:rPr>
              <a:t>icons</a:t>
            </a:r>
            <a:endParaRPr lang="ko-KR" altLang="en-US" sz="980">
              <a:solidFill>
                <a:srgbClr val="526071"/>
              </a:solidFill>
              <a:latin typeface="Aptos" panose="020B0004020202020204" pitchFamily="34" charset="0"/>
            </a:endParaRPr>
          </a:p>
        </p:txBody>
      </p:sp>
      <p:sp>
        <p:nvSpPr>
          <p:cNvPr id="91" name="decorate_card">
            <a:extLst>
              <a:ext uri="{FF2B5EF4-FFF2-40B4-BE49-F238E27FC236}">
                <a16:creationId xmlns:a16="http://schemas.microsoft.com/office/drawing/2014/main" id="{CE088DDD-87DE-81F2-F838-27E40C8CCD5A}"/>
              </a:ext>
            </a:extLst>
          </p:cNvPr>
          <p:cNvSpPr/>
          <p:nvPr/>
        </p:nvSpPr>
        <p:spPr>
          <a:xfrm>
            <a:off x="8534187" y="4047423"/>
            <a:ext cx="1079835" cy="889735"/>
          </a:xfrm>
          <a:prstGeom prst="roundRect">
            <a:avLst>
              <a:gd name="adj" fmla="val 15660"/>
            </a:avLst>
          </a:prstGeom>
          <a:solidFill>
            <a:srgbClr val="F8FAFC"/>
          </a:solidFill>
          <a:ln w="12627">
            <a:solidFill>
              <a:srgbClr val="BBF7D0"/>
            </a:solidFill>
          </a:ln>
          <a:effectLst>
            <a:outerShdw blurRad="38100" dist="29621" dir="3542194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decorate_icon_dot">
            <a:extLst>
              <a:ext uri="{FF2B5EF4-FFF2-40B4-BE49-F238E27FC236}">
                <a16:creationId xmlns:a16="http://schemas.microsoft.com/office/drawing/2014/main" id="{81F92819-6E23-150B-B22B-66398FFAC799}"/>
              </a:ext>
            </a:extLst>
          </p:cNvPr>
          <p:cNvSpPr/>
          <p:nvPr/>
        </p:nvSpPr>
        <p:spPr>
          <a:xfrm>
            <a:off x="8656103" y="4248050"/>
            <a:ext cx="156751" cy="157012"/>
          </a:xfrm>
          <a:prstGeom prst="ellipse">
            <a:avLst/>
          </a:prstGeom>
          <a:solidFill>
            <a:srgbClr val="14B8A6"/>
          </a:solidFill>
          <a:ln w="8708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980" b="1">
                <a:solidFill>
                  <a:srgbClr val="FFFFFF"/>
                </a:solidFill>
                <a:latin typeface="Aptos" panose="020B0004020202020204" pitchFamily="34" charset="0"/>
              </a:rPr>
              <a:t>D</a:t>
            </a:r>
            <a:endParaRPr lang="ko-KR" altLang="en-US" sz="98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93" name="decorate_title">
            <a:extLst>
              <a:ext uri="{FF2B5EF4-FFF2-40B4-BE49-F238E27FC236}">
                <a16:creationId xmlns:a16="http://schemas.microsoft.com/office/drawing/2014/main" id="{BEC9E0CB-A783-3916-7722-A5BC99EDE685}"/>
              </a:ext>
            </a:extLst>
          </p:cNvPr>
          <p:cNvSpPr txBox="1"/>
          <p:nvPr/>
        </p:nvSpPr>
        <p:spPr>
          <a:xfrm>
            <a:off x="8926063" y="4213158"/>
            <a:ext cx="566043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980" b="1">
                <a:solidFill>
                  <a:srgbClr val="111827"/>
                </a:solidFill>
                <a:latin typeface="Aptos" panose="020B0004020202020204" pitchFamily="34" charset="0"/>
              </a:rPr>
              <a:t>Decorate</a:t>
            </a:r>
            <a:endParaRPr lang="ko-KR" altLang="en-US" sz="980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94" name="decorate_line_0">
            <a:extLst>
              <a:ext uri="{FF2B5EF4-FFF2-40B4-BE49-F238E27FC236}">
                <a16:creationId xmlns:a16="http://schemas.microsoft.com/office/drawing/2014/main" id="{84975479-79BA-5C4E-7771-E7200A2F73D6}"/>
              </a:ext>
            </a:extLst>
          </p:cNvPr>
          <p:cNvSpPr txBox="1"/>
          <p:nvPr/>
        </p:nvSpPr>
        <p:spPr>
          <a:xfrm>
            <a:off x="8734478" y="4553351"/>
            <a:ext cx="757627" cy="294615"/>
          </a:xfrm>
          <a:prstGeom prst="rect">
            <a:avLst/>
          </a:prstGeom>
          <a:noFill/>
        </p:spPr>
        <p:txBody>
          <a:bodyPr vert="horz" wrap="square" lIns="8708" tIns="8723" rIns="8708" bIns="8723" rtlCol="0" anchor="t">
            <a:noAutofit/>
          </a:bodyPr>
          <a:lstStyle/>
          <a:p>
            <a:r>
              <a:rPr lang="en-US" altLang="ko-KR" sz="980">
                <a:solidFill>
                  <a:srgbClr val="526071"/>
                </a:solidFill>
                <a:latin typeface="Aptos" panose="020B0004020202020204" pitchFamily="34" charset="0"/>
              </a:rPr>
              <a:t>type</a:t>
            </a:r>
            <a:endParaRPr lang="ko-KR" altLang="en-US" sz="980">
              <a:solidFill>
                <a:srgbClr val="526071"/>
              </a:solidFill>
              <a:latin typeface="Aptos" panose="020B0004020202020204" pitchFamily="34" charset="0"/>
            </a:endParaRPr>
          </a:p>
        </p:txBody>
      </p:sp>
      <p:sp>
        <p:nvSpPr>
          <p:cNvPr id="95" name="decorate_line_1">
            <a:extLst>
              <a:ext uri="{FF2B5EF4-FFF2-40B4-BE49-F238E27FC236}">
                <a16:creationId xmlns:a16="http://schemas.microsoft.com/office/drawing/2014/main" id="{E08F304E-DBC0-5FA5-50BC-BC48D929B56C}"/>
              </a:ext>
            </a:extLst>
          </p:cNvPr>
          <p:cNvSpPr txBox="1"/>
          <p:nvPr/>
        </p:nvSpPr>
        <p:spPr>
          <a:xfrm>
            <a:off x="8734478" y="4727809"/>
            <a:ext cx="757627" cy="294615"/>
          </a:xfrm>
          <a:prstGeom prst="rect">
            <a:avLst/>
          </a:prstGeom>
          <a:noFill/>
        </p:spPr>
        <p:txBody>
          <a:bodyPr vert="horz" wrap="square" lIns="8708" tIns="8723" rIns="8708" bIns="8723" rtlCol="0" anchor="t">
            <a:noAutofit/>
          </a:bodyPr>
          <a:lstStyle/>
          <a:p>
            <a:r>
              <a:rPr lang="en-US" altLang="ko-KR" sz="980">
                <a:solidFill>
                  <a:srgbClr val="526071"/>
                </a:solidFill>
                <a:latin typeface="Aptos" panose="020B0004020202020204" pitchFamily="34" charset="0"/>
              </a:rPr>
              <a:t>effects</a:t>
            </a:r>
            <a:endParaRPr lang="ko-KR" altLang="en-US" sz="980">
              <a:solidFill>
                <a:srgbClr val="526071"/>
              </a:solidFill>
              <a:latin typeface="Aptos" panose="020B0004020202020204" pitchFamily="34" charset="0"/>
            </a:endParaRPr>
          </a:p>
        </p:txBody>
      </p:sp>
      <p:sp>
        <p:nvSpPr>
          <p:cNvPr id="96" name="styled_ir_card">
            <a:extLst>
              <a:ext uri="{FF2B5EF4-FFF2-40B4-BE49-F238E27FC236}">
                <a16:creationId xmlns:a16="http://schemas.microsoft.com/office/drawing/2014/main" id="{AD2C536F-8D05-A3E3-B1CA-29BFD5A183D3}"/>
              </a:ext>
            </a:extLst>
          </p:cNvPr>
          <p:cNvSpPr/>
          <p:nvPr/>
        </p:nvSpPr>
        <p:spPr>
          <a:xfrm>
            <a:off x="10075566" y="2076049"/>
            <a:ext cx="1706837" cy="915904"/>
          </a:xfrm>
          <a:prstGeom prst="roundRect">
            <a:avLst>
              <a:gd name="adj" fmla="val 15213"/>
            </a:avLst>
          </a:prstGeom>
          <a:solidFill>
            <a:srgbClr val="FFFDF8"/>
          </a:solidFill>
          <a:ln w="12627">
            <a:solidFill>
              <a:srgbClr val="DACFC0"/>
            </a:solidFill>
          </a:ln>
          <a:effectLst>
            <a:outerShdw blurRad="38100" dist="29621" dir="3542194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styled_ir_icon_dot">
            <a:extLst>
              <a:ext uri="{FF2B5EF4-FFF2-40B4-BE49-F238E27FC236}">
                <a16:creationId xmlns:a16="http://schemas.microsoft.com/office/drawing/2014/main" id="{EABA74ED-B851-E5FF-183F-ED34F2197F5A}"/>
              </a:ext>
            </a:extLst>
          </p:cNvPr>
          <p:cNvSpPr/>
          <p:nvPr/>
        </p:nvSpPr>
        <p:spPr>
          <a:xfrm>
            <a:off x="10245379" y="2298483"/>
            <a:ext cx="217709" cy="218072"/>
          </a:xfrm>
          <a:prstGeom prst="ellipse">
            <a:avLst/>
          </a:prstGeom>
          <a:solidFill>
            <a:srgbClr val="818CF8"/>
          </a:solidFill>
          <a:ln w="8708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980" b="1">
                <a:solidFill>
                  <a:srgbClr val="FFFFFF"/>
                </a:solidFill>
                <a:latin typeface="Aptos" panose="020B0004020202020204" pitchFamily="34" charset="0"/>
              </a:rPr>
              <a:t>S</a:t>
            </a:r>
            <a:endParaRPr lang="ko-KR" altLang="en-US" sz="98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98" name="styled_ir_title">
            <a:extLst>
              <a:ext uri="{FF2B5EF4-FFF2-40B4-BE49-F238E27FC236}">
                <a16:creationId xmlns:a16="http://schemas.microsoft.com/office/drawing/2014/main" id="{CECC437B-3A26-4079-02E5-4652562D418A}"/>
              </a:ext>
            </a:extLst>
          </p:cNvPr>
          <p:cNvSpPr txBox="1"/>
          <p:nvPr/>
        </p:nvSpPr>
        <p:spPr>
          <a:xfrm>
            <a:off x="10580650" y="2294121"/>
            <a:ext cx="1079836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095" b="1">
                <a:solidFill>
                  <a:srgbClr val="111827"/>
                </a:solidFill>
                <a:latin typeface="Aptos" panose="020B0004020202020204" pitchFamily="34" charset="0"/>
              </a:rPr>
              <a:t>Styled Deck IR</a:t>
            </a:r>
            <a:endParaRPr lang="ko-KR" altLang="en-US" sz="1095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99" name="styled_ir_line_0">
            <a:extLst>
              <a:ext uri="{FF2B5EF4-FFF2-40B4-BE49-F238E27FC236}">
                <a16:creationId xmlns:a16="http://schemas.microsoft.com/office/drawing/2014/main" id="{9C8D1FE4-662A-92F5-F976-D96F101DFC59}"/>
              </a:ext>
            </a:extLst>
          </p:cNvPr>
          <p:cNvSpPr txBox="1"/>
          <p:nvPr/>
        </p:nvSpPr>
        <p:spPr>
          <a:xfrm>
            <a:off x="10362941" y="2634314"/>
            <a:ext cx="1297545" cy="294615"/>
          </a:xfrm>
          <a:prstGeom prst="rect">
            <a:avLst/>
          </a:prstGeom>
          <a:noFill/>
        </p:spPr>
        <p:txBody>
          <a:bodyPr vert="horz" wrap="square" lIns="8708" tIns="8723" rIns="8708" bIns="8723" rtlCol="0" anchor="t">
            <a:noAutofit/>
          </a:bodyPr>
          <a:lstStyle/>
          <a:p>
            <a:r>
              <a:rPr lang="en-US" altLang="ko-KR" sz="1022">
                <a:solidFill>
                  <a:srgbClr val="526071"/>
                </a:solidFill>
                <a:latin typeface="Aptos" panose="020B0004020202020204" pitchFamily="34" charset="0"/>
              </a:rPr>
              <a:t>renderer-neutral</a:t>
            </a:r>
            <a:endParaRPr lang="ko-KR" altLang="en-US" sz="1022">
              <a:solidFill>
                <a:srgbClr val="526071"/>
              </a:solidFill>
              <a:latin typeface="Aptos" panose="020B0004020202020204" pitchFamily="34" charset="0"/>
            </a:endParaRPr>
          </a:p>
        </p:txBody>
      </p:sp>
      <p:sp>
        <p:nvSpPr>
          <p:cNvPr id="100" name="styled_ir_line_1">
            <a:extLst>
              <a:ext uri="{FF2B5EF4-FFF2-40B4-BE49-F238E27FC236}">
                <a16:creationId xmlns:a16="http://schemas.microsoft.com/office/drawing/2014/main" id="{3C354D0A-506A-CADE-977F-C007BB54FB0D}"/>
              </a:ext>
            </a:extLst>
          </p:cNvPr>
          <p:cNvSpPr txBox="1"/>
          <p:nvPr/>
        </p:nvSpPr>
        <p:spPr>
          <a:xfrm>
            <a:off x="10362941" y="2800049"/>
            <a:ext cx="1297545" cy="294615"/>
          </a:xfrm>
          <a:prstGeom prst="rect">
            <a:avLst/>
          </a:prstGeom>
          <a:noFill/>
        </p:spPr>
        <p:txBody>
          <a:bodyPr vert="horz" wrap="square" lIns="8708" tIns="8723" rIns="8708" bIns="8723" rtlCol="0" anchor="t">
            <a:noAutofit/>
          </a:bodyPr>
          <a:lstStyle/>
          <a:p>
            <a:r>
              <a:rPr lang="en-US" altLang="ko-KR" sz="1022">
                <a:solidFill>
                  <a:srgbClr val="526071"/>
                </a:solidFill>
                <a:latin typeface="Aptos" panose="020B0004020202020204" pitchFamily="34" charset="0"/>
              </a:rPr>
              <a:t>coherent contract</a:t>
            </a:r>
            <a:endParaRPr lang="ko-KR" altLang="en-US" sz="1022">
              <a:solidFill>
                <a:srgbClr val="526071"/>
              </a:solidFill>
              <a:latin typeface="Aptos" panose="020B0004020202020204" pitchFamily="34" charset="0"/>
            </a:endParaRPr>
          </a:p>
        </p:txBody>
      </p:sp>
      <p:sp>
        <p:nvSpPr>
          <p:cNvPr id="101" name="renderers_card">
            <a:extLst>
              <a:ext uri="{FF2B5EF4-FFF2-40B4-BE49-F238E27FC236}">
                <a16:creationId xmlns:a16="http://schemas.microsoft.com/office/drawing/2014/main" id="{3E97FE3D-63F7-6656-5655-15DBC2532FD4}"/>
              </a:ext>
            </a:extLst>
          </p:cNvPr>
          <p:cNvSpPr/>
          <p:nvPr/>
        </p:nvSpPr>
        <p:spPr>
          <a:xfrm>
            <a:off x="10075566" y="3401929"/>
            <a:ext cx="1706837" cy="915904"/>
          </a:xfrm>
          <a:prstGeom prst="roundRect">
            <a:avLst>
              <a:gd name="adj" fmla="val 15213"/>
            </a:avLst>
          </a:prstGeom>
          <a:solidFill>
            <a:srgbClr val="FFFDF8"/>
          </a:solidFill>
          <a:ln w="12627">
            <a:solidFill>
              <a:srgbClr val="DACFC0"/>
            </a:solidFill>
          </a:ln>
          <a:effectLst>
            <a:outerShdw blurRad="38100" dist="29621" dir="3542194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renderers_icon_dot">
            <a:extLst>
              <a:ext uri="{FF2B5EF4-FFF2-40B4-BE49-F238E27FC236}">
                <a16:creationId xmlns:a16="http://schemas.microsoft.com/office/drawing/2014/main" id="{6F4B3BCE-BA07-A07A-DE0C-5D9D18352FF4}"/>
              </a:ext>
            </a:extLst>
          </p:cNvPr>
          <p:cNvSpPr/>
          <p:nvPr/>
        </p:nvSpPr>
        <p:spPr>
          <a:xfrm>
            <a:off x="10245379" y="3624363"/>
            <a:ext cx="217709" cy="218072"/>
          </a:xfrm>
          <a:prstGeom prst="ellipse">
            <a:avLst/>
          </a:prstGeom>
          <a:solidFill>
            <a:srgbClr val="818CF8"/>
          </a:solidFill>
          <a:ln w="8708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980" b="1">
                <a:solidFill>
                  <a:srgbClr val="FFFFFF"/>
                </a:solidFill>
                <a:latin typeface="Aptos" panose="020B0004020202020204" pitchFamily="34" charset="0"/>
              </a:rPr>
              <a:t>R</a:t>
            </a:r>
            <a:endParaRPr lang="ko-KR" altLang="en-US" sz="98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03" name="renderers_title">
            <a:extLst>
              <a:ext uri="{FF2B5EF4-FFF2-40B4-BE49-F238E27FC236}">
                <a16:creationId xmlns:a16="http://schemas.microsoft.com/office/drawing/2014/main" id="{26B8A0A3-C2CD-B535-EDDF-1C8B80B87D1B}"/>
              </a:ext>
            </a:extLst>
          </p:cNvPr>
          <p:cNvSpPr txBox="1"/>
          <p:nvPr/>
        </p:nvSpPr>
        <p:spPr>
          <a:xfrm>
            <a:off x="10580650" y="3620001"/>
            <a:ext cx="1079836" cy="27699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095" b="1">
                <a:solidFill>
                  <a:srgbClr val="111827"/>
                </a:solidFill>
                <a:latin typeface="Aptos" panose="020B0004020202020204" pitchFamily="34" charset="0"/>
              </a:rPr>
              <a:t>Renderers</a:t>
            </a:r>
            <a:endParaRPr lang="ko-KR" altLang="en-US" sz="1095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104" name="renderers_line_0">
            <a:extLst>
              <a:ext uri="{FF2B5EF4-FFF2-40B4-BE49-F238E27FC236}">
                <a16:creationId xmlns:a16="http://schemas.microsoft.com/office/drawing/2014/main" id="{7A09CA94-FC63-133B-481B-9786DAF97368}"/>
              </a:ext>
            </a:extLst>
          </p:cNvPr>
          <p:cNvSpPr txBox="1"/>
          <p:nvPr/>
        </p:nvSpPr>
        <p:spPr>
          <a:xfrm>
            <a:off x="10362941" y="3960194"/>
            <a:ext cx="1297545" cy="294615"/>
          </a:xfrm>
          <a:prstGeom prst="rect">
            <a:avLst/>
          </a:prstGeom>
          <a:noFill/>
        </p:spPr>
        <p:txBody>
          <a:bodyPr vert="horz" wrap="square" lIns="8708" tIns="8723" rIns="8708" bIns="8723" rtlCol="0" anchor="t">
            <a:noAutofit/>
          </a:bodyPr>
          <a:lstStyle/>
          <a:p>
            <a:r>
              <a:rPr lang="en-US" altLang="ko-KR" sz="1022">
                <a:solidFill>
                  <a:srgbClr val="526071"/>
                </a:solidFill>
                <a:latin typeface="Aptos" panose="020B0004020202020204" pitchFamily="34" charset="0"/>
              </a:rPr>
              <a:t>editable PPTX</a:t>
            </a:r>
            <a:endParaRPr lang="ko-KR" altLang="en-US" sz="1022">
              <a:solidFill>
                <a:srgbClr val="526071"/>
              </a:solidFill>
              <a:latin typeface="Aptos" panose="020B0004020202020204" pitchFamily="34" charset="0"/>
            </a:endParaRPr>
          </a:p>
        </p:txBody>
      </p:sp>
      <p:sp>
        <p:nvSpPr>
          <p:cNvPr id="105" name="renderers_line_1">
            <a:extLst>
              <a:ext uri="{FF2B5EF4-FFF2-40B4-BE49-F238E27FC236}">
                <a16:creationId xmlns:a16="http://schemas.microsoft.com/office/drawing/2014/main" id="{156DD6E5-7B8D-4265-ACA0-FFE931591B9B}"/>
              </a:ext>
            </a:extLst>
          </p:cNvPr>
          <p:cNvSpPr txBox="1"/>
          <p:nvPr/>
        </p:nvSpPr>
        <p:spPr>
          <a:xfrm>
            <a:off x="10362941" y="4125929"/>
            <a:ext cx="1297545" cy="294615"/>
          </a:xfrm>
          <a:prstGeom prst="rect">
            <a:avLst/>
          </a:prstGeom>
          <a:noFill/>
        </p:spPr>
        <p:txBody>
          <a:bodyPr vert="horz" wrap="square" lIns="8708" tIns="8723" rIns="8708" bIns="8723" rtlCol="0" anchor="t">
            <a:noAutofit/>
          </a:bodyPr>
          <a:lstStyle/>
          <a:p>
            <a:r>
              <a:rPr lang="en-US" altLang="ko-KR" sz="1022">
                <a:solidFill>
                  <a:srgbClr val="526071"/>
                </a:solidFill>
                <a:latin typeface="Aptos" panose="020B0004020202020204" pitchFamily="34" charset="0"/>
              </a:rPr>
              <a:t>HTML / PDF</a:t>
            </a:r>
            <a:endParaRPr lang="ko-KR" altLang="en-US" sz="1022">
              <a:solidFill>
                <a:srgbClr val="526071"/>
              </a:solidFill>
              <a:latin typeface="Aptos" panose="020B0004020202020204" pitchFamily="34" charset="0"/>
            </a:endParaRPr>
          </a:p>
        </p:txBody>
      </p:sp>
      <p:sp>
        <p:nvSpPr>
          <p:cNvPr id="106" name="visual_check">
            <a:extLst>
              <a:ext uri="{FF2B5EF4-FFF2-40B4-BE49-F238E27FC236}">
                <a16:creationId xmlns:a16="http://schemas.microsoft.com/office/drawing/2014/main" id="{C5CE4006-D405-A188-CFA5-DF6A74EA3601}"/>
              </a:ext>
            </a:extLst>
          </p:cNvPr>
          <p:cNvSpPr/>
          <p:nvPr/>
        </p:nvSpPr>
        <p:spPr>
          <a:xfrm>
            <a:off x="10075566" y="4413785"/>
            <a:ext cx="1706837" cy="523373"/>
          </a:xfrm>
          <a:prstGeom prst="roundRect">
            <a:avLst>
              <a:gd name="adj" fmla="val 26622"/>
            </a:avLst>
          </a:prstGeom>
          <a:solidFill>
            <a:srgbClr val="FFF1F2"/>
          </a:solidFill>
          <a:ln w="12627">
            <a:solidFill>
              <a:srgbClr val="BE123C"/>
            </a:solidFill>
          </a:ln>
          <a:effectLst>
            <a:outerShdw blurRad="38100" dist="29621" dir="3542194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visual_check_stripe">
            <a:extLst>
              <a:ext uri="{FF2B5EF4-FFF2-40B4-BE49-F238E27FC236}">
                <a16:creationId xmlns:a16="http://schemas.microsoft.com/office/drawing/2014/main" id="{C3DE1DD8-7E84-39A5-FAB3-F566BD4C6103}"/>
              </a:ext>
            </a:extLst>
          </p:cNvPr>
          <p:cNvSpPr/>
          <p:nvPr/>
        </p:nvSpPr>
        <p:spPr>
          <a:xfrm>
            <a:off x="10075566" y="4501014"/>
            <a:ext cx="56604" cy="348916"/>
          </a:xfrm>
          <a:prstGeom prst="roundRect">
            <a:avLst/>
          </a:prstGeom>
          <a:solidFill>
            <a:srgbClr val="BE123C"/>
          </a:solidFill>
          <a:ln w="0">
            <a:solidFill>
              <a:srgbClr val="BE12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" name="visual_check_seal_icon_dot">
            <a:extLst>
              <a:ext uri="{FF2B5EF4-FFF2-40B4-BE49-F238E27FC236}">
                <a16:creationId xmlns:a16="http://schemas.microsoft.com/office/drawing/2014/main" id="{AB6F3235-A5AB-06C3-84CE-4957B4B3B76E}"/>
              </a:ext>
            </a:extLst>
          </p:cNvPr>
          <p:cNvSpPr/>
          <p:nvPr/>
        </p:nvSpPr>
        <p:spPr>
          <a:xfrm>
            <a:off x="10171357" y="4527182"/>
            <a:ext cx="296085" cy="296579"/>
          </a:xfrm>
          <a:prstGeom prst="ellipse">
            <a:avLst/>
          </a:prstGeom>
          <a:solidFill>
            <a:srgbClr val="BE123C"/>
          </a:solidFill>
          <a:ln w="8708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980" b="1">
                <a:solidFill>
                  <a:srgbClr val="FFFFFF"/>
                </a:solidFill>
                <a:latin typeface="Aptos" panose="020B0004020202020204" pitchFamily="34" charset="0"/>
              </a:rPr>
              <a:t>V</a:t>
            </a:r>
            <a:endParaRPr lang="ko-KR" altLang="en-US" sz="98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09" name="visual_check_label">
            <a:extLst>
              <a:ext uri="{FF2B5EF4-FFF2-40B4-BE49-F238E27FC236}">
                <a16:creationId xmlns:a16="http://schemas.microsoft.com/office/drawing/2014/main" id="{E31B9376-5D54-93B0-1AF7-235B17A942CC}"/>
              </a:ext>
            </a:extLst>
          </p:cNvPr>
          <p:cNvSpPr txBox="1"/>
          <p:nvPr/>
        </p:nvSpPr>
        <p:spPr>
          <a:xfrm>
            <a:off x="10571942" y="4518459"/>
            <a:ext cx="1088544" cy="294615"/>
          </a:xfrm>
          <a:prstGeom prst="rect">
            <a:avLst/>
          </a:prstGeom>
          <a:noFill/>
        </p:spPr>
        <p:txBody>
          <a:bodyPr vert="horz" wrap="square" lIns="8708" tIns="8723" rIns="8708" bIns="8723" rtlCol="0" anchor="ctr">
            <a:noAutofit/>
          </a:bodyPr>
          <a:lstStyle/>
          <a:p>
            <a:r>
              <a:rPr lang="en-US" altLang="ko-KR" sz="980" b="1">
                <a:solidFill>
                  <a:srgbClr val="881337"/>
                </a:solidFill>
                <a:latin typeface="Aptos" panose="020B0004020202020204" pitchFamily="34" charset="0"/>
              </a:rPr>
              <a:t>PROOF POINT</a:t>
            </a:r>
            <a:endParaRPr lang="ko-KR" altLang="en-US" sz="980" b="1">
              <a:solidFill>
                <a:srgbClr val="881337"/>
              </a:solidFill>
              <a:latin typeface="Aptos" panose="020B0004020202020204" pitchFamily="34" charset="0"/>
            </a:endParaRPr>
          </a:p>
        </p:txBody>
      </p:sp>
      <p:sp>
        <p:nvSpPr>
          <p:cNvPr id="110" name="visual_check_text">
            <a:extLst>
              <a:ext uri="{FF2B5EF4-FFF2-40B4-BE49-F238E27FC236}">
                <a16:creationId xmlns:a16="http://schemas.microsoft.com/office/drawing/2014/main" id="{50685804-1DB7-5727-2F86-7FCA4BA0E9D9}"/>
              </a:ext>
            </a:extLst>
          </p:cNvPr>
          <p:cNvSpPr txBox="1"/>
          <p:nvPr/>
        </p:nvSpPr>
        <p:spPr>
          <a:xfrm>
            <a:off x="10571942" y="4701640"/>
            <a:ext cx="1088544" cy="294615"/>
          </a:xfrm>
          <a:prstGeom prst="rect">
            <a:avLst/>
          </a:prstGeom>
          <a:noFill/>
        </p:spPr>
        <p:txBody>
          <a:bodyPr vert="horz" wrap="square" lIns="8708" tIns="8723" rIns="8708" bIns="8723" rtlCol="0" anchor="ctr">
            <a:noAutofit/>
          </a:bodyPr>
          <a:lstStyle/>
          <a:p>
            <a:r>
              <a:rPr lang="en-US" altLang="ko-KR" sz="980" b="1">
                <a:solidFill>
                  <a:srgbClr val="881337"/>
                </a:solidFill>
                <a:latin typeface="Aptos" panose="020B0004020202020204" pitchFamily="34" charset="0"/>
              </a:rPr>
              <a:t>visual validation</a:t>
            </a:r>
            <a:endParaRPr lang="ko-KR" altLang="en-US" sz="980" b="1">
              <a:solidFill>
                <a:srgbClr val="881337"/>
              </a:solidFill>
              <a:latin typeface="Aptos" panose="020B0004020202020204" pitchFamily="34" charset="0"/>
            </a:endParaRPr>
          </a:p>
        </p:txBody>
      </p:sp>
      <p:sp>
        <p:nvSpPr>
          <p:cNvPr id="111" name="coherence_band">
            <a:extLst>
              <a:ext uri="{FF2B5EF4-FFF2-40B4-BE49-F238E27FC236}">
                <a16:creationId xmlns:a16="http://schemas.microsoft.com/office/drawing/2014/main" id="{B43748DD-672C-C6EA-59FD-542AF8C0B7C1}"/>
              </a:ext>
            </a:extLst>
          </p:cNvPr>
          <p:cNvSpPr/>
          <p:nvPr/>
        </p:nvSpPr>
        <p:spPr>
          <a:xfrm>
            <a:off x="783752" y="5320966"/>
            <a:ext cx="10624192" cy="575711"/>
          </a:xfrm>
          <a:prstGeom prst="roundRect">
            <a:avLst>
              <a:gd name="adj" fmla="val 24202"/>
            </a:avLst>
          </a:prstGeom>
          <a:solidFill>
            <a:srgbClr val="FFFDF8"/>
          </a:solidFill>
          <a:ln w="12627">
            <a:solidFill>
              <a:srgbClr val="DACFC0"/>
            </a:solidFill>
          </a:ln>
          <a:effectLst>
            <a:outerShdw blurRad="38100" dist="29621" dir="3542194" rotWithShape="0">
              <a:scrgbClr r="0" g="0" b="0">
                <a:alpha val="14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coherence_title">
            <a:extLst>
              <a:ext uri="{FF2B5EF4-FFF2-40B4-BE49-F238E27FC236}">
                <a16:creationId xmlns:a16="http://schemas.microsoft.com/office/drawing/2014/main" id="{AC90F42F-24B6-2E4F-D69E-BE943463E275}"/>
              </a:ext>
            </a:extLst>
          </p:cNvPr>
          <p:cNvSpPr txBox="1"/>
          <p:nvPr/>
        </p:nvSpPr>
        <p:spPr>
          <a:xfrm>
            <a:off x="1062419" y="5443086"/>
            <a:ext cx="1611045" cy="294615"/>
          </a:xfrm>
          <a:prstGeom prst="rect">
            <a:avLst/>
          </a:prstGeom>
          <a:noFill/>
        </p:spPr>
        <p:txBody>
          <a:bodyPr vert="horz" wrap="square" lIns="8708" tIns="8723" rIns="8708" bIns="8723" rtlCol="0" anchor="ctr">
            <a:noAutofit/>
          </a:bodyPr>
          <a:lstStyle/>
          <a:p>
            <a:r>
              <a:rPr lang="en-US" altLang="ko-KR" sz="1241" b="1">
                <a:solidFill>
                  <a:srgbClr val="111827"/>
                </a:solidFill>
                <a:latin typeface="Aptos" panose="020B0004020202020204" pitchFamily="34" charset="0"/>
              </a:rPr>
              <a:t>Coherence checks</a:t>
            </a:r>
            <a:endParaRPr lang="ko-KR" altLang="en-US" sz="1241" b="1">
              <a:solidFill>
                <a:srgbClr val="111827"/>
              </a:solidFill>
              <a:latin typeface="Aptos" panose="020B0004020202020204" pitchFamily="34" charset="0"/>
            </a:endParaRPr>
          </a:p>
        </p:txBody>
      </p:sp>
      <p:sp>
        <p:nvSpPr>
          <p:cNvPr id="113" name="coherence_body">
            <a:extLst>
              <a:ext uri="{FF2B5EF4-FFF2-40B4-BE49-F238E27FC236}">
                <a16:creationId xmlns:a16="http://schemas.microsoft.com/office/drawing/2014/main" id="{9F0478F2-CB6E-68BF-BEE0-E790D8215CC9}"/>
              </a:ext>
            </a:extLst>
          </p:cNvPr>
          <p:cNvSpPr txBox="1"/>
          <p:nvPr/>
        </p:nvSpPr>
        <p:spPr>
          <a:xfrm>
            <a:off x="2830215" y="5425641"/>
            <a:ext cx="8272936" cy="294615"/>
          </a:xfrm>
          <a:prstGeom prst="rect">
            <a:avLst/>
          </a:prstGeom>
          <a:noFill/>
        </p:spPr>
        <p:txBody>
          <a:bodyPr vert="horz" wrap="square" lIns="8708" tIns="8723" rIns="8708" bIns="8723" rtlCol="0" anchor="ctr">
            <a:noAutofit/>
          </a:bodyPr>
          <a:lstStyle/>
          <a:p>
            <a:r>
              <a:rPr lang="en-US" altLang="ko-KR" sz="1022">
                <a:solidFill>
                  <a:srgbClr val="526071"/>
                </a:solidFill>
                <a:latin typeface="Aptos" panose="020B0004020202020204" pitchFamily="34" charset="0"/>
              </a:rPr>
              <a:t>One graph per slide; text is bounded; icons are centered; arrows keep role-level style.</a:t>
            </a:r>
            <a:endParaRPr lang="ko-KR" altLang="en-US" sz="1022">
              <a:solidFill>
                <a:srgbClr val="52607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8442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</Words>
  <Application>Microsoft Office PowerPoint</Application>
  <PresentationFormat>사용자 지정</PresentationFormat>
  <Paragraphs>67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Aptos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채승훈</dc:creator>
  <cp:lastModifiedBy>채승훈</cp:lastModifiedBy>
  <cp:revision>1</cp:revision>
  <dcterms:created xsi:type="dcterms:W3CDTF">2026-06-24T10:29:05Z</dcterms:created>
  <dcterms:modified xsi:type="dcterms:W3CDTF">2026-06-24T10:29:05Z</dcterms:modified>
</cp:coreProperties>
</file>