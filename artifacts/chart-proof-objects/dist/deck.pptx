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Renderer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87</c:v>
                </c:pt>
                <c:pt idx="2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CDB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534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914B4"/>
          </a:solidFill>
          <a:ln w="12700">
            <a:solidFill>
              <a:srgbClr val="0914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9B4A9">
              <a:alpha val="92000"/>
            </a:srgbClr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Chart Proof Objects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914B4"/>
          </a:solidFill>
          <a:ln w="12700">
            <a:solidFill>
              <a:srgbClr val="0914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88645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Ring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29488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Readiness Gauge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70332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Connected Strip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11175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Bar Baseline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914B4"/>
          </a:solidFill>
          <a:ln w="12700">
            <a:solidFill>
              <a:srgbClr val="0914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7F2"/>
          </a:solidFill>
          <a:ln w="12700">
            <a:solidFill>
              <a:srgbClr val="E3CDB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Ring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733702" y="1895094"/>
            <a:ext cx="3387852" cy="3387852"/>
          </a:xfrm>
          <a:prstGeom prst="ellipse">
            <a:avLst/>
          </a:prstGeom>
          <a:solidFill>
            <a:srgbClr val="E3CDBA">
              <a:alpha val="82000"/>
            </a:srgbClr>
          </a:solidFill>
          <a:ln w="12700">
            <a:solidFill>
              <a:srgbClr val="E3CD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6974" y="2098365"/>
            <a:ext cx="2981310" cy="2981310"/>
          </a:xfrm>
          <a:prstGeom prst="ellipse">
            <a:avLst/>
          </a:prstGeom>
          <a:solidFill>
            <a:srgbClr val="B45309">
              <a:alpha val="92000"/>
            </a:srgbClr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394" y="2538786"/>
            <a:ext cx="2100468" cy="2100468"/>
          </a:xfrm>
          <a:prstGeom prst="ellipse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00000">
            <a:off x="3489924" y="2203456"/>
            <a:ext cx="779206" cy="287967"/>
          </a:xfrm>
          <a:prstGeom prst="roundRect">
            <a:avLst>
              <a:gd name="adj" fmla="val 12701"/>
            </a:avLst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3360000">
            <a:off x="4133401" y="2706196"/>
            <a:ext cx="779206" cy="287967"/>
          </a:xfrm>
          <a:prstGeom prst="roundRect">
            <a:avLst>
              <a:gd name="adj" fmla="val 12701"/>
            </a:avLst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520000">
            <a:off x="4358483" y="3491148"/>
            <a:ext cx="779206" cy="287967"/>
          </a:xfrm>
          <a:prstGeom prst="roundRect">
            <a:avLst>
              <a:gd name="adj" fmla="val 12701"/>
            </a:avLst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9030" y="3013085"/>
            <a:ext cx="1897197" cy="813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2343516" y="3860048"/>
            <a:ext cx="2168225" cy="60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38444" y="2567178"/>
            <a:ext cx="137160" cy="1371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67044" y="2416302"/>
            <a:ext cx="48143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38444" y="3006090"/>
            <a:ext cx="137160" cy="137160"/>
          </a:xfrm>
          <a:prstGeom prst="ellipse">
            <a:avLst/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67044" y="2855214"/>
            <a:ext cx="48143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28%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914B4"/>
          </a:solidFill>
          <a:ln w="12700">
            <a:solidFill>
              <a:srgbClr val="0914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7F2"/>
          </a:solidFill>
          <a:ln w="12700">
            <a:solidFill>
              <a:srgbClr val="E3CDB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Readiness Gauge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03120" y="3835908"/>
            <a:ext cx="7863840" cy="256032"/>
          </a:xfrm>
          <a:prstGeom prst="roundRect">
            <a:avLst>
              <a:gd name="adj" fmla="val 28571"/>
            </a:avLst>
          </a:prstGeom>
          <a:solidFill>
            <a:srgbClr val="E3CDBA">
              <a:alpha val="85000"/>
            </a:srgbClr>
          </a:solidFill>
          <a:ln w="12700">
            <a:solidFill>
              <a:srgbClr val="E3CD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835908"/>
            <a:ext cx="6526987" cy="256032"/>
          </a:xfrm>
          <a:prstGeom prst="roundRect">
            <a:avLst>
              <a:gd name="adj" fmla="val 28571"/>
            </a:avLst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0107" y="3433572"/>
            <a:ext cx="0" cy="96926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3803" y="3817620"/>
            <a:ext cx="292608" cy="292608"/>
          </a:xfrm>
          <a:prstGeom prst="ellipse">
            <a:avLst/>
          </a:prstGeom>
          <a:solidFill>
            <a:srgbClr val="F7F3E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3744468"/>
            <a:ext cx="0" cy="438912"/>
          </a:xfrm>
          <a:prstGeom prst="line">
            <a:avLst/>
          </a:prstGeom>
          <a:noFill/>
          <a:ln w="12700">
            <a:solidFill>
              <a:srgbClr val="E3CDBA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3744468"/>
            <a:ext cx="0" cy="438912"/>
          </a:xfrm>
          <a:prstGeom prst="line">
            <a:avLst/>
          </a:prstGeom>
          <a:noFill/>
          <a:ln w="12700">
            <a:solidFill>
              <a:srgbClr val="E3CDBA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9549" y="2217420"/>
            <a:ext cx="2830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83%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45308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914B4"/>
          </a:solidFill>
          <a:ln w="12700">
            <a:solidFill>
              <a:srgbClr val="0914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7F2"/>
          </a:solidFill>
          <a:ln w="12700">
            <a:solidFill>
              <a:srgbClr val="E3CDB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Connected Strip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2446020"/>
            <a:ext cx="3075432" cy="2286000"/>
          </a:xfrm>
          <a:prstGeom prst="roundRect">
            <a:avLst>
              <a:gd name="adj" fmla="val 2000"/>
            </a:avLst>
          </a:prstGeom>
          <a:solidFill>
            <a:srgbClr val="FBF7F2"/>
          </a:solidFill>
          <a:ln w="12700">
            <a:solidFill>
              <a:srgbClr val="E3CD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4293108"/>
            <a:ext cx="581108" cy="12801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61872" y="2628900"/>
            <a:ext cx="2709672" cy="86868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543300"/>
            <a:ext cx="2709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01896" y="2446020"/>
            <a:ext cx="3075432" cy="2286000"/>
          </a:xfrm>
          <a:prstGeom prst="roundRect">
            <a:avLst>
              <a:gd name="adj" fmla="val 2000"/>
            </a:avLst>
          </a:prstGeom>
          <a:solidFill>
            <a:srgbClr val="FBF7F2"/>
          </a:solidFill>
          <a:ln w="12700">
            <a:solidFill>
              <a:srgbClr val="E3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3064" y="4293108"/>
            <a:ext cx="1975767" cy="128016"/>
          </a:xfrm>
          <a:prstGeom prst="rect">
            <a:avLst/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4776" y="2628900"/>
            <a:ext cx="2709672" cy="86868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84776" y="3543300"/>
            <a:ext cx="2709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9B4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924800" y="2446020"/>
            <a:ext cx="3075432" cy="2286000"/>
          </a:xfrm>
          <a:prstGeom prst="roundRect">
            <a:avLst>
              <a:gd name="adj" fmla="val 2000"/>
            </a:avLst>
          </a:prstGeom>
          <a:solidFill>
            <a:srgbClr val="FBF7F2"/>
          </a:solidFill>
          <a:ln w="12700">
            <a:solidFill>
              <a:srgbClr val="E3CD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5968" y="4293108"/>
            <a:ext cx="2673096" cy="128016"/>
          </a:xfrm>
          <a:prstGeom prst="rect">
            <a:avLst/>
          </a:prstGeom>
          <a:solidFill>
            <a:srgbClr val="0914B4"/>
          </a:solidFill>
          <a:ln w="12700">
            <a:solidFill>
              <a:srgbClr val="0914B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07680" y="2628900"/>
            <a:ext cx="2709672" cy="86868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107680" y="3543300"/>
            <a:ext cx="2709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91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136136" y="3589020"/>
            <a:ext cx="384048" cy="0"/>
          </a:xfrm>
          <a:prstGeom prst="line">
            <a:avLst/>
          </a:prstGeom>
          <a:noFill/>
          <a:ln w="12700">
            <a:solidFill>
              <a:srgbClr val="0914B4">
                <a:alpha val="9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59040" y="3589020"/>
            <a:ext cx="384048" cy="0"/>
          </a:xfrm>
          <a:prstGeom prst="line">
            <a:avLst/>
          </a:prstGeom>
          <a:noFill/>
          <a:ln w="12700">
            <a:solidFill>
              <a:srgbClr val="0914B4">
                <a:alpha val="92000"/>
              </a:srgbClr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A9"/>
          </a:solidFill>
          <a:ln w="12700">
            <a:solidFill>
              <a:srgbClr val="09B4A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914B4"/>
          </a:solidFill>
          <a:ln w="12700">
            <a:solidFill>
              <a:srgbClr val="0914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7F2"/>
          </a:solidFill>
          <a:ln w="12700">
            <a:solidFill>
              <a:srgbClr val="E3CDB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Bar Baseline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042416" y="1563624"/>
          <a:ext cx="9985248" cy="4050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7F3EF"/>
      </a:lt1>
      <a:dk2>
        <a:srgbClr val="57534E"/>
      </a:dk2>
      <a:lt2>
        <a:srgbClr val="FBF7F2"/>
      </a:lt2>
      <a:accent1>
        <a:srgbClr val="B45309"/>
      </a:accent1>
      <a:accent2>
        <a:srgbClr val="09B4A9"/>
      </a:accent2>
      <a:accent3>
        <a:srgbClr val="0914B4"/>
      </a:accent3>
      <a:accent4>
        <a:srgbClr val="B40914"/>
      </a:accent4>
      <a:accent5>
        <a:srgbClr val="B4A909"/>
      </a:accent5>
      <a:accent6>
        <a:srgbClr val="E3CDBA"/>
      </a:accent6>
      <a:hlink>
        <a:srgbClr val="B45309"/>
      </a:hlink>
      <a:folHlink>
        <a:srgbClr val="09B4A9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Chart Proof Objects</dc:title>
  <dc:subject>Generated from Markdown through Presentation IR and Layout IR</dc:subject>
  <dc:creator>mdpresent</dc:creator>
  <cp:lastModifiedBy>mdpresent</cp:lastModifiedBy>
  <cp:revision>1</cp:revision>
  <dcterms:created xsi:type="dcterms:W3CDTF">2026-06-19T15:24:02Z</dcterms:created>
  <dcterms:modified xsi:type="dcterms:W3CDTF">2026-06-19T15:24:02Z</dcterms:modified>
</cp:coreProperties>
</file>