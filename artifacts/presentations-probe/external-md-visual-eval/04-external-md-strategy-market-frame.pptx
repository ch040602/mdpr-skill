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e3be96a1784f41" /><Relationship Type="http://schemas.openxmlformats.org/officeDocument/2006/relationships/extended-properties" Target="/docProps/app.xml" Id="Rd283d86e72624ba3" /><Relationship Type="http://schemas.openxmlformats.org/officeDocument/2006/relationships/officeDocument" Target="/ppt/presentation.xml" Id="R430e7b75e7c44d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470417acd74773"/>
  </p:sldMasterIdLst>
  <p:notesMasterIdLst>
    <p:notesMasterId xmlns:r="http://schemas.openxmlformats.org/officeDocument/2006/relationships" r:id="R162ef409d6524f23"/>
  </p:notesMasterIdLst>
  <p:sldIdLst>
    <p:sldId xmlns:r="http://schemas.openxmlformats.org/officeDocument/2006/relationships" id="256" r:id="R995095e1479341e5"/>
    <p:sldId xmlns:r="http://schemas.openxmlformats.org/officeDocument/2006/relationships" id="257" r:id="Rc54362b416444fd6"/>
    <p:sldId xmlns:r="http://schemas.openxmlformats.org/officeDocument/2006/relationships" id="258" r:id="R606132707a4e4b1e"/>
    <p:sldId xmlns:r="http://schemas.openxmlformats.org/officeDocument/2006/relationships" id="259" r:id="Refdda52688074bdc"/>
    <p:sldId xmlns:r="http://schemas.openxmlformats.org/officeDocument/2006/relationships" id="260" r:id="Ra7a06af7d3494e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70417acd74773" /><Relationship Type="http://schemas.openxmlformats.org/officeDocument/2006/relationships/theme" Target="/ppt/theme/theme1.xml" Id="R2f3e44746dab4ac0" /><Relationship Type="http://schemas.openxmlformats.org/officeDocument/2006/relationships/notesMaster" Target="/ppt/notesMasters/notesMaster1.xml" Id="R162ef409d6524f23" /><Relationship Type="http://schemas.openxmlformats.org/officeDocument/2006/relationships/presProps" Target="/ppt/presProps.xml" Id="R3cf3107b72004bc2" /><Relationship Type="http://schemas.openxmlformats.org/officeDocument/2006/relationships/viewProps" Target="/ppt/viewProps.xml" Id="R09f14789f3e84bfc" /><Relationship Type="http://schemas.openxmlformats.org/officeDocument/2006/relationships/tableStyles" Target="/ppt/tableStyles.xml" Id="R8aaed12245a74df7" /><Relationship Type="http://schemas.openxmlformats.org/officeDocument/2006/relationships/slide" Target="/ppt/slides/slide1.xml" Id="R995095e1479341e5" /><Relationship Type="http://schemas.openxmlformats.org/officeDocument/2006/relationships/slide" Target="/ppt/slides/slide2.xml" Id="Rc54362b416444fd6" /><Relationship Type="http://schemas.openxmlformats.org/officeDocument/2006/relationships/slide" Target="/ppt/slides/slide3.xml" Id="R606132707a4e4b1e" /><Relationship Type="http://schemas.openxmlformats.org/officeDocument/2006/relationships/slide" Target="/ppt/slides/slide4.xml" Id="Refdda52688074bdc" /><Relationship Type="http://schemas.openxmlformats.org/officeDocument/2006/relationships/slide" Target="/ppt/slides/slide5.xml" Id="Ra7a06af7d3494e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3697905af034c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a8d8604b164a1c" /><Relationship Type="http://schemas.openxmlformats.org/officeDocument/2006/relationships/notesMaster" Target="/ppt/notesMasters/notesMaster1.xml" Id="Re7f75a823a3146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94c0be21e34602" /><Relationship Type="http://schemas.openxmlformats.org/officeDocument/2006/relationships/notesMaster" Target="/ppt/notesMasters/notesMaster1.xml" Id="R8913e16db9e646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4c5fb04f5a4ddd" /><Relationship Type="http://schemas.openxmlformats.org/officeDocument/2006/relationships/notesMaster" Target="/ppt/notesMasters/notesMaster1.xml" Id="R90cee76f5f6043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522bc00e3548e8" /><Relationship Type="http://schemas.openxmlformats.org/officeDocument/2006/relationships/notesMaster" Target="/ppt/notesMasters/notesMaster1.xml" Id="R554841d40d1146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8c2e046b1e4545" /><Relationship Type="http://schemas.openxmlformats.org/officeDocument/2006/relationships/notesMaster" Target="/ppt/notesMasters/notesMaster1.xml" Id="Rf0b0192d62eb40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aa618145e41a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e389786010843ab" /><Relationship Type="http://schemas.openxmlformats.org/officeDocument/2006/relationships/slideLayout" Target="/ppt/slideLayouts/slideLayout2.xml" Id="R83c7e4ff247a45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c7e4ff247a45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aa530f1e8d4fc9" /><Relationship Type="http://schemas.openxmlformats.org/officeDocument/2006/relationships/notesSlide" Target="/ppt/notesSlides/notesSlide1.xml" Id="Rfe465adf3d3d49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0c0391529a479a" /><Relationship Type="http://schemas.openxmlformats.org/officeDocument/2006/relationships/notesSlide" Target="/ppt/notesSlides/notesSlide2.xml" Id="Re07b273b66f04c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1f4bf8ed3649ab" /><Relationship Type="http://schemas.openxmlformats.org/officeDocument/2006/relationships/notesSlide" Target="/ppt/notesSlides/notesSlide3.xml" Id="Rd10612fab4604b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403364c54d44df" /><Relationship Type="http://schemas.openxmlformats.org/officeDocument/2006/relationships/notesSlide" Target="/ppt/notesSlides/notesSlide4.xml" Id="R8ff7ab3936be41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3c7ade16e74c54" /><Relationship Type="http://schemas.openxmlformats.org/officeDocument/2006/relationships/notesSlide" Target="/ppt/notesSlides/notesSlide5.xml" Id="Rd793ff1e29424d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C0928A-563F-4973-9364-2ACC4A8E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89FCB-5C3E-490F-B8D7-B2227CFD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A0B76-0B0B-48AA-8F42-55F416A7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9FC3E-F061-41D0-B4DE-267855EB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MARKET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BDAE1-7C36-41DF-AAF7-B5E108CF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strategy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27AAE-6434-47D8-8ABF-3F7B08F7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market frame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strategy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5B181-B80E-492B-985C-57CBAF7B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market frame's strategy deck needs chapter discipline so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the market frame, bets, and outcomes compound.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FE34C-4B7D-4191-9B38-F49110BB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A096F-7ECF-4CA3-AF2D-4E1A87A5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BD705-C255-4941-856C-B628DB28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0E6D0-93F2-4900-8E34-0122EF79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27287-9097-4D9B-9DB6-D6CA0D8A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ED1FB-E6D8-4601-AD6D-4B2619FB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45054-1E95-4CA2-BE02-6AF37C2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7AC7B-96C6-409E-8BF1-DF72180B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58BCD-B0D3-4939-B7E8-41F48774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23161-C8DB-4188-BFDD-2E3446A6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69378-F70D-408A-9BB9-FAAB1D14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569326-BB1E-43ED-8332-10D26DD6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1AABB-FB1B-4586-9667-075E7883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5565F6-2979-43BC-A3B4-4B2BEAC6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8D606-FCF0-458E-9A39-970F69AE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F7DA6B-4DB8-4C67-943A-96CDADED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48045-48C6-4D78-9095-235F3D91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334C6-2248-4B93-AFBA-BAAB4D39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C49636-3BA7-46B3-BD06-9B02406A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external-md-strategy | strategy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8438E6-12AA-48A0-8348-F33E47DF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390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0513F-C6F1-4D07-8F50-1BF5445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2629E-9037-45ED-A644-78E26E4B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4AA9E-330C-41AF-A821-8FF50F24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03A5A-0C5E-4EA6-B3F8-85EDDFE1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CCCE6-2C01-41E8-AB20-5043978C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Create a five-slide strategy probe about choosing an editable MDPR deck system over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image-only slide generation. Use market framing, decision criteria, and a coherent visual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A6C18-75BB-43F9-9C86-E96BB0F5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F6106-0D34-4BB4-8EA5-25879CFC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3FD04-82DE-437D-8BD8-DD802C35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market framing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D430D-D995-436A-82B4-31E073FA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market framing to the chapter thesis and the next strategic bet.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8BDBE-E79E-4969-928B-57EAFA4B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EF1FA-D953-406D-B2EB-5FD88059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0D644-4C22-406F-B0EE-AA795576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platform bets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4BFED-46F3-4094-A1E0-F29D1AA8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platform bets to the chapter thesis and the next strategic bet.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2AD72-C7D0-4F49-A60E-992EC0F3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0DDE7-DB58-450B-89A3-E4F7D04A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B9F63-1440-4508-94A1-93352378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chapter transitions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99261-A074-40FF-8091-F4CFF898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chapter transitions to the chapter thesis and the next strategic bet.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4F12D-15CC-4DFB-9C78-177A53E1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A753D-A256-483B-A780-67BF0083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EF793-CBD7-4C7B-85D3-E9038B7E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financial outcomes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F9C399-F771-46B0-818A-AE6C69DE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financial outcomes to the chapter thesis and the next strategic bet.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94906-A6F6-44A9-8BA1-609CAE22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ED67C-9306-4DB7-AF4A-67382C43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43A16D-65E1-45A1-94ED-0101CA55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operating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BD59B4-4FAA-4BD5-9117-DD80D5EE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operating model to the chapter thesis and the next strategic bet.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1EDB0C-F57F-463D-A2C1-92C92420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1426C-85DB-4D78-92C0-370018ED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BD4A08-0A14-4076-951A-BACD656A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roadmap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47FC19-AE6F-48F8-B1EB-6D67FB9E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Connect roadmap to the chapter thesis and the next strategic bet.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EEBBC4-0CE5-4455-9A76-9A7820B7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748A6D-FD97-4E9E-8F86-19B0DEB3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403A5F-07CC-4467-8E45-2EF9BC12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74B289-E65A-4568-B804-8466089C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7349F2-7EDE-449C-A9C4-B143A9C7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strategy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E8721D-D73F-4E65-823F-B6D5BDAF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38584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72A2BF-3DE7-4BF8-9194-BCDCCFC1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19DFD-A97F-4E7C-85F7-84DBB6C2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217AF-21E2-4C1D-ACF0-0D521905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8CEC1-BB07-41E2-A5CB-BBCB6DAA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Chapter transitions need to carry the strategic argument.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FC2C2-7C57-4A60-99A0-2C37D421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0B573-BECC-4C31-A7EA-17154D93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EA72F-F25B-4903-A2A8-54EB1E24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9849B-D4A7-40F1-89FE-76E36E16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16F22-51BB-4B94-83F0-0C1B827A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CC8FB-0587-457C-B14C-8BF64489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Platform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E5157-3061-40D2-9B94-5CF43563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6A3E6-75AE-48FE-B156-FE56F52D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5176B-40B9-4BE6-BC92-636F6EA4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A3F8D-5BC2-4176-B03A-0A699FE5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90DA8-BAC4-414B-B78C-E4DF4270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F4D12-1138-4427-8D89-753654EB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E4C1A-BB47-4B69-8C8D-43D67227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180FB-5716-436F-B158-680AE210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EB5D0-21B8-4FFF-9C3C-B6E37F97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22AF7B-21AD-4FC9-B83C-9CB3EDD9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25C41-E29F-4BAD-ACB9-3C883746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182F2-41A5-4769-8801-B0F06385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Financial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9AB39-463B-4AF4-845D-60B38864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C82170-AB29-472E-8362-93F0DB8E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C13B13-BD00-49E5-81AB-05DD0CE1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408ED0-731F-47DA-AE2C-B7A03E6F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strategy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0A6CD1-BC66-40B8-A5C6-3263F0B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20098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7F7D70-93E7-4396-907F-82F3386B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6C97F-61A3-493E-83DF-F6AD216F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F6D25-8644-4C48-9F48-925EE1BE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DED72-C761-49C6-9BE2-AB821473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E83AD-6366-443B-95F9-3DB11953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B5F0F-11FE-4980-A32A-65411A4B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76CB6-4DD7-4E46-BC10-215EA47F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market 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FDAC3-B64E-4CF4-8F6B-5BC9BC3A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15313-8853-4763-B4F7-501D8DBA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E5A8B-55E2-48F8-BF2D-F4883DD9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E0360-8EA1-4C74-A6BC-591EEB6D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platform bets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DA828-CEDD-44C3-B795-0DA4B1D3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8239B-2768-4456-86BC-3C97A515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B4492-DC7F-4C5B-A4BC-D035ED03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96D5D-D948-424D-8FCD-336CED31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chapter dividers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21A96-6680-4576-BB96-F25861F4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515E4-F10A-45F5-9C85-615E2488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801BD-ACC9-489C-84EA-AE567C8D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17340-5C44-4E77-9586-35A798AE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durable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DCD99-73EC-4596-B06C-E715FD3A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8D1A70-2B7A-4CF8-A951-C700A636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F7351B-991A-4139-8D61-AC98F49B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914BB1-75B7-402F-AF7D-F1E52CC6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9955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DAA68F-69FA-4E92-8D70-FA9A6465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12EEC-4304-473B-A830-32754402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ABD8D-F2F0-448B-BBFA-B89CEB41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DDF3A-176A-4E01-88FE-71623EB2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63331-6CCA-4BA8-B80D-7C5BEF31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CA344-2A79-40AE-B986-4DBDD5F2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D6911-9D08-40AC-8AE2-A34A4AFA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attachments / web sources required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37D71-87EB-494E-A5C8-BF61E42E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E7687-96EA-458F-94DB-DDDC9BCD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22079-8375-4815-82CF-5031DF38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2476B-FF50-43A3-B349-ECE12C6E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CCF81-3959-4A1C-A05F-58A8C670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A51A6-FC09-40EF-A89A-0F85A40B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ECB19-A49E-4020-8F2C-22EE3015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15770-D887-43BE-9422-A552061D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9D1DA-2BDF-4F7D-96D5-A9AF4D5B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2B542-8EE7-4B33-9EC4-4B553368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3DC61-AEFE-41A5-AF62-C35ECA82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FD620-DAD2-4D9A-9AC8-9DC6C7C2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7E78F-A208-4DA8-85ED-D1F9117F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DDFEC-47BB-43C5-9E5A-2BC56CBB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08E552-E66E-4AAE-B47F-84EC465E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2200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2026-06-30T12:27:20.1070000Z</dcterms:created>
  <dcterms:modified xsi:type="dcterms:W3CDTF">2026-06-30T12:27:20.1070000Z</dcterms:modified>
</coreProperties>
</file>