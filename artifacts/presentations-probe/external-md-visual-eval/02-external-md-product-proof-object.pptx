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fd91de24a54578" /><Relationship Type="http://schemas.openxmlformats.org/officeDocument/2006/relationships/extended-properties" Target="/docProps/app.xml" Id="R795b096225e04628" /><Relationship Type="http://schemas.openxmlformats.org/officeDocument/2006/relationships/officeDocument" Target="/ppt/presentation.xml" Id="Raae12e2bc2e2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3c910aca18454e"/>
  </p:sldMasterIdLst>
  <p:notesMasterIdLst>
    <p:notesMasterId xmlns:r="http://schemas.openxmlformats.org/officeDocument/2006/relationships" r:id="Rec8ec795a43645a5"/>
  </p:notesMasterIdLst>
  <p:sldIdLst>
    <p:sldId xmlns:r="http://schemas.openxmlformats.org/officeDocument/2006/relationships" id="256" r:id="R7022f12849464baf"/>
    <p:sldId xmlns:r="http://schemas.openxmlformats.org/officeDocument/2006/relationships" id="257" r:id="Rfa288b6a58264ef8"/>
    <p:sldId xmlns:r="http://schemas.openxmlformats.org/officeDocument/2006/relationships" id="258" r:id="Rb674c297eebd4ba1"/>
    <p:sldId xmlns:r="http://schemas.openxmlformats.org/officeDocument/2006/relationships" id="259" r:id="Rb426d8d025ab4c0e"/>
    <p:sldId xmlns:r="http://schemas.openxmlformats.org/officeDocument/2006/relationships" id="260" r:id="R7e7b81a32b994c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c910aca18454e" /><Relationship Type="http://schemas.openxmlformats.org/officeDocument/2006/relationships/theme" Target="/ppt/theme/theme1.xml" Id="R3cce19cd0790448a" /><Relationship Type="http://schemas.openxmlformats.org/officeDocument/2006/relationships/notesMaster" Target="/ppt/notesMasters/notesMaster1.xml" Id="Rec8ec795a43645a5" /><Relationship Type="http://schemas.openxmlformats.org/officeDocument/2006/relationships/presProps" Target="/ppt/presProps.xml" Id="R458e016ef063448c" /><Relationship Type="http://schemas.openxmlformats.org/officeDocument/2006/relationships/viewProps" Target="/ppt/viewProps.xml" Id="R5db0ba1974df4435" /><Relationship Type="http://schemas.openxmlformats.org/officeDocument/2006/relationships/tableStyles" Target="/ppt/tableStyles.xml" Id="R84d8b34352fb43b5" /><Relationship Type="http://schemas.openxmlformats.org/officeDocument/2006/relationships/slide" Target="/ppt/slides/slide1.xml" Id="R7022f12849464baf" /><Relationship Type="http://schemas.openxmlformats.org/officeDocument/2006/relationships/slide" Target="/ppt/slides/slide2.xml" Id="Rfa288b6a58264ef8" /><Relationship Type="http://schemas.openxmlformats.org/officeDocument/2006/relationships/slide" Target="/ppt/slides/slide3.xml" Id="Rb674c297eebd4ba1" /><Relationship Type="http://schemas.openxmlformats.org/officeDocument/2006/relationships/slide" Target="/ppt/slides/slide4.xml" Id="Rb426d8d025ab4c0e" /><Relationship Type="http://schemas.openxmlformats.org/officeDocument/2006/relationships/slide" Target="/ppt/slides/slide5.xml" Id="R7e7b81a32b994c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d26cec227d04f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1ec8ebf47c465d" /><Relationship Type="http://schemas.openxmlformats.org/officeDocument/2006/relationships/notesMaster" Target="/ppt/notesMasters/notesMaster1.xml" Id="Re8d48a8d6afe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42071c5a42410d" /><Relationship Type="http://schemas.openxmlformats.org/officeDocument/2006/relationships/notesMaster" Target="/ppt/notesMasters/notesMaster1.xml" Id="R19bb298fa56d47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2c49d04e9f4996" /><Relationship Type="http://schemas.openxmlformats.org/officeDocument/2006/relationships/notesMaster" Target="/ppt/notesMasters/notesMaster1.xml" Id="Rdd8f99354dfa42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d877dbbe9a40a3" /><Relationship Type="http://schemas.openxmlformats.org/officeDocument/2006/relationships/notesMaster" Target="/ppt/notesMasters/notesMaster1.xml" Id="R39776a10935140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32cc5096d44ac4" /><Relationship Type="http://schemas.openxmlformats.org/officeDocument/2006/relationships/notesMaster" Target="/ppt/notesMasters/notesMaster1.xml" Id="Ra59851f9f64c44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e698097eb411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ad884f05df3471a" /><Relationship Type="http://schemas.openxmlformats.org/officeDocument/2006/relationships/slideLayout" Target="/ppt/slideLayouts/slideLayout2.xml" Id="R75ac48ae6ad448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ac48ae6ad448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324703ca044111" /><Relationship Type="http://schemas.openxmlformats.org/officeDocument/2006/relationships/notesSlide" Target="/ppt/notesSlides/notesSlide1.xml" Id="R626d2e2637334a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63e91cd6b4fab" /><Relationship Type="http://schemas.openxmlformats.org/officeDocument/2006/relationships/notesSlide" Target="/ppt/notesSlides/notesSlide2.xml" Id="R2f04189f10cd4e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04b1168c9b4365" /><Relationship Type="http://schemas.openxmlformats.org/officeDocument/2006/relationships/notesSlide" Target="/ppt/notesSlides/notesSlide3.xml" Id="Re288031136294e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da85eca7e44d9a" /><Relationship Type="http://schemas.openxmlformats.org/officeDocument/2006/relationships/notesSlide" Target="/ppt/notesSlides/notesSlide4.xml" Id="R1558a40594054c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6c8ab5d7664ac5" /><Relationship Type="http://schemas.openxmlformats.org/officeDocument/2006/relationships/notesSlide" Target="/ppt/notesSlides/notesSlide5.xml" Id="Ra30f9b4671ab40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1288A-7250-4913-AFFB-98F41315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FB5A3-B516-4392-B78F-DEF0B1C9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D518F-E6FB-4A4A-8C24-44A398D4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41CC7-97A3-4CE7-A486-E526CBA4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PROOF OBJECT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B29C0C-81A8-431E-98B6-4C45C965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 platform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A44E7-0D2F-4E5E-8486-5D6B27BA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6477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proof object</a:t>
            </a:r>
          </a:p>
          <a:p xmlns:a="http://schemas.openxmlformats.org/drawingml/2006/main">
            <a:pPr algn="l">
              <a:defRPr sz="39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product platform battle probe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9080F-8B44-43E4-8B29-0F528EF8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619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proof object's platform breadth needs to resolve into</a:t>
            </a:r>
          </a:p>
          <a:p xmlns:a="http://schemas.openxmlformats.org/drawingml/2006/main">
            <a:pPr algn="l">
              <a:defRPr sz="15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adoption, expansion, and business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ACFDBF-819C-4DBC-84C1-16935EEF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9E16C-B021-4AAD-89EC-79890EEF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2FF4B-1DBA-42E7-A6F6-434FEF50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6F0D7-FFDA-4412-87EA-0096057C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Narrative spine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73F93-506A-41C7-AA0D-792DB5D8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claim-first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56B8-0B47-4D58-8F45-AF141727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83F1EB-3A51-4473-AE04-5F9D361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80353-E156-4568-98D2-43902EDA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Required beats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EE5E6-B39B-4A3E-AABF-4164654E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from source prompt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DDA22-62C1-460C-896E-DD2790E5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6A5B7-C89E-4B00-A03A-281E57C4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6DBD13-1D82-4895-A9C1-2AC54D10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Source links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172E5-62A8-4FEF-BE2F-5666D4BD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audit before final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E78CB-C753-4B2F-BCF3-E48E824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673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BE2C5D-CA8A-435D-A228-6C3B0A2B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1435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B1F57-835E-4159-8D0A-730332F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Golden grade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953F12-92C1-49EE-8944-71C2171B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695950"/>
            <a:ext cx="1809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6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matrix reference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B632C-556A-44BE-84EE-79090F6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62DE9-031A-4542-BC28-CFD857CC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Prompt external-md-product | product platform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FC3EE-969C-4281-8DC3-283DB726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72523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498DED-67C7-4389-89A2-B312B74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74C72-B819-4391-9879-56C5FDD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DD8F7-5D3F-4AB9-878C-1F4DDE4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 L A I M   S P I N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AFB68-E365-4628-98B6-C56C2EE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Every slide needs a claim, a proof object, and a reason to exist.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D163E5-FCE7-444F-9A1D-CB9D41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952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Create a five-slide product platform probe about MDPR converting many README files into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coherent presentation pages. Compare generated visual assets, editable PPTX, and image-only</a:t>
            </a:r>
          </a:p>
          <a:p xmlns:a="http://schemas.openxmlformats.org/drawingml/2006/main">
            <a:pPr algn="l">
              <a:def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baselines. Include adoption and workflow proof.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C0029-8B02-40F4-91AA-A05DC7C88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6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02B03-084A-49B4-A2FD-6B8609A0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DE80C-1F50-4A37-83A8-665C80A0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C6466F-0139-421B-971B-F303345C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38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adoption changes product adoption, expansion, or monetization for proof object.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5FE3E-654B-4245-B3EA-FE8BBA12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59F2E-B9F4-40F4-9F4E-9051B91B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338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7AF4F7-B354-41E5-9964-3F499955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718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 vision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E2F03-EF65-4F13-A63D-D653AB44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718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product vision changes product adoption, expansion, or monetization for proof object.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5C2B84-514B-44A6-A97A-E43AB387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30292B-51BD-431E-AA24-B145F9D5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30FC5-15C4-4C12-A52B-19A8E43C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052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82A4D6-76D1-45B6-876E-68A2BF0A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architecture changes product adoption, expansion, or monetization for proof object.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7913E-ACBB-49BB-9F26-400B3A56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A27B5F-D153-47C0-B2BC-9F48048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006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E997EF-2F47-454F-8392-1288D120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386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 quality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D0FFF-86ED-414A-831D-8A79685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386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customer quality changes product adoption, expansion, or monetization for proof object.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9F3AC5-63FC-4007-BD0C-8DC3740A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01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C43DDF-0890-4167-B019-0F40A25F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34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D30C2-0E27-4DF7-9CCA-50B655EC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720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F047D-B802-4AC6-A189-64A6C5D6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720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expansion changes product adoption, expansion, or monetization for proof object.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A9500-92F0-4D38-9EE5-CC18672A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47F2C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7F2C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67AD8-4DDB-4CFB-84FF-4245AD60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867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41389-6859-4CB1-B2A0-D8E7541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05475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monetization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7FD908-A32D-4867-9F09-A6078E6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05475"/>
            <a:ext cx="533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88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Show how monetization changes product adoption, expansion, or monetization for proof object.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11A18D-A1F1-4577-A621-B9B4BA3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24150"/>
            <a:ext cx="16383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7C8EB-28C1-4C9B-A0D5-BA06995B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71800"/>
            <a:ext cx="1257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NOUN-SWAP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7EB318-DBD4-4FA7-AEE0-3FF88A16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76650"/>
            <a:ext cx="1257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9E2EF"/>
                </a:solidFill>
                <a:latin typeface="Avenir Next"/>
                <a:ea typeface="Avenir Next"/>
                <a:cs typeface="Avenir Next"/>
              </a:rPr>
              <a:t>If this deck still works after replacing the company name, the story is not sharp enough.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72548F-8EE5-450B-AF38-25D164ED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8CB2D2-B6FD-4344-A83D-1B851BD8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Profile: product-platform | Battle harness requires profile-specific proof objects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8F3D52-DD25-478B-A7A8-BC1CCB52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01259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5FA85E-FEE9-4765-B2CD-61F3576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DBB67-3E8E-482A-BCDB-79DB10D2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801F5-6E35-4F51-8FFF-80636612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O F   O B J E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53530-DEF5-44DE-BC3E-C3760DA8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Architecture has to prove the business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34FCC1-A037-4D26-B2FA-08FE70F6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6EB53-0C8B-4C99-A679-A6C119D9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Customer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B58E0-82B2-4F4D-AF73-074872F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EBDB9-8489-484F-8C94-9568B7D0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9D004-6B0C-4445-9070-C74D7580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228FA9-A649-4972-9881-926EB122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Platform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B2DDF4-9DD1-44B6-8CF8-06DCEF6A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C78D2-F2BE-425B-97FF-22AB82B0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0BC3B-C027-43B5-BC4E-6F181C11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0D8F3-1539-4FDA-9816-16CE3A44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FF0EE-1E79-4392-8387-6CBA995B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908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7E998-559F-4426-A70B-47032D6B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B7948-361F-4897-9847-027E481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9085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FED41-11FA-4767-8F18-90604DD7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623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8FEB69-D6F5-4C39-9C94-24E8C9DA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48405-87AD-4EC9-9C18-2A73A543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95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EB95D-BDE9-4032-A469-D98A32F5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1504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54373-F9E0-4A02-99E4-7A8FD099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193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Financial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E75C7D-18B9-441C-9468-E55A9A63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863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11399-5143-40F7-93F9-C46C4D67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No generic feature cards: every module must either explain system motion or quantify adoption, expansion, efficiency, or monetization.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BAF60-4074-433E-B049-F809AF53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9F506-B8CE-47AE-A3C6-17132C2F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product-platform profile | Architecture, workflow, and KPI proof must share one visual grammar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387D56-16E6-49BA-A640-F89C5E0D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292530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8E8A5-EBE2-4CC0-A357-B0C3FA6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BDC31-27B5-41EC-8AD3-2E455C84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B7A87-ED1C-4A06-81C9-D437664E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 R O F I L E   G A T E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709CC-E86D-41DB-906C-26CAAED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781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Different domains should fail for different reasons.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AE428-B1FC-417B-A3A5-91B6FE85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F10D-82A0-4DE9-8E8F-51D2BC44C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7EFA-7918-4993-BC6B-00D39EB2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architecture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FDB720-A8C2-46E7-9DD0-B5ABEB1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D1E20-7064-4B7B-9366-B5227721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479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C411C-0A4F-4A49-8502-AF170FC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A6C10-3C24-4F99-A4E4-A0A9BF3F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57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adoption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82C14B-AD1C-49C7-B37E-BD9D29A8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6F41E-10E4-4860-B8C4-0A42F41F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4CE684-5436-415F-ACBE-0F63D43D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07971-24C8-4E5C-94AD-C07C3A27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product-to-financial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909DF-52D4-4F6A-BBB1-7E959141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1BF21-4103-47D6-8FF8-74F76B94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05200"/>
            <a:ext cx="4248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E6DE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4B9070-3816-47A8-972B-8F10AFAE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14750"/>
            <a:ext cx="495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76B8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67B077-E2C2-497B-BBF8-45C76DB1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14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01827"/>
                </a:solidFill>
                <a:latin typeface="Avenir Next"/>
                <a:ea typeface="Avenir Next"/>
                <a:cs typeface="Avenir Next"/>
              </a:rPr>
              <a:t>modular chapters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22479-9E28-4AAE-AD5A-18CE4920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3009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The proof object must connect product breadth to measurable business outcomes.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FE21E1-316A-45AC-83B9-5D01871B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E7CAB8-9699-4DED-92E1-92C43971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Battle harness | Profile-fit and template-fidelity get scored separately from beauty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028B38-1921-4E0E-A493-F935D5B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772739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CFB77-D795-45B7-A85C-7C3FC82A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69E24-3B24-4397-A8C8-65CFE12A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FB796-0210-4339-BE43-DF02B830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713" b="1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B A T T L E   V E R D I C 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3C8B0-67B3-4156-9103-0EE30F0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What the full skill run must do before calling this done.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481CB-A30C-45BB-ABB3-811393EA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Source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D30D3-B3E6-4FD7-87A7-C3C42B4B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050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815F7-E8D3-49ED-B0B1-352351A9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attachments / web sources required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7B827-4323-4656-B405-4B2FA0C6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Design lock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54976-59D0-4BA8-B95D-1066A1A5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2E18A9-4CF6-4CEE-9C6D-D62BBC57C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profile-specific grammar before slide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7F707-AA3A-4BAD-9374-95F43480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Rendered QA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DA5C1-2EA1-4FB6-8D4B-957BAC60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909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5F139-DAA7-42E3-87AC-17E0CEB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766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contact sheet, layout JSON, package checks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1B1266-E09A-4680-9271-0E98F59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1827"/>
                </a:solidFill>
                <a:latin typeface="Georgia"/>
                <a:ea typeface="Georgia"/>
                <a:cs typeface="Georgia"/>
              </a:rPr>
              <a:t>Opus delta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EBEDF-2D33-4FFF-8330-330951F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5339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7F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87F52E-A339-45CB-930E-B7665733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1960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name where this wins and where Opus still wins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DC8B6-5E08-477E-A9CD-658F221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03835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EABAB-3BDC-4765-8421-59C891E3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4BF730-8344-4A9C-8A69-CE867D57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05200"/>
            <a:ext cx="1028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probe score</a:t>
            </a:r>
          </a:p>
          <a:p xmlns:a="http://schemas.openxmlformats.org/drawingml/2006/main">
            <a:pPr algn="ctr">
              <a:def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7D7EA"/>
                </a:solidFill>
                <a:latin typeface="Avenir Next"/>
                <a:ea typeface="Avenir Next"/>
                <a:cs typeface="Avenir Next"/>
              </a:rPr>
              <a:t>out of 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F9350-7C25-4447-ACAC-2F074CC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F67580-6E70-4B99-919F-8B7854C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838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defRPr>
            </a:pPr>
            <a:r>
              <a:rPr sz="563" b="0">
                <a:solidFill>
                  <a:srgbClr val="687386"/>
                </a:solidFill>
                <a:latin typeface="Avenir Next"/>
                <a:ea typeface="Avenir Next"/>
                <a:cs typeface="Avenir Next"/>
              </a:rPr>
              <a:t>Score is a harness probe score; full deck still requires prompt sources and final deck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427B1-0426-49E1-B137-D774636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87386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68738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510449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2026-06-30T12:27:15.1270000Z</dcterms:created>
  <dcterms:modified xsi:type="dcterms:W3CDTF">2026-06-30T12:27:15.1270000Z</dcterms:modified>
</coreProperties>
</file>