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2edb9436c247ef" /><Relationship Type="http://schemas.openxmlformats.org/officeDocument/2006/relationships/extended-properties" Target="/docProps/app.xml" Id="Rdbc1cc42847347fb" /><Relationship Type="http://schemas.openxmlformats.org/officeDocument/2006/relationships/officeDocument" Target="/ppt/presentation.xml" Id="Rf06aa51af3b245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d4e98928924474"/>
  </p:sldMasterIdLst>
  <p:notesMasterIdLst>
    <p:notesMasterId xmlns:r="http://schemas.openxmlformats.org/officeDocument/2006/relationships" r:id="R0ed68b07fb084357"/>
  </p:notesMasterIdLst>
  <p:sldIdLst>
    <p:sldId xmlns:r="http://schemas.openxmlformats.org/officeDocument/2006/relationships" id="256" r:id="R068c3681dc634c40"/>
    <p:sldId xmlns:r="http://schemas.openxmlformats.org/officeDocument/2006/relationships" id="257" r:id="R88abf4d1d98349d3"/>
    <p:sldId xmlns:r="http://schemas.openxmlformats.org/officeDocument/2006/relationships" id="258" r:id="R6523905e67cb4d93"/>
    <p:sldId xmlns:r="http://schemas.openxmlformats.org/officeDocument/2006/relationships" id="259" r:id="R730ca05b0e4e47ab"/>
    <p:sldId xmlns:r="http://schemas.openxmlformats.org/officeDocument/2006/relationships" id="260" r:id="Re018cf1d609c46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4e98928924474" /><Relationship Type="http://schemas.openxmlformats.org/officeDocument/2006/relationships/theme" Target="/ppt/theme/theme1.xml" Id="R51ff86f3f5224a58" /><Relationship Type="http://schemas.openxmlformats.org/officeDocument/2006/relationships/notesMaster" Target="/ppt/notesMasters/notesMaster1.xml" Id="R0ed68b07fb084357" /><Relationship Type="http://schemas.openxmlformats.org/officeDocument/2006/relationships/presProps" Target="/ppt/presProps.xml" Id="Re253a3ba6edb4161" /><Relationship Type="http://schemas.openxmlformats.org/officeDocument/2006/relationships/viewProps" Target="/ppt/viewProps.xml" Id="R0e6ba2be68c94a0d" /><Relationship Type="http://schemas.openxmlformats.org/officeDocument/2006/relationships/tableStyles" Target="/ppt/tableStyles.xml" Id="R5489a239845143b2" /><Relationship Type="http://schemas.openxmlformats.org/officeDocument/2006/relationships/slide" Target="/ppt/slides/slide1.xml" Id="R068c3681dc634c40" /><Relationship Type="http://schemas.openxmlformats.org/officeDocument/2006/relationships/slide" Target="/ppt/slides/slide2.xml" Id="R88abf4d1d98349d3" /><Relationship Type="http://schemas.openxmlformats.org/officeDocument/2006/relationships/slide" Target="/ppt/slides/slide3.xml" Id="R6523905e67cb4d93" /><Relationship Type="http://schemas.openxmlformats.org/officeDocument/2006/relationships/slide" Target="/ppt/slides/slide4.xml" Id="R730ca05b0e4e47ab" /><Relationship Type="http://schemas.openxmlformats.org/officeDocument/2006/relationships/slide" Target="/ppt/slides/slide5.xml" Id="Re018cf1d609c46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f38140bae5547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7c8dbd10d74838" /><Relationship Type="http://schemas.openxmlformats.org/officeDocument/2006/relationships/notesMaster" Target="/ppt/notesMasters/notesMaster1.xml" Id="R407c15c46d3640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602bc3f9cd4ab5" /><Relationship Type="http://schemas.openxmlformats.org/officeDocument/2006/relationships/notesMaster" Target="/ppt/notesMasters/notesMaster1.xml" Id="R3463677e5d264f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922a79d2844269" /><Relationship Type="http://schemas.openxmlformats.org/officeDocument/2006/relationships/notesMaster" Target="/ppt/notesMasters/notesMaster1.xml" Id="R3efd74421d9d4c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37dea6fa8c40ee" /><Relationship Type="http://schemas.openxmlformats.org/officeDocument/2006/relationships/notesMaster" Target="/ppt/notesMasters/notesMaster1.xml" Id="R240cdd181e2146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56654eaccd4692" /><Relationship Type="http://schemas.openxmlformats.org/officeDocument/2006/relationships/notesMaster" Target="/ppt/notesMasters/notesMaster1.xml" Id="Rb1d3a88942d04a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32a6cc3c34a1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48cf617c22b45bb" /><Relationship Type="http://schemas.openxmlformats.org/officeDocument/2006/relationships/slideLayout" Target="/ppt/slideLayouts/slideLayout2.xml" Id="R201355d42d3a4f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1355d42d3a4f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12e07ba8884ea0" /><Relationship Type="http://schemas.openxmlformats.org/officeDocument/2006/relationships/notesSlide" Target="/ppt/notesSlides/notesSlide1.xml" Id="Rea2ed11e5e804d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264507845d486e" /><Relationship Type="http://schemas.openxmlformats.org/officeDocument/2006/relationships/notesSlide" Target="/ppt/notesSlides/notesSlide2.xml" Id="R254110338abe42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cfbcb35de04e23" /><Relationship Type="http://schemas.openxmlformats.org/officeDocument/2006/relationships/notesSlide" Target="/ppt/notesSlides/notesSlide3.xml" Id="R64b7d7f8dbd442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cb7556f5d4fc3" /><Relationship Type="http://schemas.openxmlformats.org/officeDocument/2006/relationships/notesSlide" Target="/ppt/notesSlides/notesSlide4.xml" Id="R917081dcfded4b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5f4a4353cf4e74" /><Relationship Type="http://schemas.openxmlformats.org/officeDocument/2006/relationships/notesSlide" Target="/ppt/notesSlides/notesSlide5.xml" Id="Rf628c0a1253541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985E20-C674-4BB1-9DEF-29DFAAD8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3DC01-F6D9-4577-9E0B-D9E5E6B7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72843-F320-455C-AA4E-B3689307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8EB5E-2F90-4453-9B23-9A36B1BB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REPORTED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E2EA7-0849-44E1-A235-4301CE8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operating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F9BC9-F322-46B9-A2C1-B050E49B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reported metrics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finance ir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145E9-8417-4B6C-98B1-0F0F2A76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reported metrics's story has to make reported metrics,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margin, cash, and outlook read as one argument.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D91F0-4EA3-4000-9681-63AEE612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740BE-982F-4CB6-8B57-5F9EA5F9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33A80-26EC-43B9-BF41-32B34B9C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F2CF6-2388-495E-8DCB-340C8CD8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D500F-E22B-4C66-AA7F-C2AB207B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8C843-B156-43A7-8F51-7BCC83B3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0AA94-3B53-44AA-B1D0-F75F9D9E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1AEF1-1D32-4CC2-B189-BE8B55DC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0E002-C0D1-4297-9590-8C1D5DE5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ADF6B-AD3D-488C-B2A6-F4E0FFDB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F73DF-5780-4190-8A28-AE062DD2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C57C3-D2AA-4563-B99F-73081F09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3DF4C-7E94-448F-85E0-52499A9A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EC1B9-BDCF-46C6-8360-54DCE26F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0FAF7-E077-4A42-8A33-DBFCE811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02899-4DB2-496C-9FBA-EB70D9DD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9A235-9F54-444C-AAF3-B02FDA79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AB7C0-CC17-4CA7-B20D-C1005983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B6BFF-66FD-4AA0-BABA-8B976851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external-md-finance | operating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7F3982-C7EB-4E57-A9C9-003AC37A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49131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2FC6B-1767-4203-BF6A-019CA129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E16E2-1275-48C2-B309-056F440C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93A3C-2950-4B4D-8907-3720D948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31F91-9DBC-4C55-A3AF-7F2FB378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74264-4252-4592-AEDC-36FBCB5E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Create a five-slide finance/IR-style probe about visual evaluation metrics for deck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generation. Include exact scores, iteration trend, comparison baseline, and source footnote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discipline.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9B149-74CC-4775-BD12-B2E49B35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DA52A-376E-4A19-BEF8-CA1897DC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F266F-418E-4FC8-B779-BBFBDB5B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Create a five-slide finance/IR-style probe about visual evaluation metrics for deck generation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9A10D-CE74-477C-85B5-C693B585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Create a five-slide finance/IR-style probe about visual evaluation metrics for deck generation figures; carry units and source labels through chart and appendix.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EDC4F-8660-4886-85B4-D256B73C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958E7-C22D-4241-9144-613DE059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9B532-6039-441E-AA1E-823DAE13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Include exact scores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73236-B14B-472C-A7A6-39808278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Include exact scores figures; carry units and source labels through chart and appendix.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D3120-DCA1-49F2-9480-7A2217F0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485FF-B0E9-4C5B-8548-2AE7379C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DCA99-C112-4ADF-A1CC-FD7A50CC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iteration trend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C09DB-C9C7-42A1-9BE2-E70CF9A0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iteration trend figures; carry units and source labels through chart and appendix.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5F8CA-C779-408C-A0AA-6DC658B8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495CF-1D7E-48CE-9A1A-D1D57F60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459B5-C11C-42AE-87B6-CE94CE43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comparison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68825-72AE-4C44-B17B-20F76134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comparison baseline figures; carry units and source labels through chart and appendix.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289C7-28F9-4B60-B456-61EF3227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C31ED-E004-49E8-A383-17E77525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987E3-9FF2-4782-B5CA-56B70984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and source footnote discipline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7F8AE-06E0-4E66-87A4-12635A65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and source footnote discipline figures; carry units and source labels through chart and appendix.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CF3FE-D617-4CE0-8183-1AAB770F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45F55-6D54-4CD0-9E92-EF2C5B4E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E6A2B-9C71-4C7D-9232-7B1169F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highlights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A92D61-9242-4113-A958-5685F674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Use only reported highlights figures; carry units and source labels through chart and appendix.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498CA2-608C-4A65-9947-E402288C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70B93-394D-4CA2-8714-8FA877A9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CA22F4-2B84-4C0D-A57E-2DB3C699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1E5ECC-2D2C-4976-80DA-B8953A6D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03FF7F-7CEA-4F3F-8741-C45BEB81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finance-ir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235393-0211-436B-B8F5-CF36F2BF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62619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ADA58C-2EB4-44F5-91E5-25E51989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E426F-4CCD-4B70-9C48-199D4D8B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A59DC-2ED6-4E7A-97D1-2F19680D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87B7E-1598-4D73-B2C2-48B89853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 reported-metric bridge is the center of gravity.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D6B49-27F2-4141-A961-9D06046B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847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083CD-74E6-48D6-9E5A-18074222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6F9EF-DBB0-408D-A8B3-BB13A83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65FDB-E8F4-498B-A610-1759FF8F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BFBD2-AECA-46F8-9808-D48346A2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Proof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6CEAD-4C59-4184-9673-DCEFB35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6951A-0D89-4690-AD83-295ACAC6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reported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FF6FD-F651-4CAF-B9B2-0FDA5EBD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527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C1266-9632-4576-A5E6-D5032C3E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5272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251BF-7FE7-4160-A1A5-22A56246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5272D-73D6-495D-96F7-A04A25FD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F5CC0-327D-4B5E-ABCB-DB469C87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670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reported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2E2A7-6AC3-4232-83FF-9DA7229B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6707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EEB9E-B352-4BCA-9F30-94C59806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6707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F6F3D-46B2-4E71-B345-E3AD1154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8C8BB-E0B3-4675-B202-79D14702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Cash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1B5E3-F4BE-413D-9CD4-747E1B86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814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reported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0B64A-BE93-4B22-BCF1-43C56F04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814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margin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D343D-3CB4-4E07-A69C-F30D34E9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durability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6D478-6688-430C-B27E-468C8AC8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A63200-C46B-4DB3-A3CE-25974C4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Outlook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6216B-4540-4CD0-B1F7-323DBE5B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957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reported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A21A1F-B386-4281-8387-3ADDC95D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9577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472135-02F0-4E5C-975B-3D2FD77F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95775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forward frame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764BF7-ABEE-4A29-8134-FB087B4C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847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B34EA0-EBD5-4CA6-B64E-E8BD99E3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8502F-C35D-4C09-AF6B-776CEBC5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193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AEA799-6EA9-4B7B-9D8D-AABAFF3F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98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Growth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BF8DF5-AE2C-426B-B13B-756E0EE5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908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trend 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6D3CC-4354-4A33-8156-7590DC87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08AFAE-F63F-468A-AED4-36700B2A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212D59-2C65-4E4F-A05E-9AFBCC82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337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Margin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8A2C67-453A-4077-8AED-6A805FF4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147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bridge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5F6432-7F54-413C-AF87-7869B45E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4BA473-FAFE-4C22-8545-DF265489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671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65955A-F582-4201-80A0-5B06820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576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Cash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919F6A-00AC-4208-91A6-E4D6467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386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quality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6DB049-9386-443E-902D-6DD3FFC9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Final deck gate: replace placeholders with source-extracted values only; if a figure is not in the release or deck, omit it.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A2F4C3-6DE4-4B67-A431-DDC515F0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87B477-4172-42CF-BD18-CB4BBECF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Finance/IR profile | Native or authored editable chart, source footnote required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07E66A-2E22-45C9-A1B3-94F873AD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67650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029222-6221-4C88-942F-4F64A34B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59294-DD65-4824-A034-E4C1FCD1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C9429-A14A-4469-9391-61BA2225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C79F8-CAB2-4AB6-8866-A5D6952E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95CA1-2E23-439F-9B20-351B6E35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B6553-F06A-48AA-B6F0-B3ECF46A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D07F4-C3B9-4282-9BE5-A09D80C8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reported metrics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03474-09D2-4C2E-AE14-F8124247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Exact units, definitions, and footnotes beat decorative chart polish.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746E5-E50E-4DB6-938D-3ACC9C99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4E593-BB0F-4D02-95DB-F0DEC0F1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094EE-C120-4799-9AA9-E001B738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 footnotes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0CB52-F4B2-4A71-853C-F26648B4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Exact units, definitions, and footnotes beat decorative chart polish.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7E0A5-89C0-4814-8CC5-62607E59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5C86A-32A7-4218-9DF7-E015F03A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6755E-F489-475D-BCA6-1346BE0C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bridge chart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B8616-A12D-4BCB-8A93-22C31796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Exact units, definitions, and footnotes beat decorative chart polish.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0F601-85BE-406A-8CA7-6A0DCB87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B699F-85D7-49A2-B3BA-1819A4E9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77060-B0D7-4BA0-AF64-333674CC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disclosure appendix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87783-1E2E-4591-AD1D-F19509B7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Exact units, definitions, and footnotes beat decorative chart polish.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3CBDD-7DCF-43E0-B9A6-03822750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F3251-C9CC-421B-A59B-EE8D116D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C8AB0-48FE-4410-97F8-9A588EBB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7090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784771-927A-49A7-9A64-E8564A8A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B5515-5837-4019-8D58-EB2E91AE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0C07F-1DCE-4CC5-B314-2FA47701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DA20A-F08D-4178-9A97-24F13022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8AAF1-EBC0-42CE-8E1F-BB33974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D6B0A-82B7-4143-A6E4-529D2C3D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90E6F-1505-4476-B7B0-362D901F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attachments / web sources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CE424-6CA2-4F81-92BD-74392287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51EC2-49AA-4646-A65D-2EFB2C79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EE803-6533-4E6E-939D-EB09220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06DCE-843A-42D5-BD25-999961FA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D31AD-6556-4262-89F5-29C74874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82FD4-924C-4195-B166-B0584F07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01E89-B6F6-4218-B915-A61DE0B6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ED3A1-0A33-435B-AEE2-66C9253C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8F583-13F1-40A1-941D-9CD7D1D1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8EB60-9EAA-4B89-A8CC-5D62DC91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23312-6954-4D20-AC90-3E53D264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016BF-E037-4094-90ED-D6F88713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A727B-E8B0-4311-9F57-07245F1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AE39C-23FD-426F-9370-3BA66C92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65787-8732-4CAE-BB29-A99DEB1A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2521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2026-06-30T12:27:22.8390000Z</dcterms:created>
  <dcterms:modified xsi:type="dcterms:W3CDTF">2026-06-30T12:27:22.8390000Z</dcterms:modified>
</coreProperties>
</file>