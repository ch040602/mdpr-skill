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7ea124f2e4d2e" /><Relationship Type="http://schemas.openxmlformats.org/officeDocument/2006/relationships/extended-properties" Target="/docProps/app.xml" Id="R7e2a5b52acf34155" /><Relationship Type="http://schemas.openxmlformats.org/officeDocument/2006/relationships/officeDocument" Target="/ppt/presentation.xml" Id="R275577aaab2047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ef1baf32c4c0d"/>
  </p:sldMasterIdLst>
  <p:notesMasterIdLst>
    <p:notesMasterId xmlns:r="http://schemas.openxmlformats.org/officeDocument/2006/relationships" r:id="Rca990816536640c4"/>
  </p:notesMasterIdLst>
  <p:sldIdLst>
    <p:sldId xmlns:r="http://schemas.openxmlformats.org/officeDocument/2006/relationships" id="256" r:id="Reb8adbb304494c89"/>
    <p:sldId xmlns:r="http://schemas.openxmlformats.org/officeDocument/2006/relationships" id="257" r:id="R88aa89c4b1e542be"/>
    <p:sldId xmlns:r="http://schemas.openxmlformats.org/officeDocument/2006/relationships" id="258" r:id="Rac8f74834904445a"/>
    <p:sldId xmlns:r="http://schemas.openxmlformats.org/officeDocument/2006/relationships" id="259" r:id="R7b7cc5d93be040c6"/>
    <p:sldId xmlns:r="http://schemas.openxmlformats.org/officeDocument/2006/relationships" id="260" r:id="Rc720113b3ed945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ef1baf32c4c0d" /><Relationship Type="http://schemas.openxmlformats.org/officeDocument/2006/relationships/theme" Target="/ppt/theme/theme1.xml" Id="R5693eb0f9fc940ae" /><Relationship Type="http://schemas.openxmlformats.org/officeDocument/2006/relationships/notesMaster" Target="/ppt/notesMasters/notesMaster1.xml" Id="Rca990816536640c4" /><Relationship Type="http://schemas.openxmlformats.org/officeDocument/2006/relationships/presProps" Target="/ppt/presProps.xml" Id="Rbb4c72b5181744d1" /><Relationship Type="http://schemas.openxmlformats.org/officeDocument/2006/relationships/viewProps" Target="/ppt/viewProps.xml" Id="R4454a65e34ce47f2" /><Relationship Type="http://schemas.openxmlformats.org/officeDocument/2006/relationships/tableStyles" Target="/ppt/tableStyles.xml" Id="R6486739bc19344ad" /><Relationship Type="http://schemas.openxmlformats.org/officeDocument/2006/relationships/slide" Target="/ppt/slides/slide1.xml" Id="Reb8adbb304494c89" /><Relationship Type="http://schemas.openxmlformats.org/officeDocument/2006/relationships/slide" Target="/ppt/slides/slide2.xml" Id="R88aa89c4b1e542be" /><Relationship Type="http://schemas.openxmlformats.org/officeDocument/2006/relationships/slide" Target="/ppt/slides/slide3.xml" Id="Rac8f74834904445a" /><Relationship Type="http://schemas.openxmlformats.org/officeDocument/2006/relationships/slide" Target="/ppt/slides/slide4.xml" Id="R7b7cc5d93be040c6" /><Relationship Type="http://schemas.openxmlformats.org/officeDocument/2006/relationships/slide" Target="/ppt/slides/slide5.xml" Id="Rc720113b3ed945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e63bbbcd3645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d06ff9d8c74a21" /><Relationship Type="http://schemas.openxmlformats.org/officeDocument/2006/relationships/notesMaster" Target="/ppt/notesMasters/notesMaster1.xml" Id="Ra817fa5c555240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7618555084cc2" /><Relationship Type="http://schemas.openxmlformats.org/officeDocument/2006/relationships/notesMaster" Target="/ppt/notesMasters/notesMaster1.xml" Id="Rf6ff486a15ef4b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c95244e46c4f3b" /><Relationship Type="http://schemas.openxmlformats.org/officeDocument/2006/relationships/notesMaster" Target="/ppt/notesMasters/notesMaster1.xml" Id="R8d628c16fca144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fd7cef81224689" /><Relationship Type="http://schemas.openxmlformats.org/officeDocument/2006/relationships/notesMaster" Target="/ppt/notesMasters/notesMaster1.xml" Id="R06f72fd2a42e4d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fe3fbe830147f0" /><Relationship Type="http://schemas.openxmlformats.org/officeDocument/2006/relationships/notesMaster" Target="/ppt/notesMasters/notesMaster1.xml" Id="R9518714c8c0840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5046333c946c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4948b56f6cb4a64" /><Relationship Type="http://schemas.openxmlformats.org/officeDocument/2006/relationships/slideLayout" Target="/ppt/slideLayouts/slideLayout2.xml" Id="Rb89e2b9c05db49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9e2b9c05db49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15659d2ae24a22" /><Relationship Type="http://schemas.openxmlformats.org/officeDocument/2006/relationships/notesSlide" Target="/ppt/notesSlides/notesSlide1.xml" Id="R50c4ce5aafad4a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253881db344922" /><Relationship Type="http://schemas.openxmlformats.org/officeDocument/2006/relationships/notesSlide" Target="/ppt/notesSlides/notesSlide2.xml" Id="R7915d56398ea44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df372a102d4905" /><Relationship Type="http://schemas.openxmlformats.org/officeDocument/2006/relationships/notesSlide" Target="/ppt/notesSlides/notesSlide3.xml" Id="R0276af1213c145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54314dc00a485c" /><Relationship Type="http://schemas.openxmlformats.org/officeDocument/2006/relationships/notesSlide" Target="/ppt/notesSlides/notesSlide4.xml" Id="Rc65a1d144c3747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cb5605f75c4a39" /><Relationship Type="http://schemas.openxmlformats.org/officeDocument/2006/relationships/notesSlide" Target="/ppt/notesSlides/notesSlide5.xml" Id="R1bc38b8e12064c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E290BA-8336-4083-AA00-9C1C169F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74B8C-DF7E-42F7-8D55-68F06264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CDB9C-C5C3-478A-9E29-793D6A1D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C5D81-282D-493B-AD07-953E6AF8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GROWTH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288E1-9BE1-4AD8-A762-D3662190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gtm growth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BBEEF-53CD-4C4F-BF9A-6B6724C7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growth loop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gtm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DF35B-C61E-4891-B463-687818F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growth loop's growth case works only if engagement, GTM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motion, and monetization connect cleanly.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E8AC6-D54D-4CA8-8986-10251D99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D88BF-D5E4-464E-ADD3-EC2C8111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C159F-CB08-4CBE-95BB-BF24AD11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6D135-E1A3-4969-AC75-C294ECFD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5FC32-E0C7-426C-8E71-17E3DD85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E3E55-81E0-4DD3-9AC1-D9C429F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7BFB7-D9AF-43BB-B760-2C7F5088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CD02F-A825-4379-A42B-015E88B5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7FA54-CDB7-4E36-B97D-ED552B9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EDE48-821D-4A31-8AA1-DDC00E2C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7787A-BDA4-48C0-84EF-EC02485C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738F8-C3D0-462F-BFDB-F65A8FE5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1FE26-37E9-4F0E-957F-B8B4578B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06F3A-BD59-4CD2-8D53-4C8BD582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76AE3-9856-49E1-B12D-29E3D9E0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A482E-2007-48DD-AAB7-69EC118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AB9B9-7247-405B-A54B-339F5044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338E5-B884-45A1-B08E-EB3FCCC7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D4E0D3-04B9-4247-824D-73043565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external-md-gtm | gtm growth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109D3-2D94-4D83-8542-B53589EB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96130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5A5910-0898-4F8F-BCD4-92B95C2E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BADEF-31DA-4F46-8924-D2BFDEB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A5952-4578-49ED-AF5F-26FA3812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E2580-0C9D-4DD1-B5B8-576435AB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8D28E-9BDB-4E7C-8C89-72D77326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Create a five-slide GTM growth probe about documentation-to-deck workflows. Show a growth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loop, source-to-slide conversion, visual guidance, readability, and codex-ppt image-only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D678B-46AC-4487-AABF-2A9491CC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11E1C-6D94-4410-BEE6-4950F332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6F7E0-CAC0-441A-9D60-8FB6AFB4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growth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DCB81-1497-41A0-94D2-A1C9E73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growth loop part of a visible growth loop, not a standalone marketing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E43DE-2442-432E-9AC7-55A5336B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C8854-736E-4332-831F-E9C190CF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96B14-6A1A-4CD8-A03B-B024F288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DA84E-F643-480E-9456-A97B9FD5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mission part of a visible growth loop, not a standalone marketing claim.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C210E-6C5E-47A7-8054-7FBDD9E2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1580A-B394-49BB-A651-F59759F0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75EB0-A890-43EF-8E06-DB61D2E8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8258F-AB3F-45F6-9CEB-1629219F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adoption part of a visible growth loop, not a standalone marketing claim.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2EF3A-0EBD-4AEB-AE91-3C2B70EB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27AD1-FD0C-4A91-B8A8-EA2C9503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06F18-218B-4399-84B5-F66ED863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 traction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16C768-BA27-4C97-A39B-513920EF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customer traction part of a visible growth loop, not a standalone marketing claim.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523F5-E0EE-4B51-81D7-578DD081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B569D-BA77-44CD-B535-E6924A3D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7964F-82E9-4C3C-91AE-BB35A960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engagement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00C6E1-D44A-4483-8D2A-F14545DD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engagement part of a visible growth loop, not a standalone marketing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08C3F-C24F-4F0B-956F-7D1081C2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60CBC-C76E-4711-8CAC-9A9FD656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E864F-82C2-47A3-AAB5-3273DC90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6B401-A48A-4566-8FD4-6BD62C7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monetization part of a visible growth loop, not a standalone marketing claim.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D9534-3264-4A68-93F3-102F86B2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C01B44-775B-41DF-8E89-0FD900CE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17FBEA-4D28-45DD-9706-2D3C0ADA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10D4F5-3C45-444F-94A3-92F93147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4E5C1A-0005-47B4-B729-79A5994B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gtm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5D81A2-46A4-4922-9BBA-DBFF414B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32899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9F581-B086-456E-9742-801AC14C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ACCC2-2AAE-467F-908D-426219EA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5F629-D388-4176-9C12-ED97B662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D69AA-604D-43C3-8C8D-9D6132E6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Growth needs one loop from adoption to monetization.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A48DD-CA0B-4430-9C7A-13303ECD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B7576-DB34-404A-BC78-62EC0B0C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6A597-A862-4B42-895D-35D393E8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5221A-FB5D-4DD7-88C5-6C95CF5E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0450"/>
            <a:ext cx="137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AFD63-1810-486C-A238-784A16B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Activation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6AB3E-C3BF-4324-AE39-B445D2C8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10155-A4DD-4916-BD57-2D7BB73B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1371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7DBB1-9A14-454D-A155-DD0A4E0F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Engagement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99738-DBC5-420E-80A2-8E8ADF78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337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D8387-A43C-408C-A958-EB5CDB9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371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CB45D-A6AE-4CCC-81D9-E0419015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D1D86-40B9-4E4F-905D-BB6B9D6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D446B-A165-4992-AD31-6F8401E0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7DEB2-6028-46B8-B568-9D97A5A9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02745-2FC8-4B82-A618-56B8B230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DD3AF-A2C5-4D3E-84A1-8AF3648B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847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The GTM deck should feel like a growth system, not a pile of funnel labels. Show why the next stage gets stronger.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DC625-FC61-4DF3-8E59-4F479CAE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54B21-BBD0-4076-9D84-5EF42555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GTM profile | Adoption, segment quality, monetization, and margin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33C203-7E41-43ED-AFB3-4276827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63111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DDBB42-2475-4CD5-8BDC-31803AD0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4DDFB-A4CD-4F90-A3EB-67C7832A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1E89A-6F1F-442B-BA80-72637375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77C08-2205-4E58-BF02-405099B9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AF772-F3CD-4623-B15B-67E6A6C4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DBEB0-73B2-443C-A36A-B957914D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B3B6C-33D5-487E-BF19-A94D02A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growth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8D64D-25A4-49A3-AC66-D844A9C0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878EA-22DB-4BBA-BBB9-F8B18AD2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608FF-8E25-42B5-B976-F9238365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F99CA-EAAA-49E1-8988-DB22A25C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segment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74EA5-A9F1-4068-A496-641B235B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F67CE-88E6-421F-8986-DF6ADBEB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18A37-31AE-4911-A968-09167759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228D8-C34B-43E2-8889-56B7BFE4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 bridge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39D49-9657-4054-A519-5E39B058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A2E5F-21FA-475D-A1C1-F806DAA9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C8426-9F4C-4EA4-BC36-44C4B7DA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C47BF-6AE0-4A42-8499-6FA30E7B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brand cues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F2C7D-E109-4F5A-8893-D521569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66DA7-4B57-47FB-B55B-2667FEB2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2DFE5-5742-4786-9D17-53078FDC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B2D12-990E-430A-993F-8FA18B0E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65053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1AFF7F-FB0C-40A5-891E-CBD5407B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251A7-E138-4093-92CC-FAC0878F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C2BD0-1402-4F77-83AF-8A68409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5B714-2CA2-49E4-AC3F-214817BE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A3CF7-07C3-4DA1-9218-5ECE499D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B974C-5CFD-42DE-89EC-4B5CE3C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40250-2645-4A50-817C-01C052DE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attachments / web sources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44079-32A9-4584-A95C-0DB215D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230E6-C245-439A-BB2D-0167E86C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1E162-6683-4793-8EC7-27F0C59D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06C92-1D46-4FF4-B80F-9B200EBF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56437-3BD7-4697-9C5F-56AEE70E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9ED9E-C9DA-4548-A612-D9E380CB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335A4-7166-4853-889B-B257C3FD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DE786-F7DC-4316-9DC9-53A4DD2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EAE64-E557-4600-8CC2-2FF4C9A9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35026-520E-450E-B9EE-FAF2A727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F307D-C46C-4984-90FE-4CB027B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F671A-5ABB-4BF2-9684-3D48544E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22844-E752-45CD-8C26-9318C81E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C41CD-2111-4912-A5C8-1514276F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F743A-7794-4D9D-93D8-CC33A948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6585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2026-06-30T12:27:17.5810000Z</dcterms:created>
  <dcterms:modified xsi:type="dcterms:W3CDTF">2026-06-30T12:27:17.5820000Z</dcterms:modified>
</coreProperties>
</file>