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da1fe84acd401a" /><Relationship Type="http://schemas.openxmlformats.org/officeDocument/2006/relationships/extended-properties" Target="/docProps/app.xml" Id="R7fb810938c814eb7" /><Relationship Type="http://schemas.openxmlformats.org/officeDocument/2006/relationships/officeDocument" Target="/ppt/presentation.xml" Id="R0e99a23d638741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17ba944684f47"/>
  </p:sldMasterIdLst>
  <p:notesMasterIdLst>
    <p:notesMasterId xmlns:r="http://schemas.openxmlformats.org/officeDocument/2006/relationships" r:id="R45cb4464a62f480c"/>
  </p:notesMasterIdLst>
  <p:sldIdLst>
    <p:sldId xmlns:r="http://schemas.openxmlformats.org/officeDocument/2006/relationships" id="256" r:id="R9c432fa7dafd49c9"/>
    <p:sldId xmlns:r="http://schemas.openxmlformats.org/officeDocument/2006/relationships" id="257" r:id="R93eeeecf57b94198"/>
    <p:sldId xmlns:r="http://schemas.openxmlformats.org/officeDocument/2006/relationships" id="258" r:id="R6217f6a6b8664947"/>
    <p:sldId xmlns:r="http://schemas.openxmlformats.org/officeDocument/2006/relationships" id="259" r:id="Raf910751bafa4bc2"/>
    <p:sldId xmlns:r="http://schemas.openxmlformats.org/officeDocument/2006/relationships" id="260" r:id="R20da0fbc953a47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17ba944684f47" /><Relationship Type="http://schemas.openxmlformats.org/officeDocument/2006/relationships/theme" Target="/ppt/theme/theme1.xml" Id="Rfb301fd021a14ca8" /><Relationship Type="http://schemas.openxmlformats.org/officeDocument/2006/relationships/notesMaster" Target="/ppt/notesMasters/notesMaster1.xml" Id="R45cb4464a62f480c" /><Relationship Type="http://schemas.openxmlformats.org/officeDocument/2006/relationships/presProps" Target="/ppt/presProps.xml" Id="Rebbcc9caa47c4425" /><Relationship Type="http://schemas.openxmlformats.org/officeDocument/2006/relationships/viewProps" Target="/ppt/viewProps.xml" Id="R15a55e14bbb244fb" /><Relationship Type="http://schemas.openxmlformats.org/officeDocument/2006/relationships/tableStyles" Target="/ppt/tableStyles.xml" Id="R57559565f5964af2" /><Relationship Type="http://schemas.openxmlformats.org/officeDocument/2006/relationships/slide" Target="/ppt/slides/slide1.xml" Id="R9c432fa7dafd49c9" /><Relationship Type="http://schemas.openxmlformats.org/officeDocument/2006/relationships/slide" Target="/ppt/slides/slide2.xml" Id="R93eeeecf57b94198" /><Relationship Type="http://schemas.openxmlformats.org/officeDocument/2006/relationships/slide" Target="/ppt/slides/slide3.xml" Id="R6217f6a6b8664947" /><Relationship Type="http://schemas.openxmlformats.org/officeDocument/2006/relationships/slide" Target="/ppt/slides/slide4.xml" Id="Raf910751bafa4bc2" /><Relationship Type="http://schemas.openxmlformats.org/officeDocument/2006/relationships/slide" Target="/ppt/slides/slide5.xml" Id="R20da0fbc953a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20ff29c4814f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37a785b2894c5b" /><Relationship Type="http://schemas.openxmlformats.org/officeDocument/2006/relationships/notesMaster" Target="/ppt/notesMasters/notesMaster1.xml" Id="R001dd4ebf55b43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3d8e9195724c05" /><Relationship Type="http://schemas.openxmlformats.org/officeDocument/2006/relationships/notesMaster" Target="/ppt/notesMasters/notesMaster1.xml" Id="R0ae70da7c3974d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307127f6a48f5" /><Relationship Type="http://schemas.openxmlformats.org/officeDocument/2006/relationships/notesMaster" Target="/ppt/notesMasters/notesMaster1.xml" Id="R6e21be005dcb4a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9ba9cfcb7543ba" /><Relationship Type="http://schemas.openxmlformats.org/officeDocument/2006/relationships/notesMaster" Target="/ppt/notesMasters/notesMaster1.xml" Id="R01b63040675f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c0e9da53de436f" /><Relationship Type="http://schemas.openxmlformats.org/officeDocument/2006/relationships/notesMaster" Target="/ppt/notesMasters/notesMaster1.xml" Id="Rfae99af4bedb43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18ce393c949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f6ec151a63b4a55" /><Relationship Type="http://schemas.openxmlformats.org/officeDocument/2006/relationships/slideLayout" Target="/ppt/slideLayouts/slideLayout2.xml" Id="R2b7ea86f206b48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ea86f206b48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0ca3dce78445c" /><Relationship Type="http://schemas.openxmlformats.org/officeDocument/2006/relationships/notesSlide" Target="/ppt/notesSlides/notesSlide1.xml" Id="R0580ad03964d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cc216f800e4b3e" /><Relationship Type="http://schemas.openxmlformats.org/officeDocument/2006/relationships/notesSlide" Target="/ppt/notesSlides/notesSlide2.xml" Id="Rd672a68008264e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c5fb1c12b4ba7" /><Relationship Type="http://schemas.openxmlformats.org/officeDocument/2006/relationships/notesSlide" Target="/ppt/notesSlides/notesSlide3.xml" Id="Rc5b078fad0ea4c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74ebde14f4ad1" /><Relationship Type="http://schemas.openxmlformats.org/officeDocument/2006/relationships/notesSlide" Target="/ppt/notesSlides/notesSlide4.xml" Id="R9d1b567e25e14e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3041abcca46b7" /><Relationship Type="http://schemas.openxmlformats.org/officeDocument/2006/relationships/notesSlide" Target="/ppt/notesSlides/notesSlide5.xml" Id="Rce4ffd8ccda44a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682FB-902A-4A91-AFB1-A18994A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BFD90-3E9A-474D-AC8F-CC39BE17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538CE-1165-4DD5-A031-8B85B54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77896-2121-4D62-8DB7-DA4D4AB2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 SPINE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72F41-8352-41C4-8FF3-0CC138B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markdown-to-pptx visual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A1ED2-EACC-413A-9B48-51C36AEF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claim spine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99C78-AE60-4B02-9C17-9F38F13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claim spine's technical narrative must stay precise enough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for 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BBE99-7A90-43F3-BC37-CC0B6D7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CADDC-43EA-4CD7-A82B-CFA68102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226EE-0B39-4714-A693-47C05D5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CA6D6-D644-40A3-AEDA-4BD16FB5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1236B-BB1F-4B23-860E-72680A89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55BCD-7698-4F4D-8B5E-5D259DE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25C01-368A-41DD-B2C6-A46CA67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7875E-7E14-4608-80BF-66DC17BC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6D7EB-9428-41D5-A0CF-98628013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EE811-685E-4671-9A47-8C08AC1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9B787-5E81-42CC-9C38-71EA8C6C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06352-EB87-46BD-B201-0C436702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EE19D-0557-493F-8AE5-6C6DF60E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01CEF-A47E-413D-A504-F8DCD6F4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F72AC-466C-4915-A38C-7CF118C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3B211-1D6C-45FC-B499-127DCF27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29E79-F5F3-424A-8666-1E004C4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9BC9E-E2D8-4B11-9114-7CB355C5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290D3-0732-42D9-A121-B8EAE001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external-md-engineering | markdown-to-pptx visual 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3CA6E-A604-47E6-B987-7585454E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71067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47947-876F-44F8-9276-D97C033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88E57-A1C4-46D5-BF5D-8787C01E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B78D1-F857-4A33-B810-33E0B7F5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24886-15F2-40FC-9B6B-290C9B42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EEA0B-6D9E-430F-A047-A3D0B12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Create a five-slide engineering platform probe about Markdown-to-PPTX visual evaluation,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comparing editable MDPR output, codex-ppt image-only assembly, and PNG critique. Use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architecture proof and rendered QA.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71D77-BADF-4293-BA77-76F685A5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99580-69BA-4697-9B7C-34453A51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D0B9E-7753-405C-A019-27309EA6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2A955-AEA9-4BC0-B90C-F58DD2FC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architecture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96CA2-5884-4AF3-AFD2-0445D54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ABACA-3531-4AF0-BC8F-8FF1E62C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39F14-5116-4509-9554-C6D4F900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89BCB-39AD-4A4D-96D1-C0998AFB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AD5DA-FC4E-4F38-9E98-F6846BF8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C489C-7A7D-4458-8011-F81464F1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E7FF9-8499-40C3-85BE-B339003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A0E97-0513-4DD6-8E46-C38AB660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developer workflow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17A79-66FB-4BA8-9515-ABC835B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E0061-5C77-4B56-A6FE-FBB14EB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6AF91-A439-455C-9263-7725ED13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59AB6-CE31-4A4E-839A-B9A34A28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product proof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8D4AB-66D4-4AD4-9137-878DFFA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7B3F2-F3DD-4670-A5DA-75186A1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9294C-1B48-4986-8F4B-E3396A74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pipeline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41ACA-6DE4-4549-A7B5-3D3EBEDE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pipeline evidence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FADFF-E4E2-42A5-8868-2C948DE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DE1D3-AA7B-4CF9-8DD0-1834728D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A56CC-A6B9-40FA-8403-829C48B4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KPI pages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9FE738-9606-445E-8F43-87E6CF9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KPI pages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2B44F-1F98-4147-9F51-35D58F76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4DE619-D6CB-4A0F-AB18-12165DFB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5119F8-B4D1-4F28-B385-E194A80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A504B-6B01-41E2-B2E1-DEA0BAC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17CBAD-736E-4E43-AD4C-D4482219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BCA047-0F7E-4769-BEE1-386423DF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39489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D22F06-9F51-4D39-A361-94926D42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53679-9795-411E-9CFA-4A3FA70C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01E84-0192-4039-8955-E1DD8817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E6C72-8F50-40BB-811A-2E905A9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5B4B2-33CF-42E8-B8C4-3CF4BD0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1B6DB-A138-43FE-A9B9-3E571543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308F2-8834-4126-8525-7E9E6702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12D1D-BAF7-41A0-BBDF-29A392DA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ED431-54A7-4646-BAB5-6130C47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83F66-92C8-483B-B738-1BC949C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FF796-A005-4A17-A37B-37A07B9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90051-98EE-48B3-B223-61D85B6D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AE870-08FE-461D-B3C5-56301242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E2FB6-28C2-40E6-BBBC-0E19ECC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E9FC1-D8A2-4987-BC23-E4B690BB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ED7A2-2E4C-4F59-9C22-4B450853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05427-5A13-45F6-819A-2A2EF225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DADFA-1B68-4C37-B18B-11CA90DC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562FF-E5EA-4B08-AB15-58F14E1B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09CB8-7291-485B-A79A-DB03FAC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B3CBF-EC0E-4F60-9D27-2F094239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8FB26-816C-4F68-A7ED-C5D775C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67AC4-0B0C-4FEE-8D3E-18D2FC72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B6274-AEAB-4E3D-9299-D0BF97CE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6616C-9E01-486B-806F-1EBBD2B8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0B32E-9B1E-4A88-A6A4-FCCEC248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AB452-A64D-43B9-8DDE-DCFE8BE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2292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090D8-1F9A-41AE-B378-9AC41AB9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5ECF4-9853-4B07-A9CE-B1066319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DE2B3-8BEB-4E07-BB2A-DC072251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EFD35-063E-4DDA-B630-68721604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34798-F738-4922-BF9F-D837EB96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528CC-57F0-4C1C-B57C-EA25E23B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5331C-26FA-479F-900F-C8D07FCB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A39BF-410E-4E6D-A1FB-7AECD353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F13E9-387B-4B34-8907-B29930D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55349-9485-4963-BA55-C46A8B70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06D89-0727-4E66-81E4-F05CB2D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7669F-5691-4E73-A36A-5933DB15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0A799-E11C-4636-8221-105735A5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86EB8-A48E-4256-B17B-1BFA3DF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4E160-B45B-41EA-8E99-A6E8599C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667CF-DCF6-455F-AFE6-CEF66AFD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7065F-5498-406F-A8D2-50568121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B9D23-52E6-400B-98BE-A47799D8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530AE-0CD2-41F8-8762-7D169A8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30F10-8B7C-4DA7-955B-2090136B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4A4DF-226E-4153-8FE2-AEA811D3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DB466-B332-44DA-BE30-0BCB1273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D3117-B020-43A2-9E9E-E7AC5D1D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0764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8F683-8B04-48BF-89AF-E6BCFFA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682B2-0910-4163-89CD-BE8CCCA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7A402-1B9C-41AA-B445-2DF7718F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7D638-0E6D-4FC6-BA6C-371E9BAC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49C0A-A39C-4484-B3E8-5944C4A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F8420-8252-45B1-81DD-14075FE8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E7EF1-1810-4C97-B477-A36BEC8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attachments / web sources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26C44-FCA6-4B62-8457-2C356D16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80CA3-568B-4F83-BBB9-C0A6B64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61352-1259-4CCE-A573-0DBE8CBC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E9F3D-12CE-467C-B7F3-2E4F343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0843C-F6F4-48ED-AEDD-33AC2B45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B02A9-302D-4EAB-92B1-F0B5F1B8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9DB61-6713-4B10-A029-506E1ED6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9931F-BF98-48F3-BC53-077FBFE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98755-4C85-427F-A49C-7B538474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EAD4E-A9F0-4342-A3A0-89C4C968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BF68E-7CCB-4D52-9EC4-2B4D88C2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DCB4A-D4AB-426C-91A0-F475230C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3F32D-1D79-489D-B95A-4396F92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8261D-8E5C-4726-AE53-F5A57D6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83B65-39AD-4849-8B47-C5486F7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4660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2026-06-30T12:27:12.4680000Z</dcterms:created>
  <dcterms:modified xsi:type="dcterms:W3CDTF">2026-06-30T12:27:12.4680000Z</dcterms:modified>
</coreProperties>
</file>