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84ff01783f4dd8" /><Relationship Type="http://schemas.openxmlformats.org/officeDocument/2006/relationships/extended-properties" Target="/docProps/app.xml" Id="R27ac461dfcf14b33" /><Relationship Type="http://schemas.openxmlformats.org/officeDocument/2006/relationships/officeDocument" Target="/ppt/presentation.xml" Id="R5f28b486b82e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de6303929f4159"/>
  </p:sldMasterIdLst>
  <p:notesMasterIdLst>
    <p:notesMasterId xmlns:r="http://schemas.openxmlformats.org/officeDocument/2006/relationships" r:id="R740591efee664957"/>
  </p:notesMasterIdLst>
  <p:sldIdLst>
    <p:sldId xmlns:r="http://schemas.openxmlformats.org/officeDocument/2006/relationships" id="256" r:id="Ra75ae79f6c814f84"/>
    <p:sldId xmlns:r="http://schemas.openxmlformats.org/officeDocument/2006/relationships" id="257" r:id="R7a550c6945c04e9e"/>
    <p:sldId xmlns:r="http://schemas.openxmlformats.org/officeDocument/2006/relationships" id="258" r:id="Rbbb6b8471be64650"/>
    <p:sldId xmlns:r="http://schemas.openxmlformats.org/officeDocument/2006/relationships" id="259" r:id="R8a763f2c0e3243e6"/>
    <p:sldId xmlns:r="http://schemas.openxmlformats.org/officeDocument/2006/relationships" id="260" r:id="R21f2ca80dba94e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e6303929f4159" /><Relationship Type="http://schemas.openxmlformats.org/officeDocument/2006/relationships/theme" Target="/ppt/theme/theme1.xml" Id="R4398b0ed67164e74" /><Relationship Type="http://schemas.openxmlformats.org/officeDocument/2006/relationships/notesMaster" Target="/ppt/notesMasters/notesMaster1.xml" Id="R740591efee664957" /><Relationship Type="http://schemas.openxmlformats.org/officeDocument/2006/relationships/presProps" Target="/ppt/presProps.xml" Id="R3ddc8b67288041c8" /><Relationship Type="http://schemas.openxmlformats.org/officeDocument/2006/relationships/viewProps" Target="/ppt/viewProps.xml" Id="Rf3e162fcdcc0481a" /><Relationship Type="http://schemas.openxmlformats.org/officeDocument/2006/relationships/tableStyles" Target="/ppt/tableStyles.xml" Id="R2ebf74f8b2c645ae" /><Relationship Type="http://schemas.openxmlformats.org/officeDocument/2006/relationships/slide" Target="/ppt/slides/slide1.xml" Id="Ra75ae79f6c814f84" /><Relationship Type="http://schemas.openxmlformats.org/officeDocument/2006/relationships/slide" Target="/ppt/slides/slide2.xml" Id="R7a550c6945c04e9e" /><Relationship Type="http://schemas.openxmlformats.org/officeDocument/2006/relationships/slide" Target="/ppt/slides/slide3.xml" Id="Rbbb6b8471be64650" /><Relationship Type="http://schemas.openxmlformats.org/officeDocument/2006/relationships/slide" Target="/ppt/slides/slide4.xml" Id="R8a763f2c0e3243e6" /><Relationship Type="http://schemas.openxmlformats.org/officeDocument/2006/relationships/slide" Target="/ppt/slides/slide5.xml" Id="R21f2ca80dba94e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b8ee2d78514b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93bf02223465e" /><Relationship Type="http://schemas.openxmlformats.org/officeDocument/2006/relationships/notesMaster" Target="/ppt/notesMasters/notesMaster1.xml" Id="R0de5a67b3a7e42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ca4ef36b3b4918" /><Relationship Type="http://schemas.openxmlformats.org/officeDocument/2006/relationships/notesMaster" Target="/ppt/notesMasters/notesMaster1.xml" Id="R90c09942535844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7495fef1cb4fc5" /><Relationship Type="http://schemas.openxmlformats.org/officeDocument/2006/relationships/notesMaster" Target="/ppt/notesMasters/notesMaster1.xml" Id="R8381debfc62a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1cb9343ccb46c6" /><Relationship Type="http://schemas.openxmlformats.org/officeDocument/2006/relationships/notesMaster" Target="/ppt/notesMasters/notesMaster1.xml" Id="R56d1c2f8576048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00bab6b24461c" /><Relationship Type="http://schemas.openxmlformats.org/officeDocument/2006/relationships/notesMaster" Target="/ppt/notesMasters/notesMaster1.xml" Id="R38a46d5a6a1d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aef8a02d04f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00e9f3fe6140f6" /><Relationship Type="http://schemas.openxmlformats.org/officeDocument/2006/relationships/slideLayout" Target="/ppt/slideLayouts/slideLayout2.xml" Id="Ra294527ed59d49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94527ed59d49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ee1a435814b65" /><Relationship Type="http://schemas.openxmlformats.org/officeDocument/2006/relationships/notesSlide" Target="/ppt/notesSlides/notesSlide1.xml" Id="R716bb553b1d844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89af245874050" /><Relationship Type="http://schemas.openxmlformats.org/officeDocument/2006/relationships/notesSlide" Target="/ppt/notesSlides/notesSlide2.xml" Id="R1e2981ef4a3a4e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129e9b477d4cb4" /><Relationship Type="http://schemas.openxmlformats.org/officeDocument/2006/relationships/notesSlide" Target="/ppt/notesSlides/notesSlide3.xml" Id="R375b9b9a64d242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adc6635afc4f79" /><Relationship Type="http://schemas.openxmlformats.org/officeDocument/2006/relationships/notesSlide" Target="/ppt/notesSlides/notesSlide4.xml" Id="R4bc49a92d39940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2031ce4794a43" /><Relationship Type="http://schemas.openxmlformats.org/officeDocument/2006/relationships/notesSlide" Target="/ppt/notesSlides/notesSlide5.xml" Id="R0adafb688b1642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EBA2D-EA8A-4A7A-9F52-2B8EED36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C3F18-57C9-44E0-8790-5EA5BD5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AACFF-F7BF-4E5A-A4FF-6A597967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A5F89-4618-47B6-B303-1AA6111C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APACHE ECHARTS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3C786-42FE-4CA4-8F65-7E944A73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40D01-9092-48AA-B367-AB0DD161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Apache ECharts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8554B-58AB-4226-AD77-0943B117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Apache ECharts's platform breadth needs to resolve into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adoption, 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AAF27-3843-43D2-A9F4-881CB5B0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5BCDE-16D8-40EC-96CF-2FEB04F7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94B7B-40E3-47F5-963C-3A7BAAC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31BE6-BDE4-4CF3-B427-5B6B8FE3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08829-4079-48AA-87D7-7420484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5C52B-7E97-49F2-AB8F-285F5AC5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FEBD4-8974-4E33-801A-C3CDA460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8068C-FCB5-4519-A6C5-619848AD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1F267-29A3-49FE-AB74-FB9FBAF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3B09C-6C00-4BBD-BC14-68BB5E9B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1A32B-32F0-462B-893A-7E24364D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1DD07-BF05-4EEF-BED7-91BE9826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858BA-6F50-4992-A70F-480D3414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8C619-9308-4E69-B646-1BAFDBCE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77397-19F9-4EE0-985E-7D61EBE5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C685E-8026-460F-94C0-2EAB4BA5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FF3A3-FAD0-47CE-9ABF-81F2A5C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777A8-EE50-4CF7-8593-0230AEA5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9EA4E-105D-41F1-874F-BD9B2A6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external-md-21-echarts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0495F-FBF2-4337-94FE-4DFB8B37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06889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18633-B67A-4A4A-8251-6C778BEF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120EE-B909-4233-AECE-142FA19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99CD6-35FC-40A0-BCBE-AF6042C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CCCA5-F6B3-41C8-BA38-EA1D56C7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F51F6-A611-41A0-8122-E734BC4E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'Apache ECharts'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(https://raw.githubusercontent.com/apache/echarts/master/README.md).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87F8F-B4BE-47D6-8C4A-E97B3958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4513F-208B-4AE5-850F-70057D5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490C1-6217-40DE-B38B-3A2986A2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'Apache ECharts' ( Use profile product-platform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926FB-3D93-45DF-9949-51781227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'Apache ECharts' ( Use profile product-platform changes product adoption, expansion, or monetization for Apache ECharts.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D3947-76B9-4F24-AFE4-5F3B8B94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D8399-3FE0-40E8-B14E-52AC279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60F26-DFE4-441A-B2B0-E85AEE38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DF8FB-941C-4200-8DAB-4B03DD4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Apache ECharts.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C9712-2A24-425B-A684-265B54BF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6CB5F-E5C0-4A87-A1E6-345F590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BB39A-352C-4147-9CD7-9A2717B6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F7AA4-8199-4860-9970-3DF4CAE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Apache ECharts.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7A0B5-8E29-42A2-8A71-1D2DF02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18793-5154-4B92-B213-AF2204C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F5609-DA04-4C0C-B6CF-1475E78B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4FD70-0D87-482A-9270-F73FDF68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Apache ECharts.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B3E55-09DA-43DB-A6CA-D6C4B796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EDCE9-5360-483F-B8FC-EB9E4032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EB565-9BE9-4015-93CD-80570387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9E0AB-8F6D-458B-96D2-A75FC897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visible narrative spine changes product adoption, expansion, or monetization for Apache ECharts.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51F31-4781-4B02-BAE9-4DD7B498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EF576-F276-4502-93A6-52F9B2FE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3DBAA8-3C44-4922-87D0-A4881CF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2A258-5EFA-4D76-A3A5-8F44C307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Apache ECharts.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4C80A-3900-444F-AE6A-C916368D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F4637-3BC2-4D5F-9407-4B16CE45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27794-6CF4-466E-A8C0-8CCA1E01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9700E-7FE6-4172-B9E6-B1FAE278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0C34F2-3A78-4614-B3B5-77F8E758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14E82A-B766-42AE-BFEA-D46C715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5758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8C007-058A-4398-A3DE-A5D1BAA7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39F7A-2CC3-422A-95F1-6991168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4BE9B-3471-40A8-A6B4-2C751296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B8CA2-E735-4448-88DC-E95420DC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0E051-AEEE-45F7-BAE0-DB6236F7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99FA2-E822-4094-AB00-84A4C7C4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0C88-28B1-47B1-8A77-288D5C74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242F1-B500-416D-A2A8-5E88D814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01538-7012-4566-8554-5C7D5348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52935-F774-42B0-88E9-61B1AD9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B2515-6074-432F-A5B6-94FFDC3D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FA9CD-000B-4A86-91DC-CCF520AA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86084-5D76-48C7-9312-0F6126C8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B0E13-417D-44F3-824E-A7F35CCD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517AC-AF4E-4BFD-A615-BF42146F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52B67-F618-4BA2-BCF6-A62AF3E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7FC4-1836-4526-B3A4-6B3D32C7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C73DD-5445-4233-A696-A656BCE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6827D-235C-4C00-A966-DF36F28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26FD9-3590-419F-8F8B-7C0B155A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913DD-7F72-4F0C-AB30-337329BB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D2CE8-21C2-4F2E-9DBE-C5C80CE4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3F12C-6864-4CF1-995E-B6F530A5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1673C-AD27-4A82-BB1F-4FA84481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513A9-FBD5-4304-8D36-3B6E0E7F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5EA13-A670-4659-A395-D1EB1884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4E73D-5B49-4710-BB82-534EA8FE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32858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AD7C1-7003-4ACB-856F-A0BE5926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630AF-6FE9-4817-BCA9-53D6955B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6F958-2499-4687-A762-7A58197D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A88EE-AFF4-49E0-AFA1-2C10D334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2F0BE-2BBA-4A32-8A8B-32F0CE2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28011-A227-4F9C-A03D-2E81F324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0F7AA-1257-40C5-A855-AEA021BC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5151B-1603-4469-A056-A4F33968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323EC-F22E-41F1-928D-1F76F50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CC6C2-526E-46FF-82DF-1EDDE18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B29F9-8D16-4130-B0E6-74824C09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39F8C-1753-4FDD-8943-62D17F41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5C4C1-3947-4239-B70B-08BED9D6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6E030-D2A4-4731-AAD5-E2B2CDF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1D81B-CC03-4644-A505-44368F16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4F4E1-7B3D-4C8D-811A-714963F8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CAFD7-CD4C-4F81-88D6-8B1250D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4A51A-C673-4AD1-A6AB-E15454E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52189-511A-41CE-A737-F4C978BA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ED6B3-9DB6-45EA-9963-85725AC5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D6CDC-182F-4EF5-BAB1-C357CA4F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DB2CE-2E93-4058-93CE-F946F918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FB8CE-681C-48FC-A5D2-65AFEFD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53902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405DD-2694-4EB1-A8D7-2B6ADAF6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DE744-F6E7-4131-8247-571B79C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04988-2FCB-4B2B-8812-50961A4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AF779-3685-4F24-ACD8-C634223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67AF2-5042-4448-9F25-3C563893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64C5E-61BB-4B71-AAE0-241A6759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13CDE-893A-4A67-88C0-031E2D87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996BC-DF66-4456-9916-ECB4E754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6CA47-796C-4919-B615-FA83AD5B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12AD5-2567-48B2-903F-1360488E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92808-7861-4EF5-B096-828730D3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31A3A-B108-44D4-A97A-74BCAB3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76EB-0674-48A4-AD33-4F536FFA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7325B-8D80-44F3-BFA9-934E9238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D99C8-4E6B-4AEA-A4B1-6B533AD4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C034C-C90A-4042-9BF0-F65AF11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C8E15-1448-4E2E-8E04-68B27CFA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15143-08BB-497E-B968-FD80D467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FFD7A-E5F1-49FE-8A6A-E0139A71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E90AB-1118-464E-B7F2-9F169196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A14F5-569D-46B2-BA5A-233F6E3E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AD446-34C2-43F3-88F8-7E92D288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3867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2026-06-30T13:05:24.1210000Z</dcterms:created>
  <dcterms:modified xsi:type="dcterms:W3CDTF">2026-06-30T13:05:24.1210000Z</dcterms:modified>
</coreProperties>
</file>