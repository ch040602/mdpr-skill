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9bdce3f31b43ef" /><Relationship Type="http://schemas.openxmlformats.org/officeDocument/2006/relationships/extended-properties" Target="/docProps/app.xml" Id="Rfb0f388f1f924f8b" /><Relationship Type="http://schemas.openxmlformats.org/officeDocument/2006/relationships/officeDocument" Target="/ppt/presentation.xml" Id="R132b8e7d0e164f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38eb970c664647"/>
  </p:sldMasterIdLst>
  <p:notesMasterIdLst>
    <p:notesMasterId xmlns:r="http://schemas.openxmlformats.org/officeDocument/2006/relationships" r:id="R603e29823f9d4932"/>
  </p:notesMasterIdLst>
  <p:sldIdLst>
    <p:sldId xmlns:r="http://schemas.openxmlformats.org/officeDocument/2006/relationships" id="256" r:id="R767743bc49e749f6"/>
    <p:sldId xmlns:r="http://schemas.openxmlformats.org/officeDocument/2006/relationships" id="257" r:id="R023b5cb8f37c4697"/>
    <p:sldId xmlns:r="http://schemas.openxmlformats.org/officeDocument/2006/relationships" id="258" r:id="Reab930c9a6664330"/>
    <p:sldId xmlns:r="http://schemas.openxmlformats.org/officeDocument/2006/relationships" id="259" r:id="R270c3559de2b49b3"/>
    <p:sldId xmlns:r="http://schemas.openxmlformats.org/officeDocument/2006/relationships" id="260" r:id="R1b56f5c5eeb548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8eb970c664647" /><Relationship Type="http://schemas.openxmlformats.org/officeDocument/2006/relationships/theme" Target="/ppt/theme/theme1.xml" Id="Rcd95609784f943c5" /><Relationship Type="http://schemas.openxmlformats.org/officeDocument/2006/relationships/notesMaster" Target="/ppt/notesMasters/notesMaster1.xml" Id="R603e29823f9d4932" /><Relationship Type="http://schemas.openxmlformats.org/officeDocument/2006/relationships/presProps" Target="/ppt/presProps.xml" Id="Rdb9936d9e32545b7" /><Relationship Type="http://schemas.openxmlformats.org/officeDocument/2006/relationships/viewProps" Target="/ppt/viewProps.xml" Id="R89339ed3c0964f83" /><Relationship Type="http://schemas.openxmlformats.org/officeDocument/2006/relationships/tableStyles" Target="/ppt/tableStyles.xml" Id="Ra7b75e56f8e74f5b" /><Relationship Type="http://schemas.openxmlformats.org/officeDocument/2006/relationships/slide" Target="/ppt/slides/slide1.xml" Id="R767743bc49e749f6" /><Relationship Type="http://schemas.openxmlformats.org/officeDocument/2006/relationships/slide" Target="/ppt/slides/slide2.xml" Id="R023b5cb8f37c4697" /><Relationship Type="http://schemas.openxmlformats.org/officeDocument/2006/relationships/slide" Target="/ppt/slides/slide3.xml" Id="Reab930c9a6664330" /><Relationship Type="http://schemas.openxmlformats.org/officeDocument/2006/relationships/slide" Target="/ppt/slides/slide4.xml" Id="R270c3559de2b49b3" /><Relationship Type="http://schemas.openxmlformats.org/officeDocument/2006/relationships/slide" Target="/ppt/slides/slide5.xml" Id="R1b56f5c5eeb548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cbf6dae1d964b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cc3626d1fe4911" /><Relationship Type="http://schemas.openxmlformats.org/officeDocument/2006/relationships/notesMaster" Target="/ppt/notesMasters/notesMaster1.xml" Id="Rf9bb6ab2166246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e838780ba84239" /><Relationship Type="http://schemas.openxmlformats.org/officeDocument/2006/relationships/notesMaster" Target="/ppt/notesMasters/notesMaster1.xml" Id="Rf688cc3447e34b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dfacb16bc04f35" /><Relationship Type="http://schemas.openxmlformats.org/officeDocument/2006/relationships/notesMaster" Target="/ppt/notesMasters/notesMaster1.xml" Id="R18446f8dec0e42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fb3bb6de84414b" /><Relationship Type="http://schemas.openxmlformats.org/officeDocument/2006/relationships/notesMaster" Target="/ppt/notesMasters/notesMaster1.xml" Id="Rdf1cef1a7f4743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2361532a5e4d12" /><Relationship Type="http://schemas.openxmlformats.org/officeDocument/2006/relationships/notesMaster" Target="/ppt/notesMasters/notesMaster1.xml" Id="R129fc94f352440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b5a7caddc409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a2b1a323a1f4ef8" /><Relationship Type="http://schemas.openxmlformats.org/officeDocument/2006/relationships/slideLayout" Target="/ppt/slideLayouts/slideLayout2.xml" Id="Rb26913e449cd42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6913e449cd42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990f5df7d64112" /><Relationship Type="http://schemas.openxmlformats.org/officeDocument/2006/relationships/notesSlide" Target="/ppt/notesSlides/notesSlide1.xml" Id="Rb73d2e3ec69841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c2b9536a1c4fc0" /><Relationship Type="http://schemas.openxmlformats.org/officeDocument/2006/relationships/notesSlide" Target="/ppt/notesSlides/notesSlide2.xml" Id="Rc8b74215c1ef43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fd83804bff4e9f" /><Relationship Type="http://schemas.openxmlformats.org/officeDocument/2006/relationships/notesSlide" Target="/ppt/notesSlides/notesSlide3.xml" Id="R51b05ba91c2c4c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1bf4e3e29744cb" /><Relationship Type="http://schemas.openxmlformats.org/officeDocument/2006/relationships/notesSlide" Target="/ppt/notesSlides/notesSlide4.xml" Id="R961ee30c56fd44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d5a720aed24bfc" /><Relationship Type="http://schemas.openxmlformats.org/officeDocument/2006/relationships/notesSlide" Target="/ppt/notesSlides/notesSlide5.xml" Id="R1ae7ee917a4149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1BB3F4-04F1-497D-AA5A-06291BC9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D0877-C594-4B28-B4E6-19511139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B0957-5721-40D2-B231-5DC2452E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E0114-867D-4779-BF21-A0A32805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LANGCHAIN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E09FA-AE07-4791-B002-860F29BD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D276E-1F41-47D8-82A3-A0EFDBBA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LangChain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product platform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F1DB7-0CD1-42A6-A4FA-93DE9283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LangChain's platform breadth needs to resolve into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adoption, expansion, and business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FB584-EFC9-42DA-A73E-86CCECB4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C4A1E-584D-4A07-B019-C6962134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91BCF-4437-4E4F-B1AD-D79D30A2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279D7-0926-4BF4-86F1-D8A50EA7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64B56-7371-48F1-B3A9-9F733D72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BFF17-B098-4A3E-937F-BFBFAF54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6FE37-9B49-43B2-B243-CB1D560A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61222-E620-449D-AFC7-1C099349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9A341-E6D4-4195-86E5-FFDF54D4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30C28-62F3-44A4-83DB-413E5550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E8DAA-7959-489D-9AB0-C1C4727D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6D218-E241-45A7-B175-50D54CCB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94572-6603-45CA-BB4E-5FDD4A56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6DACF-B90F-40BB-A6AD-1D6DA227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39AED-7E52-486C-BA68-21457BF1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7ED6E3-4051-450A-87EE-DC63ED69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D08F01-C1B3-47AB-B195-0463AE4C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E064C3-37CD-40C6-A266-C63A8A47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51B2F4-ECEB-42BE-8E9A-4EE863C8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external-md-10-langchain | Presentation Create - Product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B3D1B9-FBF3-4BCB-B8E2-61A32ABE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771581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0DC876-7326-4B06-B3C3-C1FE9D8D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5EC87-1F18-43CF-8AEF-E2FFE937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0A316-8805-4D7B-8BD6-6FDEB409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1F602-CB8B-4CFD-8B2E-B81A7A15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6073D-6DA3-4178-BA6F-5167D7B7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'LangChain'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(https://raw.githubusercontent.com/langchain-ai/langchain/master/README.md).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product-platform. The deck must turn README content into claim-title slides, one dominant...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EBDDC-09A0-4C37-AEC3-CD5B8FB3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ACC4E-7945-4D37-AD56-0C4A9431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5AF1E-6A4F-4157-816D-BB075D3D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'LangChain' ( Use profile product-platform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C8631-DD9D-4C53-896A-3E94704D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Build a five-slide battle probe from the external Markdown source 'LangChain' ( Use profile product-platform changes product adoption, expansion, or monetization for LangChain.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51BAA-8199-4226-94C4-5123F977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2F13D-4F53-4D98-BB1F-DC731FB2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19019-A489-4E68-A0C3-6A02A205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5FD21-106F-4DEC-B735-0A1A7F58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The deck must turn README content into claim-title slides changes product adoption, expansion, or monetization for LangChain.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2F5E5-3449-4E7A-91DD-7EA52D86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3B1BA-6EC6-4F0F-A311-86786F4F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033CF-4AFD-4342-A0F5-96EE748F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71CC2-1A6A-43C8-B5A8-93E64688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one dominant proof object per slide changes product adoption, expansion, or monetization for LangChain.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00115-0401-4C23-A14F-9DE1E114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AE680F-556A-4404-9A84-727933FB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9C5FC-4390-4DC2-9FBB-52C3A8A3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51735-1A27-4543-91A3-0178B159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source-aware footer changes product adoption, expansion, or monetization for LangChain.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D424C-721A-41B4-AAEF-30138F04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89DB5-59E3-4AB8-9E12-6E0EFD54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ACA1D6-94F2-4D25-A741-80B1395C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C71B09-9A1B-42D9-938F-FB6DF097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visible narrative spine changes product adoption, expansion, or monetization for LangChain.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61D8F2-894B-4204-BCC6-EE002786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2AEF76-F803-4DDF-89E8-9E7B7582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9C03E4-2412-4F91-9142-1D688FB5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 vision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7EFE48-0E77-45F0-BE58-7DF19AAF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product vision changes product adoption, expansion, or monetization for LangChain.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4CE512-EDCF-41FC-A558-0759C530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A41B5A-754A-48EE-BCB1-C192F5F1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E4ADEE-70F0-4CC8-A2A0-88EBA9E2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CE3303-552B-4524-8443-6557ADE4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47B761-56BD-4FC9-B8EE-5D351D8F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product-platform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29F1B8-24D4-4E45-A264-C09AE8FC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62205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B1B728-37E8-4669-9614-1B1944DC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BD583-E861-4993-AD0E-1E397218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32B5E-FD4C-4B69-99E0-00C44096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61164-C36C-47FB-B6B5-9C9E5775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Architecture has to prove the business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8F84C-D2BB-4B26-AC83-43A7C1F0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0ABA2-F5BC-444E-A414-C0F5EB2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3DFD4-0A1C-4C35-B4BA-A0AF287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944A0-8C09-4BFB-9878-8144AAF4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DDF6D-52D1-42F0-B939-5CAB6EB9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56C1D-F5C2-42B1-BDE4-7C69F41A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Platform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1C0F3-838E-4061-A926-19C853EA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1B40A-802D-4640-AAE2-EB897043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FBFFE-60BA-45F3-9FED-67BD62EF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5258F-95BC-4419-8018-66620BF2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41E97-0620-49EE-8F09-1B37EEF6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CF165-67FA-4D66-BB5A-86002B8A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544DC-AEFF-46D3-9CAD-50F30A4B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1DA3E-802D-42A7-94F6-6F83B257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69395-BA8C-408F-B21C-59AB7375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4180B-5C9E-460D-AE0C-7791384B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54AB5-BA39-4D5B-BAE8-3B106605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4A6A2-8594-4CDB-9A91-2B9D69B3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Financial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13814-E114-4480-B4B1-2CDA7E6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6A358E-BC50-41B2-B85E-A66B5D5D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0D6645-E294-4B53-A4EB-D316F13C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52E8A8-38B0-490E-B92D-38346865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79AE74-7BE5-4873-B0D6-29D11EA1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86016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FF780A-7221-455D-996D-CA20C5F8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A3A5B-7A1D-4C2C-B824-B6775B85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FE22A-27F1-46DF-9314-F321E0C2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8BAA2-F581-4D20-9FD2-D4E149EE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F7C18-C681-4553-BB2F-E4B67503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3EF1E-9554-4C9D-8498-AE6D5AA7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D512A-AA78-42F2-AFFC-899E07FD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architecture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9C677-D2C1-4221-ABE2-E32FBA14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F7BEF-2234-498A-8DA4-97FB2266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BFCD1-45A9-475E-9966-FC8FC0F1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BB18B-A42A-4667-8665-8F7B6909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adoption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4186D-3DF0-43C4-9E98-C40DE002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56C92-869B-4F67-93DC-F5E05AA8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8C602-0FD4-4B6E-8CFE-09F0CEF9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351D2-247F-4357-B922-8A2ED267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product-to-financial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7E1A7-1AC3-4EE5-9C0F-CCAE9086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AAE0D-27C8-4692-B59C-927A3DB6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13C89-C478-4EF2-ADB7-34B8220F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D9DDA-6408-4703-BC99-7EFA9924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modular chapters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3CA7A-A14F-460A-9BD7-D3BBEFDA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5B00D-60A2-4630-B2E1-FE85907A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5A1140-123B-44B1-8F05-EB027002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8240C-21AF-4D2F-BE9B-C8156E69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53461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FFC280-3AE8-4692-8DCB-0EFFDBD8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62F0B-3933-4270-A4CF-3BCC80D2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38DEF-DA4D-4A2E-B718-2F18046A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B880D-933E-4613-B32A-9360C6A7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C2A9B-43E1-482E-9453-4F55520D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61431-25AC-4947-807D-945C2DFC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F7E03-DDA7-4A4A-9C0F-68394AA7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F42A8-7176-48A2-8052-4949C595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7EFA7-F938-4DB9-88BD-C9B98577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91048-B3DF-4C0A-BC93-2FED91FB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EFD64-B9D4-405C-8340-AAE80FD5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ED8C0-068F-4408-BC4B-BAAC8418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0219F-C8D2-4657-842E-2015D506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950DB-8F03-4A24-B0BD-3F0F5132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8D320-93B6-4C2D-BD1A-A163DBB2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E5B09-6255-43F0-9ACE-30D4F346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0CF3C-9242-48E2-AAE0-360B7581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83319-D84A-4233-ADF1-3DF73E04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AF30F-B2E8-4832-8984-AEED1E93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E0A14-42AB-441B-A86A-89090C62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B99221-FED0-4ACF-93DF-E62B8999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6E600-EC69-4BD7-8BFA-4E89C24E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29216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2026-06-30T13:05:18.2060000Z</dcterms:created>
  <dcterms:modified xsi:type="dcterms:W3CDTF">2026-06-30T13:05:18.2060000Z</dcterms:modified>
</coreProperties>
</file>