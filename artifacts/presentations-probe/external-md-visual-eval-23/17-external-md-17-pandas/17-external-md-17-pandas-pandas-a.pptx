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48833ea7af42c7" /><Relationship Type="http://schemas.openxmlformats.org/officeDocument/2006/relationships/extended-properties" Target="/docProps/app.xml" Id="Rc0a77592f86347a3" /><Relationship Type="http://schemas.openxmlformats.org/officeDocument/2006/relationships/officeDocument" Target="/ppt/presentation.xml" Id="R34e99b9533cd4c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be2ac4e7ba4c9c"/>
  </p:sldMasterIdLst>
  <p:notesMasterIdLst>
    <p:notesMasterId xmlns:r="http://schemas.openxmlformats.org/officeDocument/2006/relationships" r:id="R74130d366a9c4c52"/>
  </p:notesMasterIdLst>
  <p:sldIdLst>
    <p:sldId xmlns:r="http://schemas.openxmlformats.org/officeDocument/2006/relationships" id="256" r:id="Rfcb72d9129e840f0"/>
    <p:sldId xmlns:r="http://schemas.openxmlformats.org/officeDocument/2006/relationships" id="257" r:id="R0604da3da1844e43"/>
    <p:sldId xmlns:r="http://schemas.openxmlformats.org/officeDocument/2006/relationships" id="258" r:id="R2325207b72734cc9"/>
    <p:sldId xmlns:r="http://schemas.openxmlformats.org/officeDocument/2006/relationships" id="259" r:id="R481d23b39f4b4fb5"/>
    <p:sldId xmlns:r="http://schemas.openxmlformats.org/officeDocument/2006/relationships" id="260" r:id="R8702dc2359e048a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be2ac4e7ba4c9c" /><Relationship Type="http://schemas.openxmlformats.org/officeDocument/2006/relationships/theme" Target="/ppt/theme/theme1.xml" Id="R01a25e50326b42da" /><Relationship Type="http://schemas.openxmlformats.org/officeDocument/2006/relationships/notesMaster" Target="/ppt/notesMasters/notesMaster1.xml" Id="R74130d366a9c4c52" /><Relationship Type="http://schemas.openxmlformats.org/officeDocument/2006/relationships/presProps" Target="/ppt/presProps.xml" Id="R8fe345878fa4486b" /><Relationship Type="http://schemas.openxmlformats.org/officeDocument/2006/relationships/viewProps" Target="/ppt/viewProps.xml" Id="Rfc44157c58ed45fd" /><Relationship Type="http://schemas.openxmlformats.org/officeDocument/2006/relationships/tableStyles" Target="/ppt/tableStyles.xml" Id="Rbe55abae805f4785" /><Relationship Type="http://schemas.openxmlformats.org/officeDocument/2006/relationships/slide" Target="/ppt/slides/slide1.xml" Id="Rfcb72d9129e840f0" /><Relationship Type="http://schemas.openxmlformats.org/officeDocument/2006/relationships/slide" Target="/ppt/slides/slide2.xml" Id="R0604da3da1844e43" /><Relationship Type="http://schemas.openxmlformats.org/officeDocument/2006/relationships/slide" Target="/ppt/slides/slide3.xml" Id="R2325207b72734cc9" /><Relationship Type="http://schemas.openxmlformats.org/officeDocument/2006/relationships/slide" Target="/ppt/slides/slide4.xml" Id="R481d23b39f4b4fb5" /><Relationship Type="http://schemas.openxmlformats.org/officeDocument/2006/relationships/slide" Target="/ppt/slides/slide5.xml" Id="R8702dc2359e048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ee32739286844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592006d4254eb1" /><Relationship Type="http://schemas.openxmlformats.org/officeDocument/2006/relationships/notesMaster" Target="/ppt/notesMasters/notesMaster1.xml" Id="R66646a605be24c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2bfb5736ba4dea" /><Relationship Type="http://schemas.openxmlformats.org/officeDocument/2006/relationships/notesMaster" Target="/ppt/notesMasters/notesMaster1.xml" Id="R648d40a8b3764b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5abdc363cf4fed" /><Relationship Type="http://schemas.openxmlformats.org/officeDocument/2006/relationships/notesMaster" Target="/ppt/notesMasters/notesMaster1.xml" Id="Rc8696f1f6d9d44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136f7080ff41f3" /><Relationship Type="http://schemas.openxmlformats.org/officeDocument/2006/relationships/notesMaster" Target="/ppt/notesMasters/notesMaster1.xml" Id="Rf746e285284940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78114d25fe4969" /><Relationship Type="http://schemas.openxmlformats.org/officeDocument/2006/relationships/notesMaster" Target="/ppt/notesMasters/notesMaster1.xml" Id="R384fa25865e840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585b261fed41e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27b22299594481b" /><Relationship Type="http://schemas.openxmlformats.org/officeDocument/2006/relationships/slideLayout" Target="/ppt/slideLayouts/slideLayout2.xml" Id="Re1035d89e64a43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035d89e64a43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4328e0fb8e4009" /><Relationship Type="http://schemas.openxmlformats.org/officeDocument/2006/relationships/notesSlide" Target="/ppt/notesSlides/notesSlide1.xml" Id="Rcce6148d010647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e93453315b4e6d" /><Relationship Type="http://schemas.openxmlformats.org/officeDocument/2006/relationships/notesSlide" Target="/ppt/notesSlides/notesSlide2.xml" Id="R0d6144f125b34c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0e9d5d8bfa48df" /><Relationship Type="http://schemas.openxmlformats.org/officeDocument/2006/relationships/notesSlide" Target="/ppt/notesSlides/notesSlide3.xml" Id="R7dbd59e35bb14b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e3f1cb798b4620" /><Relationship Type="http://schemas.openxmlformats.org/officeDocument/2006/relationships/notesSlide" Target="/ppt/notesSlides/notesSlide4.xml" Id="R3ccafb2fd97642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f2b36d9de64b69" /><Relationship Type="http://schemas.openxmlformats.org/officeDocument/2006/relationships/notesSlide" Target="/ppt/notesSlides/notesSlide5.xml" Id="R4a3aefe7b694456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0502CB-8B35-49BA-BC1B-97D44CBE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C5D34-BB0D-4AE9-B9B9-0A16412F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6C5B26-080F-4571-8E22-0847D97B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649852-D2A0-47F0-B575-07CAE859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PANDAS: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54423-835E-488F-897E-DE7664B9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Product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DD2E4D-A1B9-4725-B807-C49950B8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647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pandas: A</a:t>
            </a:r>
          </a:p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product platform battle probe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102AF-5883-4D4A-971E-0473572A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61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pandas: A's platform breadth needs to resolve into</a:t>
            </a:r>
          </a:p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adoption, expansion, and business quality.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D8D93F-6B7F-49E7-97D6-C6FB4A9A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F4ACD9-E8B8-46A6-A7CF-21C89A11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49346E-7FB0-4770-BB89-C196AB33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D375D0-4DC6-4A56-9E15-027484D9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Narrative spine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5C697E-BAFD-4387-96D8-80F54BF6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claim-first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71FDEE-FADE-499A-872B-763894B5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6E4DC1-089B-430C-8B1A-9A83DF56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7382BA-5B95-4389-9073-FAC7B39D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Required beats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5626D3-0DE5-426D-A01C-5CD2D7F7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from source prompt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8FE799-0389-40D7-B889-DE24B7D0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008613-D7B4-4E8C-9102-EE6FFB6D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7F9892-33C5-4911-843C-ADC9F98B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Source links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C586E6-D41C-41C5-B11D-2DE4EFFE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audit before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96A44D-D223-4666-8AF2-C64B9107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A36AB5-404C-4B57-A1BC-54501E75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3CC233-2353-4CC9-BBD6-323AC7DB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Golden grade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A79598-1471-4A65-AE31-C79F239B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matrix reference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2639D7-7635-4C69-8D3C-DF19A398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14D7D5-5F38-41F8-AF7E-4ABA8C90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Prompt external-md-17-pandas | Presentation Create - Product Platform Deck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B61420-192E-44AE-87C2-8382A328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0273795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DE3599-06C2-449B-990C-D310C415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80E3EF-A288-4491-8EEC-B4E02391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EBB39-32FC-4BA5-9A81-E0ECF62E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 L A I M   S P I N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408FB-CA53-420C-BB38-FE0A7B90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Every slide needs a claim, a proof object, and a reason to exist.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DE7C1-2B45-4B47-BDF9-40ED8C24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'pandas: A Powerful Python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Data Analysis Toolkit' (https://raw.githubusercontent.com/pandas-dev/pandas/main/README.md).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Use profile product-platform. The deck must turn README content into claim-title slides, one...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18383E-42E3-4CA6-84A7-58774305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D3AFE6-149A-4E8E-B0F3-64AFDF1F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00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53D8FA-9026-40F5-B360-D81CF371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38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'pandas: A Powerful Python Data Analysis Toolkit' ( Use profile product-platform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AC78B5-E300-42AC-9A81-12977BD2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38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Build a five-slide battle probe from the external Markdown source 'pandas: A Powerful Python Data Analysis Toolkit' ( Use profile product-platform changes product adoption, expansion, or monetization for pandas: 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C78B1-B9A8-42B9-BABD-F02A3437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384204-50C5-4DAD-BE50-0A29F85D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338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6B802A-4172-4E04-9578-E2B39874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718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The deck must turn README content into claim-title slides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ED8440-BAAC-451C-8CEA-F939777E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The deck must turn README content into claim-title slides changes product adoption, expansion, or monetization for pandas: 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CC4A15-7E67-4500-88A9-10BF7808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F2D154-CB22-4567-A9D6-362EC0A4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672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87142A-8855-4C86-9C01-DC5CCB3F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052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one dominant proof object per slide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864F7C-61DD-41DB-B864-ED22BA04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052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one dominant proof object per slide changes product adoption, expansion, or monetization for pandas: 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3A26F3-6D23-427D-9413-AA47529E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DC9062-C2ED-48C6-814F-EFA070F7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006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ED2F05-4EF8-4DDD-9657-E38242FF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386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source-aware footer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6F12BA-8B24-4280-82B3-A77AE660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386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source-aware footer changes product adoption, expansion, or monetization for pandas: 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531C4D-BEB4-4FB0-956B-E51151BE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314417-0C28-43AD-9E6F-27797950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340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39663E-8E93-4642-9BD5-56C93679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720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visible narrative spine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BC95F3-E856-483F-BC7E-CB3D7B40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720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visible narrative spine changes product adoption, expansion, or monetization for pandas: 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152FD9-4D5E-40C6-BB8E-7C29E6A7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3FAA14-8862-42DF-A6AD-CABCD623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67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820297-90FE-4A8E-A766-914C6BB9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05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product vision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520E65-1574-4935-837C-CD44ACF0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705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product vision changes product adoption, expansion, or monetization for pandas: A.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844F52-E458-4E32-A172-1FACEF97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16383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1014D5-C531-4181-9EFC-81CAE7F7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7180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NOUN-SWAP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1CFA90-246A-4F32-8B83-AF24BAF0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76650"/>
            <a:ext cx="1257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rPr>
              <a:t>If this deck still works after replacing the company name, the story is not sharp enough.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554545-92C3-485E-8DD1-D8A1127D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BA9EF0-2DF4-4A16-8283-74CDFE47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Profile: product-platform | Battle harness requires profile-specific proof objects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D299DD-E031-4B56-8809-59B17391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2339675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639D6C-063E-4786-9FA1-76061231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0E747-CBC4-45D3-B543-882530DD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16B0A2-6608-42E1-ACE2-96141AF7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O F   O B J E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3F694E-123F-4112-B6C0-D7DBC3FB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Architecture has to prove the business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7189E-2F16-485F-ACE2-10F0BF18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931F33-C912-4776-81F9-8CD8B239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Customer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872ACE-1C39-40A5-95E1-AED67F63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2231F7-F658-492E-A32F-8A5126F6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C71FDF-3097-424B-9CEB-B5541892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C11B51-241B-4FF9-A944-794D8DE9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Platform 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D543E8-F620-4B35-A8E1-D89C1D35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C1101C-BE6C-4B4E-8999-C434E4D6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DDC1E2-DD1A-452D-91B0-E810E8BA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A37AA1-47A2-4AA9-B4DE-8A1BF7EE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Use cases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A6CD57-7D8C-403E-87F6-394786A8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399D07-3760-4BA1-8914-8D07C3AC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A8B674-B917-4FF6-B8AC-E9947B0C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8AD9A9-6906-4C80-9107-FEC8DB64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Expansion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7BACA9-4D97-4494-9489-FC85FDD3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807B2E-5FAB-4AB0-8E44-D474A52D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6D648E-AABA-44E1-8DBB-08927579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67DAE7-8383-44E0-A4F3-EF28CF06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Financial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D8BECA-D0B1-407B-B79A-3F918582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942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0C4F84-F9A1-4C10-8FC5-6F2B3612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No generic feature cards: every module must either explain system motion or quantify adoption, expansion, efficiency, or monetization.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4EE934-0ACF-4FEC-8748-48B28ABE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A22574-B951-422A-98B8-3072DD88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product-platform profile | Architecture, workflow, and KPI proof must share one visual grammar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E9611C-6582-4A12-A6C5-8EF11965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4376662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93EB9A-F4E6-4C90-83CB-A51CB6C4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1CD24-056E-49F2-A7FC-78ACAB3E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FA98C9-7F54-4F31-8E5A-24A8D89E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F I L E   G A T E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DDD0E5-9721-4607-9FD8-170D916A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Different domains should fail for different reasons.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DA610-6AEA-4EBF-9056-1F3FED83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0E1B3-4753-44AD-952D-7458081B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94411C-D228-4D96-A2C6-F49137BF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architecture 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43A08-205A-438B-AEC3-4F244831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DCBABA-C91E-49D9-BD23-E4552516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D78ACB-1206-4865-8795-9F75EC4B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9C4648-9E94-4D67-91F9-5066BB14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adoption 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E85D78-92C8-4F7D-9A7C-FDE8BDA1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84D2DD-FC49-42AF-8608-0DA91E51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8F106B-B7BC-4E27-959F-14314527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CE0C38-F0F7-400F-B6D8-D1C94E7E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product-to-financial linkage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4182BC-0462-457D-A723-6523A19B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E4BBD8-0279-468D-90A3-780E9B48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54B2C3-B669-4276-9F1E-6B3A082C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4DA118-C939-44E4-8AFB-0689C211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modular chapters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FA951F-7264-4FE2-BDB0-44438B8A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AD2C2E-D86A-46FA-AFEF-890C9CD7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5CAFD2-20C3-4382-B818-21C93F7B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Battle harness | Profile-fit and template-fidelity get scored separately from beauty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517F10-12C1-4135-8C76-16D70D50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054613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9B2091-78CE-4356-AEA9-950EFCEC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47B73-AA39-4FC4-B883-3E36749F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636513-105A-4397-9A29-B0982BF3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 A T T L E   V E R D I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36D0C-F735-4E4A-8698-762EC401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What the full skill run must do before calling this done.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007939-5389-46BC-813E-6D1AB52B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Source extraction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39E45-2E14-4FCD-BCC2-7D5D1AAB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050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0D134-BA5E-48B1-8803-18CE537A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1 link(s) plus attachments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498BCD-B514-475C-AF23-BDBBF233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Design 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AA96C4-9815-44B5-ADA6-076A3FEA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480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36885E-CDD0-426B-91E7-1130E8E1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337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profile-specific grammar before slide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D6C54-EE15-4A15-B655-4C72BCED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Rendered QA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59C477-3B21-47B7-A269-BEED1B8D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09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4F583D-6684-4BE7-BF83-157CC8DB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766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contact sheet, layout JSON, package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13CFFC-1F78-4B1B-9DA6-120ED9B4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Opus delta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451AD5-4CE5-46C1-8758-DF6FFBB2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339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B37DEC-2DE2-4A1E-86C0-19FF7B4E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196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name where this wins and where Opus still wins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5902DA-3DF0-4187-BAE8-DA90AD1A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0383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D04C65-1326-4A2F-940F-5179723C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056A8B-DF59-4A04-B4D5-09A4933D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0520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probe score</a:t>
            </a:r>
          </a:p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out of 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470984-964D-4672-9892-EB527407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3615A1-8DF1-4619-AE06-3D5927DA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Score is a harness probe score; full deck still requires prompt sources and final deck QA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721E36-6E24-4BFA-B1BA-2CB4E5E6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977378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2026-06-30T13:05:21.9660000Z</dcterms:created>
  <dcterms:modified xsi:type="dcterms:W3CDTF">2026-06-30T13:05:21.9660000Z</dcterms:modified>
</coreProperties>
</file>