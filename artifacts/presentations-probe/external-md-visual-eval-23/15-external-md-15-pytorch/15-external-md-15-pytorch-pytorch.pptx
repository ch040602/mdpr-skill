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b0d9f32eb445e4" /><Relationship Type="http://schemas.openxmlformats.org/officeDocument/2006/relationships/extended-properties" Target="/docProps/app.xml" Id="R3fb42cb2c724432b" /><Relationship Type="http://schemas.openxmlformats.org/officeDocument/2006/relationships/officeDocument" Target="/ppt/presentation.xml" Id="Rbc7861e48c0b4f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aacbefa124dc6"/>
  </p:sldMasterIdLst>
  <p:notesMasterIdLst>
    <p:notesMasterId xmlns:r="http://schemas.openxmlformats.org/officeDocument/2006/relationships" r:id="Rcb4c74a01df24633"/>
  </p:notesMasterIdLst>
  <p:sldIdLst>
    <p:sldId xmlns:r="http://schemas.openxmlformats.org/officeDocument/2006/relationships" id="256" r:id="R88f62e8be6f14f0a"/>
    <p:sldId xmlns:r="http://schemas.openxmlformats.org/officeDocument/2006/relationships" id="257" r:id="R399cdfdc38534d55"/>
    <p:sldId xmlns:r="http://schemas.openxmlformats.org/officeDocument/2006/relationships" id="258" r:id="Ra312963be76f4dbb"/>
    <p:sldId xmlns:r="http://schemas.openxmlformats.org/officeDocument/2006/relationships" id="259" r:id="R8218ab3037d94fb6"/>
    <p:sldId xmlns:r="http://schemas.openxmlformats.org/officeDocument/2006/relationships" id="260" r:id="R9b989581f96046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aacbefa124dc6" /><Relationship Type="http://schemas.openxmlformats.org/officeDocument/2006/relationships/theme" Target="/ppt/theme/theme1.xml" Id="Rc0cc1b87d0794f05" /><Relationship Type="http://schemas.openxmlformats.org/officeDocument/2006/relationships/notesMaster" Target="/ppt/notesMasters/notesMaster1.xml" Id="Rcb4c74a01df24633" /><Relationship Type="http://schemas.openxmlformats.org/officeDocument/2006/relationships/presProps" Target="/ppt/presProps.xml" Id="R77fa52f521684400" /><Relationship Type="http://schemas.openxmlformats.org/officeDocument/2006/relationships/viewProps" Target="/ppt/viewProps.xml" Id="R8b1a3a16d94744ed" /><Relationship Type="http://schemas.openxmlformats.org/officeDocument/2006/relationships/tableStyles" Target="/ppt/tableStyles.xml" Id="R8298514af79d4294" /><Relationship Type="http://schemas.openxmlformats.org/officeDocument/2006/relationships/slide" Target="/ppt/slides/slide1.xml" Id="R88f62e8be6f14f0a" /><Relationship Type="http://schemas.openxmlformats.org/officeDocument/2006/relationships/slide" Target="/ppt/slides/slide2.xml" Id="R399cdfdc38534d55" /><Relationship Type="http://schemas.openxmlformats.org/officeDocument/2006/relationships/slide" Target="/ppt/slides/slide3.xml" Id="Ra312963be76f4dbb" /><Relationship Type="http://schemas.openxmlformats.org/officeDocument/2006/relationships/slide" Target="/ppt/slides/slide4.xml" Id="R8218ab3037d94fb6" /><Relationship Type="http://schemas.openxmlformats.org/officeDocument/2006/relationships/slide" Target="/ppt/slides/slide5.xml" Id="R9b989581f96046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88cb2baa54d4b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9d2b51b86047e4" /><Relationship Type="http://schemas.openxmlformats.org/officeDocument/2006/relationships/notesMaster" Target="/ppt/notesMasters/notesMaster1.xml" Id="R44a0573a941940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b2219fcfa84aad" /><Relationship Type="http://schemas.openxmlformats.org/officeDocument/2006/relationships/notesMaster" Target="/ppt/notesMasters/notesMaster1.xml" Id="Rb6a5e9434ccf46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2c6c2cb49447d3" /><Relationship Type="http://schemas.openxmlformats.org/officeDocument/2006/relationships/notesMaster" Target="/ppt/notesMasters/notesMaster1.xml" Id="Re1fb9b7f0dca4c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908a2b37b458b" /><Relationship Type="http://schemas.openxmlformats.org/officeDocument/2006/relationships/notesMaster" Target="/ppt/notesMasters/notesMaster1.xml" Id="R13d6b01276834d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16749862f74ea3" /><Relationship Type="http://schemas.openxmlformats.org/officeDocument/2006/relationships/notesMaster" Target="/ppt/notesMasters/notesMaster1.xml" Id="R16180d9c6d314a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e7b4621b74d2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5e428967315462f" /><Relationship Type="http://schemas.openxmlformats.org/officeDocument/2006/relationships/slideLayout" Target="/ppt/slideLayouts/slideLayout2.xml" Id="R1da8c315252e4a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a8c315252e4a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d23f7d6cd54851" /><Relationship Type="http://schemas.openxmlformats.org/officeDocument/2006/relationships/notesSlide" Target="/ppt/notesSlides/notesSlide1.xml" Id="R6c873b0e1e5e4b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8f9ec13993420d" /><Relationship Type="http://schemas.openxmlformats.org/officeDocument/2006/relationships/notesSlide" Target="/ppt/notesSlides/notesSlide2.xml" Id="R1a2b5564a42547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db878f2f243b3" /><Relationship Type="http://schemas.openxmlformats.org/officeDocument/2006/relationships/notesSlide" Target="/ppt/notesSlides/notesSlide3.xml" Id="R9c3fd8a231254c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1342403b984778" /><Relationship Type="http://schemas.openxmlformats.org/officeDocument/2006/relationships/notesSlide" Target="/ppt/notesSlides/notesSlide4.xml" Id="R6b3dfbdc2e9b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cca40d5f4d4757" /><Relationship Type="http://schemas.openxmlformats.org/officeDocument/2006/relationships/notesSlide" Target="/ppt/notesSlides/notesSlide5.xml" Id="R515a69cc32ca4b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83848-F070-45F5-A5F1-403934B1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A0B43-A2F9-4552-923C-AA19426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1127F-7CF1-4BE9-AA34-DE574790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691F8-B913-4F7B-A943-0452385B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PYTORCH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BC02B-C4FA-4F14-86E9-ECF83CD7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5C864-815C-4A24-B71B-8325E309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PyTorch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 platform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556EF-1137-42F5-8B53-6F82CC02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PyTorch's platform breadth needs to resolve into adoption,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expansion, and business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4B27B-41B5-41DD-8C62-2AA4CA76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A0BFA-48E8-4832-AB8D-97F9742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AF7DC-22E3-4795-AE92-5DCB5E13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8E48F-1CE7-48FB-8E77-41992232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5A505-A47F-43DC-8586-69AF157A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33AAE-4170-42BF-9C97-22D7523E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B8867-749C-4293-9829-7ED81E06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A73C2-E127-41AD-AE98-3B8885A6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3F2D5-59EA-49A4-A408-17B20E6E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7329E-7005-468D-A5A6-4189C38C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DA370-31B9-4F61-A892-A537632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255A4-BA56-4352-B14F-F8E33792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A864F-0F9D-4F36-8C3A-3D6DA457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360F7-7524-4940-AFAF-C4C5A5B0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15FA3-B97F-4D03-AA77-661FCB06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74793-2BAA-492B-8AA9-3DCF7E60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796D1-33FA-4FE4-B4E6-9ABAFA7E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09095-A391-4A6B-9EDD-08914C24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DEA4D-3D26-4585-97C3-A14321B9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external-md-15-pytorch | Presentation Create - Product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F052C4-E687-4F90-A078-7C8620CE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18325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68A2E7-8F9F-461F-B20A-9EDAAA4F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4FCCD-C1BF-4696-82D7-84166AA8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F493D-89D2-4CC2-BEFB-20517373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DFF36-7A0B-4AE0-9F7A-15369BF8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C88E7-DF8E-4FA9-9A24-85CB28C0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'PyTorch'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(https://raw.githubusercontent.com/pytorch/pytorch/main/README.md).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product-platform. The deck must turn README content into claim-title slides, one dominant...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4E95E-5D78-4EA1-96DF-9476E319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B3627-74D2-4C36-B99F-CC5B8118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FBC01-4CE6-49F1-BF05-03222EB0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'PyTorch' ( Use profile product-platform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099B1-12B1-4314-8855-5F0185A8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Build a five-slide battle probe from the external Markdown source 'PyTorch' ( Use profile product-platform changes product adoption, expansion, or monetization for PyTorch.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1EAF0-0CDA-4720-B88F-73572365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C4ED0-97B1-48B2-B31C-83A48A60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BF11F-4A76-47C7-813F-DA0B8611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9D84D-E703-49C4-8308-FCF369AB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The deck must turn README content into claim-title slides changes product adoption, expansion, or monetization for PyTorch.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E20B2-C166-497A-BAE8-BC52BB3E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887AD-5BDE-4E60-A5BF-FE23F265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0BC14-3058-403E-8817-9A17236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B5544-A309-4526-932E-09E411B3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one dominant proof object per slide changes product adoption, expansion, or monetization for PyTorch.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8A107-7A07-4152-B435-0B81632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DE041-36ED-4BF7-901B-14AE33CC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7CE5F-4C9F-487C-B54C-1EB11901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2172B-65D5-430E-A8C0-E7139CD5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source-aware footer changes product adoption, expansion, or monetization for PyTorch.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EA41B-9E86-42F9-A540-51D99F6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C4BB5-1D5E-4A11-8176-9D20AC6D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1C2D7-088D-4CF1-8544-2F4B11F0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08FE7F-6749-4933-8E47-5A65F3CC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visible narrative spine changes product adoption, expansion, or monetization for PyTorch.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D4306-845A-42E7-90FD-751A76B2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F943C-28CB-4B5D-B038-3E4B55B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4D9623-E030-452C-813E-2A59EE0D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90BAA-7D01-479F-8FFA-15A4BB57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product vision changes product adoption, expansion, or monetization for PyTorch.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5CBFFF-44F6-4AD4-B021-F44504D8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F7CFFA-9274-4877-8766-1DE740DA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0C6086-1D45-4415-8E4D-3E7E4ACF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B5BED-289D-4377-80D5-61F7EC11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A9221C-B712-4A3A-87A1-CD7DC14A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product-platform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F62FB7-1438-49F9-AE27-AA1671B6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1515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2104A0-FAD9-475C-9563-19258761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7CC8D-26AC-4665-9CA4-95BE0983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4762E-C2D5-4091-B239-5BE67AB4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39C75-44F1-4A38-AA5A-418D117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Architecture has to prove the business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0A67E-AA94-4FF8-9A8B-498DFDE3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28150-3DEB-4976-964A-AC3D6B5A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94C1E-427E-4002-A3F3-2D87DBC6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C9BE0-EB7C-47F6-B84D-90B0CCBD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ED4E5-63D9-45DE-B5DF-CFB44EF1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A5A2E-2A96-46D8-B914-9AB48251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8EDBA-4471-4A8B-8758-BDEA052D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67451-1D3F-486B-A371-8B2C114A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E32D2-C7C5-4331-9DE6-FD2CCCD4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DD174-AF7A-4932-8617-A15B474D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32C43-B532-4ACC-AD25-9BBC87C5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55E5A-1A6E-4348-A6A0-FFF69DB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B69D4-8978-4599-997D-5FD6AB77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0F179-4F77-4F6E-9978-ED8761B8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C48C7-EF1B-4A3D-A14E-06DAFB72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D8CE7-C812-40AF-8020-FBF01F9A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92CD0-9F96-4137-B3E0-A4FD88D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0D048-3FE4-4591-A96F-8973C96A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64C45-5E22-443A-BBF9-EED437A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0DAEF-9C8F-4D26-91FD-05076068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B1CD9-0691-4E30-9991-CCB1E396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37B84-F496-4D51-8827-17A32BAA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E1ABE0-9317-4584-AD1E-47B29E7F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03559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A641C-A397-4C12-B7A1-35E7C00C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A7249-C6EB-4BB2-9BBA-A565A2C9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E30FE-CCE9-48F0-975B-04E007D2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98B69-6012-47BD-8837-1558EFC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5F6E5-EA58-41D9-A24A-197A9504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78BE4-2988-4FFC-9FFA-3BA8908C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F7DFF-F221-4039-AAE8-2734DC39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098E4-3F10-4AFF-8490-27226852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C346D-89D1-4B18-B900-C9914AB8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92560-0B91-4E39-9277-D25FC44D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CD322-DC79-4B48-B956-4B889534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EEF34-FD25-447B-92B6-523EAEA4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139BC-7CCD-41B6-8821-71D030EA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0284A-259E-43B8-A84B-FE303495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082C4-C9AC-4F20-B4D4-9D2301EC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product-to-financial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E7DB9-5003-4DC0-BC63-A3F0C2D6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91F14-8A47-4768-BC59-C4C7F947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C11A1-953B-4B57-AC8E-A6301973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5B8B0-8069-4A76-BF75-0492CD02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modular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C8B64-FF3B-41CD-BD32-144381FB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3568B-1C95-4086-8FB0-769D6E6D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C64EC-8645-49FB-91FE-BC7E1758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4E9BA-1760-4B22-9A60-A28DF3E6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96844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88FD7-8296-4BAC-8C7B-A9D4646D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7B4E5-E795-4148-B50B-1B45ADD0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068D1-FBDA-4A24-BDD8-87284B98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815ED-CA8A-4A6D-A150-93C54D7C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7E116-CD1F-4FF6-A890-4DA3D3A3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ED80F-CFD0-4403-9EA4-28EEC735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1CD6B-235C-4EEE-A308-F59BE04A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9E40E-AB17-4B41-BE70-8E1C7DAD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4AAE9-5077-4CA3-AAC7-384746B8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99E73-0521-46A3-9098-F04986C7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D8825-1E1E-4F5A-AB74-8D471FC5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2E6F3-6C71-4069-BBD6-B07697C1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4FAAE-4EEC-4CE8-9A93-A5D91CCE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8EC64-4F75-49BF-91F2-8468838F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E4EC9-A218-4C33-B7CA-AC081901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CFC1C-7A71-4F5F-A920-98C4E311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A86B1-98AA-40FC-AEB1-B008ABD2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B7616-71DF-438C-AE36-4CE0ED41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7C70E-2AE9-42A1-BCC3-A43CF395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7CEF3-DA01-406B-83D9-3F45BF1D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41DBC-ED6F-4E4C-95C2-2035CEFE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AD6EA-DEF8-4A06-8A3C-FE05B94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5929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2026-06-30T13:05:20.9400000Z</dcterms:created>
  <dcterms:modified xsi:type="dcterms:W3CDTF">2026-06-30T13:05:20.9400000Z</dcterms:modified>
</coreProperties>
</file>