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cecccbb674f11" /><Relationship Type="http://schemas.openxmlformats.org/officeDocument/2006/relationships/extended-properties" Target="/docProps/app.xml" Id="Rafb2af5288ff4e25" /><Relationship Type="http://schemas.openxmlformats.org/officeDocument/2006/relationships/officeDocument" Target="/ppt/presentation.xml" Id="Re4f9b20d33de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a82e0c02c4a15"/>
  </p:sldMasterIdLst>
  <p:notesMasterIdLst>
    <p:notesMasterId xmlns:r="http://schemas.openxmlformats.org/officeDocument/2006/relationships" r:id="R56224b6f506c4607"/>
  </p:notesMasterIdLst>
  <p:sldIdLst>
    <p:sldId xmlns:r="http://schemas.openxmlformats.org/officeDocument/2006/relationships" id="256" r:id="R46635c86d95742dc"/>
    <p:sldId xmlns:r="http://schemas.openxmlformats.org/officeDocument/2006/relationships" id="257" r:id="R99ec1db8f1eb4c54"/>
    <p:sldId xmlns:r="http://schemas.openxmlformats.org/officeDocument/2006/relationships" id="258" r:id="R935730956e784c60"/>
    <p:sldId xmlns:r="http://schemas.openxmlformats.org/officeDocument/2006/relationships" id="259" r:id="Rd79594da8ce3494a"/>
    <p:sldId xmlns:r="http://schemas.openxmlformats.org/officeDocument/2006/relationships" id="260" r:id="R5d657202f30c4d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a82e0c02c4a15" /><Relationship Type="http://schemas.openxmlformats.org/officeDocument/2006/relationships/theme" Target="/ppt/theme/theme1.xml" Id="R0c64d8bfea2c4a1f" /><Relationship Type="http://schemas.openxmlformats.org/officeDocument/2006/relationships/notesMaster" Target="/ppt/notesMasters/notesMaster1.xml" Id="R56224b6f506c4607" /><Relationship Type="http://schemas.openxmlformats.org/officeDocument/2006/relationships/presProps" Target="/ppt/presProps.xml" Id="Ra2304271dbfd4278" /><Relationship Type="http://schemas.openxmlformats.org/officeDocument/2006/relationships/viewProps" Target="/ppt/viewProps.xml" Id="Rce417cc12abe46a3" /><Relationship Type="http://schemas.openxmlformats.org/officeDocument/2006/relationships/tableStyles" Target="/ppt/tableStyles.xml" Id="R4ba9b086cc564039" /><Relationship Type="http://schemas.openxmlformats.org/officeDocument/2006/relationships/slide" Target="/ppt/slides/slide1.xml" Id="R46635c86d95742dc" /><Relationship Type="http://schemas.openxmlformats.org/officeDocument/2006/relationships/slide" Target="/ppt/slides/slide2.xml" Id="R99ec1db8f1eb4c54" /><Relationship Type="http://schemas.openxmlformats.org/officeDocument/2006/relationships/slide" Target="/ppt/slides/slide3.xml" Id="R935730956e784c60" /><Relationship Type="http://schemas.openxmlformats.org/officeDocument/2006/relationships/slide" Target="/ppt/slides/slide4.xml" Id="Rd79594da8ce3494a" /><Relationship Type="http://schemas.openxmlformats.org/officeDocument/2006/relationships/slide" Target="/ppt/slides/slide5.xml" Id="R5d657202f30c4d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e7c4bf0c94943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34ebc1f5d34f56" /><Relationship Type="http://schemas.openxmlformats.org/officeDocument/2006/relationships/notesMaster" Target="/ppt/notesMasters/notesMaster1.xml" Id="R5f78b42cd595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b582f63404887" /><Relationship Type="http://schemas.openxmlformats.org/officeDocument/2006/relationships/notesMaster" Target="/ppt/notesMasters/notesMaster1.xml" Id="Rd8ff07878de34c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f907964ef4e3f" /><Relationship Type="http://schemas.openxmlformats.org/officeDocument/2006/relationships/notesMaster" Target="/ppt/notesMasters/notesMaster1.xml" Id="R8a26cf81d96c43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dd74e3129b4e1e" /><Relationship Type="http://schemas.openxmlformats.org/officeDocument/2006/relationships/notesMaster" Target="/ppt/notesMasters/notesMaster1.xml" Id="R0059c346602d46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371a9480904270" /><Relationship Type="http://schemas.openxmlformats.org/officeDocument/2006/relationships/notesMaster" Target="/ppt/notesMasters/notesMaster1.xml" Id="R49b0a802c150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d1ec3debf47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abb8b2852f54967" /><Relationship Type="http://schemas.openxmlformats.org/officeDocument/2006/relationships/slideLayout" Target="/ppt/slideLayouts/slideLayout2.xml" Id="R9083af638ac745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3af638ac745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a64b1db5f54ad3" /><Relationship Type="http://schemas.openxmlformats.org/officeDocument/2006/relationships/notesSlide" Target="/ppt/notesSlides/notesSlide1.xml" Id="Rf58da11d09474e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ba437789494be2" /><Relationship Type="http://schemas.openxmlformats.org/officeDocument/2006/relationships/notesSlide" Target="/ppt/notesSlides/notesSlide2.xml" Id="Rf31f9b33585446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6a5fbd0f54349" /><Relationship Type="http://schemas.openxmlformats.org/officeDocument/2006/relationships/notesSlide" Target="/ppt/notesSlides/notesSlide3.xml" Id="R2e4b27b5c26c42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4abfb2b7547da" /><Relationship Type="http://schemas.openxmlformats.org/officeDocument/2006/relationships/notesSlide" Target="/ppt/notesSlides/notesSlide4.xml" Id="Rac0df79b089b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cf9a2547b44029" /><Relationship Type="http://schemas.openxmlformats.org/officeDocument/2006/relationships/notesSlide" Target="/ppt/notesSlides/notesSlide5.xml" Id="R3db4247b5ac044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7F1D5-9CEA-48D3-9138-D669884C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C843C-2080-4AC5-86CB-AE2B1AB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94E2-B42F-494B-B898-604E44E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5C6D5-6063-4649-8386-A1925796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PLOTLY.PY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ACFC0-6117-48DA-B35A-38D9EDF0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E1762-824B-428B-A939-70402ECA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Plotly.py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68AD4-3C32-4B0A-8489-4C9B90FF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Plotly.py's platform breadth needs to resolve into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adoption, 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0D44E-CE03-47C2-963B-B152ACAE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2F32F-ACEE-42B9-BEDA-E855641A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0BF29-2AE9-44EB-B9FB-11968BA5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8FD4F-75CB-45D5-8BE6-BFC637DE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3D671-9483-4E28-847A-A493C54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D4079-86C4-466F-B219-3CF61F7A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FE6F2-90DA-41F1-AFB5-F84525D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8579E-1338-4900-A74A-843270DA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222D6-0EDE-474A-A907-5D210F4E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ECBEA-9BC2-4F0C-B757-562E8BC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BB195-48F5-4F1D-A8A5-39992FB9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79BBC-203D-4292-A418-7A892310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26A2B-9066-4C1E-A308-E60874E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7DEC5-7958-49FE-A1DC-C455575E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E2396-216B-417D-8E21-0EA46F25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DDF51-EE6C-415C-90E9-36500D0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BC66F-9B39-4274-B08E-C846BE6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373BE-37EF-44D3-B62C-FB39AE1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2E8C2-C87B-4E36-BB7B-4E6C0118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external-md-22-plotly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BEEC2-75FE-4B8F-80D9-58D3CB66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87855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A48D4-27F3-47FF-BD9F-02A610EE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926FD-3271-4239-8DAD-3142DA60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6CB8-EC5E-4220-A95D-19DDE2A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AEB5-2122-4DF6-AF57-D8F5F55F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31F43-35AA-4F83-9128-B3C3E720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'Plotly.py'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(https://raw.githubusercontent.com/plotly/plotly.py/master/README.md).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2C3B6-070C-4D86-B1EF-4FF0681F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A8680-B0A7-43CC-8CED-9335B4CB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F3D31-1197-4D39-BB1D-BF6F0CA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'Plotly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106DD-4D48-4331-B7CF-5F66433D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'Plotly changes product adoption, expansion, or monetization for Plotly.py.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354C2-6501-44EB-8A3F-6ECE564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7E7A8-894A-42A7-9583-B4AE1F70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962E4-7882-4597-B6A0-62C24B04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py' ( Use profile product-platform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EC886-3B72-43FA-B891-9E6CF708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py' ( Use profile product-platform changes product adoption, expansion, or monetization for Plotly.py.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EF5B2-7ABE-4482-B297-3C3E19B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ABB27-F993-4553-8913-B41B3DA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A2660-88DA-4E5A-A90C-C2FB6A6B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BE7D-7EB0-4BA5-9CDD-C39309AD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Plotly.py.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53D51-F64B-4FE5-91BA-4C9213B8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24AE8-2499-4C77-A103-6E733EE6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FF6C9-59A6-4755-9B61-EA4C437E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02ED8-DD52-46A6-B6CD-F3A7D78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Plotly.py.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90B2A-F0CA-4D90-9DF9-C1A0617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75DAA-8C52-4AD6-8297-8EF7E6A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181B3-6942-42E2-8324-73DBD7B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90500-07B5-476C-A000-C35EE45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Plotly.py.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D3EEB-DF13-4AAC-97B9-F217213D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703D1-D822-4694-9E6E-6778768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B980C-51D9-4031-A775-69CA1966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46024D-E312-4485-9FE7-B41677E6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Plotly.py.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FCE36-15AA-4ED1-8D02-3C194F0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6AB9D7-B207-4C3F-917C-566C1E5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02120-D831-4621-8F50-AE6F479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A5E95-27F8-4FF9-BA05-55204B3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E20EA-0633-41D7-8356-D9ABEE7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007FE5-1D2F-47A4-9B42-218990B7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60327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FD4C5-D35C-4A12-A828-22FB2EC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648DF-9383-4D01-A6C5-7C0C8A00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88071-049C-48EF-8A20-400C9F25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10FAF-CC49-44FF-BA91-14FF87B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ABB16-B4BA-40D2-8AC1-45601C6B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481AF-40DA-4E76-A451-43BC0B0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A59C8-43FF-46E5-BBFA-0BAF3D67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D759D-84DA-4968-B083-BAF34F7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A7B6F-C34A-4AD9-B425-1272B58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18D72-C238-45E6-8B3F-04CC5C5F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572C9-88CD-4E9B-8264-0213393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E3AB2-A70C-4124-BDDD-F0223179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978E3-7D10-4E88-8DCF-FC31FF68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8569D-04AB-4BF8-9294-0A6D0A71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567A6-F204-4A2C-A4E1-7C762C8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3258D-2302-42D0-932B-E0BBB062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A0E84-1742-4129-8C76-5EBD4F7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E8963-468C-4E7F-9605-C4A9A31C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0FA09-3F02-4D70-A571-D122ADDA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24CBB-56A8-458F-B0F9-9127533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C545B4-33B0-4EF6-B516-B87C5A77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6D773-8523-447B-9B52-B05C2424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EFFC0-2958-4E60-87A3-A9CE5CBB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0F9F8-8A2B-4F0F-A50A-A8EB600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17214-103C-4BA7-8E20-2DB710ED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DDB64-D91A-47CA-A7C4-F418F785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986EF-8E78-4BFB-BE48-2242545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75814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5420F-5C1A-4843-9047-AF35159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D8C6-2C33-4980-BB9D-B0BBE7A6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E0816-D921-4379-8702-1ED539A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2CE23-AB66-4242-9FBD-EF76AD60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F67AD-3180-4D59-B780-F4C11662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F523F-D8D0-4BBA-9A22-528FB6B8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241C-F7B6-4ABC-BEB5-2ABD0D7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3CF02-20A8-4785-8D7F-D26108F8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6D49B-0472-404A-920D-03F381EE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21A11-B380-4743-87E6-198A0AFE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4079B-214E-4113-8465-68760E5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72B84-5E9B-407D-8FC1-79F447C3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4410B-3FBA-49AF-96EF-4C3D9402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EFEBA-1785-4ECB-8F2C-86D21166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4E661-8DD6-421D-9836-FB382972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F35CD-36E6-493C-AA29-8CA7253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4C9A7-8B82-4F64-89BD-C50D5631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89DD1-C418-4EBA-B879-E05E3C1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8CA25-1007-4763-AF3E-9DDC538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9EA75-D4F0-402F-9532-376884F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06D36-640A-4F27-8B2E-A75D959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73487-7284-4A81-B490-60D179C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9CE75-8AB3-49AD-AD1A-AAA75C2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9770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02CD02-0519-4BE6-BC41-017EB6C8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712BC-7D3C-4F45-AB47-2DAA4812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34F25-FD43-4CB8-9A95-A3282A21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F7F73-63DF-4305-AD02-ADA79CD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693A1-063E-4ADE-AF6B-249C1724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C4959-9CEE-486D-91A7-8B25D391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330EB-BFB9-4CD7-A07A-1680DCC6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5DC7F-4B35-4FA7-9FC9-CA0FB2BB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D6498-74CD-45E5-B187-6F5F10A3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66F3E-31C2-4A64-8F34-887ACBB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C70EC-ED6E-4824-8C1B-7E6FD3F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74B1E-D22F-4B76-AABD-F6E127E4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5FF2B-37D9-4DF3-BFE8-38E5747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2EADB-E628-4658-8391-FB6F428C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1A38A-A588-418D-B9C9-3BBE418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20A75-8F0A-400E-9910-776ECCA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5DBF4-0B47-4F30-9753-6F509EFA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75E11-7B78-4EF1-BDC4-B07E9E4A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FB510-822D-4181-A7AE-DBF0E43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5FD5A-6968-4405-9475-0242090F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5429D-306E-40CC-AB51-256F5AA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BC2CA-A71C-497D-83C4-76926D0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8815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2026-06-30T13:05:24.6320000Z</dcterms:created>
  <dcterms:modified xsi:type="dcterms:W3CDTF">2026-06-30T13:05:24.6320000Z</dcterms:modified>
</coreProperties>
</file>