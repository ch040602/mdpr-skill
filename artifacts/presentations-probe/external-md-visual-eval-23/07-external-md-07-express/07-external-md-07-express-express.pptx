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d93018c55b4a22" /><Relationship Type="http://schemas.openxmlformats.org/officeDocument/2006/relationships/extended-properties" Target="/docProps/app.xml" Id="R71b10d1b275446bd" /><Relationship Type="http://schemas.openxmlformats.org/officeDocument/2006/relationships/officeDocument" Target="/ppt/presentation.xml" Id="Rcefb975d68db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90c5fe43d647aa"/>
  </p:sldMasterIdLst>
  <p:notesMasterIdLst>
    <p:notesMasterId xmlns:r="http://schemas.openxmlformats.org/officeDocument/2006/relationships" r:id="Rdd1642b8df8947fd"/>
  </p:notesMasterIdLst>
  <p:sldIdLst>
    <p:sldId xmlns:r="http://schemas.openxmlformats.org/officeDocument/2006/relationships" id="256" r:id="R84ffff8730064e0a"/>
    <p:sldId xmlns:r="http://schemas.openxmlformats.org/officeDocument/2006/relationships" id="257" r:id="R8a466ee51e814f20"/>
    <p:sldId xmlns:r="http://schemas.openxmlformats.org/officeDocument/2006/relationships" id="258" r:id="R017e1ca5a9e94d10"/>
    <p:sldId xmlns:r="http://schemas.openxmlformats.org/officeDocument/2006/relationships" id="259" r:id="Rb38d4a45b60b4868"/>
    <p:sldId xmlns:r="http://schemas.openxmlformats.org/officeDocument/2006/relationships" id="260" r:id="R87f41f58f67743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0c5fe43d647aa" /><Relationship Type="http://schemas.openxmlformats.org/officeDocument/2006/relationships/theme" Target="/ppt/theme/theme1.xml" Id="Re733841e4fa94630" /><Relationship Type="http://schemas.openxmlformats.org/officeDocument/2006/relationships/notesMaster" Target="/ppt/notesMasters/notesMaster1.xml" Id="Rdd1642b8df8947fd" /><Relationship Type="http://schemas.openxmlformats.org/officeDocument/2006/relationships/presProps" Target="/ppt/presProps.xml" Id="R0e6867b607b4405b" /><Relationship Type="http://schemas.openxmlformats.org/officeDocument/2006/relationships/viewProps" Target="/ppt/viewProps.xml" Id="R5d3cb12a62844ef0" /><Relationship Type="http://schemas.openxmlformats.org/officeDocument/2006/relationships/tableStyles" Target="/ppt/tableStyles.xml" Id="R4aae0324c3dc4929" /><Relationship Type="http://schemas.openxmlformats.org/officeDocument/2006/relationships/slide" Target="/ppt/slides/slide1.xml" Id="R84ffff8730064e0a" /><Relationship Type="http://schemas.openxmlformats.org/officeDocument/2006/relationships/slide" Target="/ppt/slides/slide2.xml" Id="R8a466ee51e814f20" /><Relationship Type="http://schemas.openxmlformats.org/officeDocument/2006/relationships/slide" Target="/ppt/slides/slide3.xml" Id="R017e1ca5a9e94d10" /><Relationship Type="http://schemas.openxmlformats.org/officeDocument/2006/relationships/slide" Target="/ppt/slides/slide4.xml" Id="Rb38d4a45b60b4868" /><Relationship Type="http://schemas.openxmlformats.org/officeDocument/2006/relationships/slide" Target="/ppt/slides/slide5.xml" Id="R87f41f58f67743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600fe83a115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c1862fe84f4b7f" /><Relationship Type="http://schemas.openxmlformats.org/officeDocument/2006/relationships/notesMaster" Target="/ppt/notesMasters/notesMaster1.xml" Id="Reb3e297dc66a47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c7c7ceb51b4012" /><Relationship Type="http://schemas.openxmlformats.org/officeDocument/2006/relationships/notesMaster" Target="/ppt/notesMasters/notesMaster1.xml" Id="Rd9ee7519e6294f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15edc04d234ed6" /><Relationship Type="http://schemas.openxmlformats.org/officeDocument/2006/relationships/notesMaster" Target="/ppt/notesMasters/notesMaster1.xml" Id="R28fe7f289a7143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baf8d913a94fc9" /><Relationship Type="http://schemas.openxmlformats.org/officeDocument/2006/relationships/notesMaster" Target="/ppt/notesMasters/notesMaster1.xml" Id="R64c8912cf48d49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1bc13437c347af" /><Relationship Type="http://schemas.openxmlformats.org/officeDocument/2006/relationships/notesMaster" Target="/ppt/notesMasters/notesMaster1.xml" Id="Rca285c0c048548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3e507edfb4d6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e68ec0ff6f442e1" /><Relationship Type="http://schemas.openxmlformats.org/officeDocument/2006/relationships/slideLayout" Target="/ppt/slideLayouts/slideLayout2.xml" Id="R73897467e3fc42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897467e3fc42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3fa009444e4e95" /><Relationship Type="http://schemas.openxmlformats.org/officeDocument/2006/relationships/notesSlide" Target="/ppt/notesSlides/notesSlide1.xml" Id="R1dacef81e5c642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53d37028664fb0" /><Relationship Type="http://schemas.openxmlformats.org/officeDocument/2006/relationships/notesSlide" Target="/ppt/notesSlides/notesSlide2.xml" Id="R170872d6e8ee43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f5e30814e04200" /><Relationship Type="http://schemas.openxmlformats.org/officeDocument/2006/relationships/notesSlide" Target="/ppt/notesSlides/notesSlide3.xml" Id="Rb433b1ceadd947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528376e46340d4" /><Relationship Type="http://schemas.openxmlformats.org/officeDocument/2006/relationships/notesSlide" Target="/ppt/notesSlides/notesSlide4.xml" Id="R3fe326281d0b48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c295346a084542" /><Relationship Type="http://schemas.openxmlformats.org/officeDocument/2006/relationships/notesSlide" Target="/ppt/notesSlides/notesSlide5.xml" Id="Rc713bf17a21643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106BA3-2769-4BE9-B866-97F221A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BAA85-B2BF-4738-8E49-F1F7CAB2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03422-7EC0-418C-A7CB-21068422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630F7-8654-4685-A473-7E83B4B6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EXPRESS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0842B-DC4C-48E0-A23E-1EADCC84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C8D464-A452-4838-8BD2-27C876F7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Express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engineering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001D9-68AF-4F37-B0F8-A55378B9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Express's technical narrative must stay precise enough for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builders and simple enough for executives.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688A7C-87F1-4A56-B0CF-F67C98D4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8B9CB-6EB4-4C27-B169-5151F901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B072B-9657-49C3-B0B2-9ABF69EB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28B09-A7AE-450C-852B-49ECFDDB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E06985-076A-4A20-8552-96D5B217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092E0-A2A5-449B-B902-F51FD48C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0AFEE-C101-4BCF-8F35-881E30E7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543AA-0A6C-4E2E-A03A-E28F9AC3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2701EE-684A-479D-8A2B-F09C2EE6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9EA0C-6FC7-423E-9554-0B139263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48831-7F4E-4688-BCB2-B94306D1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9E3FA-3178-41AE-B561-2120C79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8A29B-1D0A-4B0E-924D-44A7EC17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442C2-D69F-4F9F-9C6C-E10570F1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B56DB7-1855-4A6A-8AD1-7B9457D0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9F6D3B-4163-4CCE-B702-88AE23D4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795167-CA6D-4594-99D4-D87651BD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E9B891-C894-47A8-82E4-59BA1EB4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57B77D-80FF-455E-B2FE-DA405AD0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external-md-07-express | Presentation Create - Engineering Platform Deck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F7803-3848-4AB4-BBF9-D0AE77E2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99330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C2B3E6-AFE6-46A4-A13D-661D7BEF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F8553-F004-4017-9241-F22C6FF9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A1121-5FE3-4346-A7E5-25D50E60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A7B94-CACF-4FEF-90D9-86933A22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6BA27-9336-4FD9-A3CD-A8729DD6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'Express'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(https://raw.githubusercontent.com/expressjs/express/master/Readme.md). Use profile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engineering. The deck must turn README content into claim-title slides, one dominant proof...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1CAFF-BFD5-4D74-9D0A-6D377EFD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39A58-80D6-4870-882D-0DDB53D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B9E44-08E8-4EA8-AA48-DA4567DF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Build a five-slide battle probe from the external Markdown source 'Express' ( Use profile 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488BC-FF36-447C-91F8-73033A9F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Build a five-slide battle probe from the external Markdown source 'Express' ( Use profile engineering into an executive-readable system diagram with technical labels intact.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3959C-5A0C-4308-BD1D-9CBE4931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DA12D-6487-4B40-B7A3-1C400C62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E90EB-40EC-4E65-A46D-7D28D9D2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The deck must turn README content into claim-title slides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21257-C76E-4A17-B223-DA178A12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The deck must turn README content into claim-title slides into an executive-readable system diagram with technical labels intact.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D7E60-FAB7-45D2-A14B-304D0E06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DA35D-FDA3-40C0-AC69-238F01D4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DD112-F3BB-4EEB-8975-E4C6FE73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one dominant proof object per slide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BA7D51-096D-4976-8ABD-51A757C6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one dominant proof object per slide into an executive-readable system diagram with technical labels intact.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B0326A-627B-4111-96A0-A1688436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201CF-E717-46C4-8DAA-81EBF497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54CFD-A369-4FA2-A9C7-130148B2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source-aware footer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536B4-C868-4775-A4E5-81DC8FC9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source-aware footer into an executive-readable system diagram with technical labels intact.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72622-8463-42AD-A651-FA8C1C54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4CC658-E69A-4530-B7C1-C671DE68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0C444B-F74F-43A2-95E2-9B4D65FB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visible narrative spine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CD6E8-27FE-4070-94FB-188F29180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visible narrative spine into an executive-readable system diagram with technical labels intact.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C217C-E024-43CC-B240-2FF6A3F3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AA3196-E973-47F7-9DB3-CF6CD81D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E6B8C1-8724-4169-91D5-8879466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AI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06E127-6353-47CF-95AD-A5F8622B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Turn AI strategy into an executive-readable system diagram with technical labels intact.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4C6B44-E528-4072-A5CF-A2A4A689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247FBA-2208-4154-8C75-A06FA701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A2E7E-1AC2-4D56-B32F-DD03318F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F36DD8-B9EB-4C4A-A565-3F47C138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C6331-D124-4DC9-912A-AA490352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engineering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F9B75-8BEF-444F-997A-6C5EBDCA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937503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79960B-AC37-41DB-87A8-FBB1B650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33C58-25D8-4FFC-A1E0-06AE37E3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D1D31-8E49-4C12-903A-391349B5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1D13B-EF32-4B7F-9954-DBECAEB7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Technical precision should be visible without becoming a spec.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FF85C-9DBC-4124-8A48-245E65C5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BA45E-EB99-46A5-AE71-0484E962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59B06-5E8D-466B-AE21-21C7362F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09030-3255-4F01-918F-3CFEF2FA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50983-9651-46F7-9773-EBA695FE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5346A-9EEE-45B5-A0DC-80D48CB4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AI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930BA-2B45-420B-A248-56E656E7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A619C-931F-4085-BA1E-1EA2E156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7829C6-AF54-4AFF-AC62-8B0009E3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E4049-971E-41ED-B0A8-5E64C9F3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21702-D350-4827-8501-D8796516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B4E38-BF63-49F9-8DDD-DC91ACD7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8923E-B5E5-4247-AD3C-D59FCD39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D27F8-1968-4F4B-92DA-2E819869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CBD364-3AD9-4FA5-9B13-EB84CF98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FD9F4-048F-4D05-A3F5-01651BFB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1CC40-11EE-430A-85C8-30DC4261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E8F30-CAD6-4C9E-A9E3-D3EEF89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Revenue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87329-E302-404C-9958-B0017572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DB417B-66AB-4A1A-A26F-0FF4954C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0CFC6F-5B8F-4F96-92BA-BBDBAFCF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EB3D1-EE3A-4F87-8640-205A29F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engineering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F66C6-BA71-47DC-B469-CC47A6C3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844986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65E790-D783-41E7-8548-06505983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EF850-368B-4462-9E96-78D57A4B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ECCE1-368F-49FA-A713-826391B6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FA7C2-6514-4362-A1A8-5F52B441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F8D4C7-8C47-4477-BB26-097E8AEF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E87C5-D44F-41BE-A4B2-B260CA3C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BA82A-BA64-4F38-A878-9A429D3E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technical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5484D-E708-4A10-A920-8E038253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FD94A-B193-49BD-B58A-E326D969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353EE-487C-415C-8A31-47D83604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19ADA-4E04-4688-B85B-14EC8A27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developer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A95A35-2903-4D0C-A85F-EA7F3901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6B11F8-AC92-45C7-AAC5-C7A29DCC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07500-1C97-4EF0-B0FE-A40A0AC9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55A70-5D03-4B68-8AB0-16FD7C94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metric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55E14-4456-4F54-AC78-0EF2123A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D693E-B635-4B1E-AFA2-DC58B306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63136-15DC-4E6E-B0C1-5ACA5577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97CE0-5C93-4AD5-A91E-1904ADD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executive readability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7FD71-C373-4B01-B0AE-4EFB4219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diagram must preserve technical labels while staying scanable.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9A352-829B-4566-BCC6-61B36C57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946A6-2297-4D07-BD94-161B8AE9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4A173-E4C2-4EAA-B8C4-4F2D4121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81957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16442A-149D-47A3-AE87-9F750A36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552F6A-6C01-4998-8FD5-0AAF2400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C7E9D-ED57-46A3-863C-A9F58B8C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4485D-EAD5-4CF2-A8B0-1A709F2C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FBCC6-D38D-462C-B546-C36F8152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9E3C0-1470-484E-A2E9-2E88E9BD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2DF9F-BEB0-4194-9640-BE0B858B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1 link(s) plus attachments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76FE2-66AF-48B7-93FF-84391C50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8363F-73D2-45CC-AC85-D64A7460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F0455-6504-4180-AF1B-769D381D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4C1F33-E202-4758-BA5B-0410179F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7D23C-208D-4260-A9DD-E8AA8D16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6EB5F-2A00-4B82-8673-EF69CE19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6F5E4-F96C-4781-8C05-4ECE88F4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BFA8C-253A-45D3-A838-3CC0FA73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72858-7DF7-47E3-9A84-281C637C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37896-8BEC-4BBD-A9BF-3B3A5D91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FB7F2-224B-4802-9ED4-3F6A3608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84043A-5DA5-4C02-B9E8-F8F158DA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D44501-8DF5-4193-B5DC-2400DCE9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B4B41-4C44-4C3C-AF21-DBEEF87E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B456D-387B-450C-8D7D-90E9FA8D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12502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2026-06-30T13:05:16.4770000Z</dcterms:created>
  <dcterms:modified xsi:type="dcterms:W3CDTF">2026-06-30T13:05:16.4770000Z</dcterms:modified>
</coreProperties>
</file>