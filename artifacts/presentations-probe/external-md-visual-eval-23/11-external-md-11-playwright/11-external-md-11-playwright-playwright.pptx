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8b27f3d6134d40" /><Relationship Type="http://schemas.openxmlformats.org/officeDocument/2006/relationships/extended-properties" Target="/docProps/app.xml" Id="Ra4de201eddb04c9e" /><Relationship Type="http://schemas.openxmlformats.org/officeDocument/2006/relationships/officeDocument" Target="/ppt/presentation.xml" Id="R8f45f5870a4f4f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ac9e4fd97b4bc6"/>
  </p:sldMasterIdLst>
  <p:notesMasterIdLst>
    <p:notesMasterId xmlns:r="http://schemas.openxmlformats.org/officeDocument/2006/relationships" r:id="Rffae2200df6c4a55"/>
  </p:notesMasterIdLst>
  <p:sldIdLst>
    <p:sldId xmlns:r="http://schemas.openxmlformats.org/officeDocument/2006/relationships" id="256" r:id="Rc056c94f66364c0c"/>
    <p:sldId xmlns:r="http://schemas.openxmlformats.org/officeDocument/2006/relationships" id="257" r:id="R122d0ba1d57140bf"/>
    <p:sldId xmlns:r="http://schemas.openxmlformats.org/officeDocument/2006/relationships" id="258" r:id="R92a0a24c72dc4153"/>
    <p:sldId xmlns:r="http://schemas.openxmlformats.org/officeDocument/2006/relationships" id="259" r:id="R472491368e2e41e3"/>
    <p:sldId xmlns:r="http://schemas.openxmlformats.org/officeDocument/2006/relationships" id="260" r:id="R40289fcd4f5647c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ac9e4fd97b4bc6" /><Relationship Type="http://schemas.openxmlformats.org/officeDocument/2006/relationships/theme" Target="/ppt/theme/theme1.xml" Id="R04e915cbbbb24119" /><Relationship Type="http://schemas.openxmlformats.org/officeDocument/2006/relationships/notesMaster" Target="/ppt/notesMasters/notesMaster1.xml" Id="Rffae2200df6c4a55" /><Relationship Type="http://schemas.openxmlformats.org/officeDocument/2006/relationships/presProps" Target="/ppt/presProps.xml" Id="R4421d7b3e64d4a0f" /><Relationship Type="http://schemas.openxmlformats.org/officeDocument/2006/relationships/viewProps" Target="/ppt/viewProps.xml" Id="Re2964b54cef54ceb" /><Relationship Type="http://schemas.openxmlformats.org/officeDocument/2006/relationships/tableStyles" Target="/ppt/tableStyles.xml" Id="Rb15460285dac4e8b" /><Relationship Type="http://schemas.openxmlformats.org/officeDocument/2006/relationships/slide" Target="/ppt/slides/slide1.xml" Id="Rc056c94f66364c0c" /><Relationship Type="http://schemas.openxmlformats.org/officeDocument/2006/relationships/slide" Target="/ppt/slides/slide2.xml" Id="R122d0ba1d57140bf" /><Relationship Type="http://schemas.openxmlformats.org/officeDocument/2006/relationships/slide" Target="/ppt/slides/slide3.xml" Id="R92a0a24c72dc4153" /><Relationship Type="http://schemas.openxmlformats.org/officeDocument/2006/relationships/slide" Target="/ppt/slides/slide4.xml" Id="R472491368e2e41e3" /><Relationship Type="http://schemas.openxmlformats.org/officeDocument/2006/relationships/slide" Target="/ppt/slides/slide5.xml" Id="R40289fcd4f5647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57677a7840143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92a63bf11341c0" /><Relationship Type="http://schemas.openxmlformats.org/officeDocument/2006/relationships/notesMaster" Target="/ppt/notesMasters/notesMaster1.xml" Id="R38cc4bce2bd547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91373160f44315" /><Relationship Type="http://schemas.openxmlformats.org/officeDocument/2006/relationships/notesMaster" Target="/ppt/notesMasters/notesMaster1.xml" Id="R195fa36eec274b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09203f15b14f53" /><Relationship Type="http://schemas.openxmlformats.org/officeDocument/2006/relationships/notesMaster" Target="/ppt/notesMasters/notesMaster1.xml" Id="R32ec739645024a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3c44303ac547ed" /><Relationship Type="http://schemas.openxmlformats.org/officeDocument/2006/relationships/notesMaster" Target="/ppt/notesMasters/notesMaster1.xml" Id="Re71a2f9a5eeb45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cdfab8bc834b75" /><Relationship Type="http://schemas.openxmlformats.org/officeDocument/2006/relationships/notesMaster" Target="/ppt/notesMasters/notesMaster1.xml" Id="R3277a912036d49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c16d3643e34ae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9656b92cdc84d25" /><Relationship Type="http://schemas.openxmlformats.org/officeDocument/2006/relationships/slideLayout" Target="/ppt/slideLayouts/slideLayout2.xml" Id="R45b0b727a0d34c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b0b727a0d34c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2b75b0ca194a64" /><Relationship Type="http://schemas.openxmlformats.org/officeDocument/2006/relationships/notesSlide" Target="/ppt/notesSlides/notesSlide1.xml" Id="Rb710d4987bfe42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0a7d769a974089" /><Relationship Type="http://schemas.openxmlformats.org/officeDocument/2006/relationships/notesSlide" Target="/ppt/notesSlides/notesSlide2.xml" Id="R2433c2bf3a9741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bb0e56a3cd4a0f" /><Relationship Type="http://schemas.openxmlformats.org/officeDocument/2006/relationships/notesSlide" Target="/ppt/notesSlides/notesSlide3.xml" Id="R4f168852865b42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f3349056774261" /><Relationship Type="http://schemas.openxmlformats.org/officeDocument/2006/relationships/notesSlide" Target="/ppt/notesSlides/notesSlide4.xml" Id="R47c9e89e92e14b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167daf5b9a40f9" /><Relationship Type="http://schemas.openxmlformats.org/officeDocument/2006/relationships/notesSlide" Target="/ppt/notesSlides/notesSlide5.xml" Id="R9b3050c6cf57499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D0BAE3-3A19-4FDC-A77C-837768DF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28D8AC-B130-438C-9E62-98E56D29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C7168D-0DE9-4B53-843E-91A61F8D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3544BE-9A46-4FC9-821B-027B0215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PLAYWRIGHT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31CDB6-F423-4A40-B4AF-C0760875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Engineering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F0FA1E-0836-40A9-88D0-7DDD5C78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6477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Playwright</a:t>
            </a:r>
          </a:p>
          <a:p xmlns:a="http://schemas.openxmlformats.org/drawingml/2006/main">
            <a:pPr algn="l">
              <a:defRPr sz="39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engineering battle probe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0714D8-66C1-4904-8186-CBE869B2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3619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Playwright's technical narrative must stay precise enough</a:t>
            </a:r>
          </a:p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for builders and simple enough for executives.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3BC7D1-D53F-4A74-8562-074A905C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656A28-A081-4E30-AC58-EF3C436D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DAA91C-66E3-42A1-B545-E6BA85E0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6630C6-B49A-4F09-B9F5-E858203C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Narrative spine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4EA8CA-598F-4908-936D-C4105AF4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claim-first 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4F4A35-9009-43A7-A57E-10C35042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80FC48-5638-4187-BD5B-1B77B55E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B47D9C-8769-4680-BFFC-0D044D39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Required beats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E80036-6C89-4BC0-9F0C-70365AAE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from source prompt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57850D-69E2-4BDE-A257-BE87800E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4F5865-E6B4-4254-A0BF-A61A08F4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9394D1-225B-4031-8898-B9F23A50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Source links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87FDF4-0279-49FB-B6CE-643E9DD0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audit before final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89CDEF-3119-45F9-8504-1CB8B7FD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4373C0-D336-4232-ABA1-83801354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E3E4B2-09E9-412B-91CA-DC5EA172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Golden grade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9A679C-0F20-4F57-BEEA-C99D63F2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matrix reference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ED250A-ABC9-4D1D-9449-6569801A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B39CE8-184D-4136-8157-42268E36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Prompt external-md-11-playwright | Presentation Create - Engineering Platform Deck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C4DBB1-A4FC-48FE-9839-57CCD9E3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8616350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2CB3F5-D323-43DD-A565-5F17E26F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7F7031-0A4B-4ED6-836C-EBF619EF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1491DA-9613-4840-A62C-DEFA9741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 L A I M   S P I N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0C193-E38B-49A0-BE54-2D0591C1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Every slide needs a claim, a proof object, and a reason to exist.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9DC0BB-3DED-4885-B3B1-8D6AE755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952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Build a five-slide battle probe from the external Markdown source 'Playwright'</a:t>
            </a:r>
          </a:p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(https://raw.githubusercontent.com/microsoft/playwright/main/README.md). Use profile</a:t>
            </a:r>
          </a:p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engineering. The deck must turn README content into claim-title slides, one dominant proof...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6E16A2-90FC-4C37-B2E3-33FC7ED6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5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2A2883-A8BD-4DDB-916F-D22D028E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00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ADC1CD-FA7D-4DA5-B304-BF4FF929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38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Build a five-slide battle probe from the external Markdown source 'Playwright' ( Use profile engineering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B0F20C-E7C0-4583-8C77-0A9BA2CD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384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Build a five-slide battle probe from the external Markdown source 'Playwright' ( Use profile engineering into an executive-readable system diagram with technical labels intact.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826402-6884-4640-A38F-F4298365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99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440609-CC11-4E74-9942-3AC4239F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338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08E5EB-9DF6-4021-B516-A017795B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718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The deck must turn README content into claim-title slides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A43C8A-9166-4277-A619-17E99DFE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718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The deck must turn README content into claim-title slides into an executive-readable system diagram with technical labels intact.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5418D8-C1C0-41F1-BC8B-F278B00C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E82B91-1265-43CB-8E93-5CBBAB8A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672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1BE2B2-EE1D-4198-8CC7-35987736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052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one dominant proof object per slide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58F36E-BA9D-4236-A17B-A1381200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052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one dominant proof object per slide into an executive-readable system diagram with technical labels intact.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EBBFC6-409B-4FB2-B7D7-1718811D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51F4E6-E604-4A7A-A9AD-8A9FD4BC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006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514AD5-E4B5-4B3C-BA9B-5D4D3BA1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386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source-aware footer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611324-B49E-4A95-A35C-A26B1BB6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386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source-aware footer into an executive-readable system diagram with technical labels intact.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8F5405-0A42-41F9-B7A5-E67D05D8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01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057326-8BB3-4C51-9060-960FCC0C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340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0ED329-2396-4B8E-841A-08A973DB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720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visible narrative spine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4E611F-5D3E-48E8-A07F-EA2698D5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720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visible narrative spine into an executive-readable system diagram with technical labels intact.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88BC63-581D-4B44-BCF2-6E2F50C9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A64481-EB15-471D-8EE7-9BCFEE46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867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579944-F5CF-4F65-8753-4CD87E42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05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AI strategy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A17C76-1556-490A-A929-5CC9B713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7054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AI strategy into an executive-readable system diagram with technical labels intact.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614104-0243-4694-B10D-8CFBE8A5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24150"/>
            <a:ext cx="16383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B18498-4AC1-4753-BEDD-42F4DF81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71800"/>
            <a:ext cx="1257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NOUN-SWAP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C78E49-7FCF-4646-A261-5E7C7628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76650"/>
            <a:ext cx="1257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9E2EF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D9E2EF"/>
                </a:solidFill>
                <a:latin typeface="Avenir Next"/>
                <a:ea typeface="Avenir Next"/>
                <a:cs typeface="Avenir Next"/>
              </a:rPr>
              <a:t>If this deck still works after replacing the company name, the story is not sharp enough.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B7F9E6-A812-4C4C-86E3-80A6A7C9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814D89-2369-49A6-941E-CAB4E2A7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Profile: engineering | Battle harness requires profile-specific proof objects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7AA495-4DE3-44D3-BDD3-4D164B47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6853905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EC3D26-04B9-4CA1-8AB1-1A7E5359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5F59E5-591A-4D31-B0B1-BD3E71F6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5C3E84-FAF7-4ED5-A182-B6E9843A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 R O O F   O B J E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27DDCA-836E-466E-8F2C-52AD87E1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Technical precision should be visible without becoming a spec.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D069D2-A9CB-46CC-BDED-E15A577C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1BBDA7-A22B-4832-A70B-B4BEF764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Developer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81C2F6-5CDF-48CA-BB81-23999F5E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908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905BF0-03F5-48C4-8AFA-2BC8E7CC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E2167E-8070-4366-A037-B307C107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7F5ED1-2D2F-4527-A1CF-4FF7AD43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62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AI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EB30D2-A4D5-41A0-A0AE-999BBF56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337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E1E6A2-BBDD-40B8-8150-C8939EB39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713C4F-E7E1-40AA-88D0-45416EBF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A006C0-84FC-446F-9DE9-95EC9558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Data plane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0D15B1-719D-4199-B586-6C68C1D3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908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421A87-7A26-4E0D-BD67-602AEBF0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1CB702-93CD-4E47-876B-BF362E44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9085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13D977-3B0A-4F81-AC55-EF068548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62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Governance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F299D2-BD7A-4599-9015-9D7A935B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337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43A481-A745-4B03-93EC-51C1F88F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59D416-2B81-490B-8B0F-424BB6EC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F0EADD-188D-4E8E-A753-C0955BCE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Revenue proof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5DFE57-2302-4929-BB6A-A357B08D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86300"/>
            <a:ext cx="942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3D3FD7-8057-4795-A4B4-42A89B03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768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No generic feature cards: every module must either explain system motion or quantify adoption, expansion, efficiency, or monetization.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ED8E0C-405D-4F97-9065-C5160BB9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72CEDF-FF3D-4F42-A3EE-987AE604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engineering profile | Architecture, workflow, and KPI proof must share one visual grammar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2757A5-9A80-4546-9EE8-840AF71E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4380483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7F42BC-E8C8-4E56-8600-6F82A32C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D323DC-E0D6-4B08-858E-BF1F610A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74AF33-8422-4B2E-B7BD-3A5D26DE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 R O F I L E   G A T E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984ED9-0363-4EFC-AF3F-51BFDEF9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Different domains should fail for different reasons.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2BF8C6-6C9C-4386-838D-E54EB28E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A6D022-9969-4704-A7CD-E7A2A03F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8B2132-D36C-43E6-8002-52724E9D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technical 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A4E5E1-45D0-4C32-B474-286349F0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241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diagram must preserve technical labels while staying scanable.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D42D85-8503-4037-8A2D-79F1CB4B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479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7820BC-1E2B-4AB3-A3A1-7627B1C0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574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AB55D4-0CE3-4759-8FE8-0F6ACF6E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developer workflow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8454A8-3906-4976-895E-7343AB69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241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diagram must preserve technical labels while staying scanable.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6DF35C-1647-43D9-95F3-471A63E7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94CA4C-7407-4363-A389-1ABC14C4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9147EA-3FFD-47DE-9540-88046A29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14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metric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55AEE9-FBD1-4E81-87FB-8A0E2728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814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diagram must preserve technical labels while staying scanable.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5CE745-D044-4E06-A053-8858D097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052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065273-CAF1-4BCC-87A6-B7DD58FB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995BE0-1C91-4D13-8E36-FCB8000F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14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executive readability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A2CDF9-D919-4A9F-A6A0-E5A80383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814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diagram must preserve technical labels while staying scanable.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7BC466-3FEA-4AE7-ACC7-4DBA9167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819980-4F88-4C1F-AE1C-8314B833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Battle harness | Profile-fit and template-fidelity get scored separately from beauty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E2D8DF-3D84-465C-9B8D-4C361724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3673264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BFF365-010D-45FF-87F6-9173B90B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249C99-54B1-4319-8E8D-31C88337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46014B-7C1C-4C5E-821E-16FB784D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 A T T L E   V E R D I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B14DDF-9333-4938-9C8E-4CDED83E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What the full skill run must do before calling this done.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5EF5BD-9577-46B7-B560-6967DFA2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Source extraction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13A870-EB09-44CC-8C89-9BA66587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050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C526F4-A8D1-4449-ABA2-8ADECDC9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1 link(s) plus attachments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E527DA-F128-4C38-BDF0-EAE155BC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Design lock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73B0F1-932A-40BD-B2DB-DF145692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480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9F1655-1893-4D46-AA87-9983F260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337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profile-specific grammar before slide modules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B1E6B4-2332-45D9-B9CD-40C1BDFB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76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Rendered QA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76F413-8BEE-4D9D-AFFE-128F3290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909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0AA974-B497-4CF8-95EC-8FE27C0A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766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contact sheet, layout JSON, package checks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024279-3709-449D-93F7-36BA120D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9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Opus delta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F1E2EA-26EB-428E-90F2-5CB1CDF1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339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06F048-6958-42E7-8551-1FF4B98B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196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name where this wins and where Opus still wins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207ABC-F331-4255-BD43-CBFCF2D8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47900"/>
            <a:ext cx="20383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C2552D-A885-4669-BFBA-1F533F94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47950"/>
            <a:ext cx="1219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8277A2-0450-4822-BF86-EE9BC45F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05200"/>
            <a:ext cx="1028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probe score</a:t>
            </a:r>
          </a:p>
          <a:p xmlns:a="http://schemas.openxmlformats.org/drawingml/2006/main">
            <a:pPr algn="ctr">
              <a:def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out of 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389650-4BF5-4367-8D98-04921AC4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4C3841-792E-4B56-A9C7-D8F88D3E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Score is a harness probe score; full deck still requires prompt sources and final deck QA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36AAF4-647C-42D3-B0CB-9D1BE427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118786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2026-06-30T13:05:18.7030000Z</dcterms:created>
  <dcterms:modified xsi:type="dcterms:W3CDTF">2026-06-30T13:05:18.7030000Z</dcterms:modified>
</coreProperties>
</file>