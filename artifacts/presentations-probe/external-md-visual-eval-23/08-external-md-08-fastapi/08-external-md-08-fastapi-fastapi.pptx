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5b0eeb5cc46f5" /><Relationship Type="http://schemas.openxmlformats.org/officeDocument/2006/relationships/extended-properties" Target="/docProps/app.xml" Id="Ra8ab08e2ca3f4b49" /><Relationship Type="http://schemas.openxmlformats.org/officeDocument/2006/relationships/officeDocument" Target="/ppt/presentation.xml" Id="Rfae8ab2c54aa4e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9729a52da04879"/>
  </p:sldMasterIdLst>
  <p:notesMasterIdLst>
    <p:notesMasterId xmlns:r="http://schemas.openxmlformats.org/officeDocument/2006/relationships" r:id="Re29400901dfc46a3"/>
  </p:notesMasterIdLst>
  <p:sldIdLst>
    <p:sldId xmlns:r="http://schemas.openxmlformats.org/officeDocument/2006/relationships" id="256" r:id="R2fbdf5ba1806403c"/>
    <p:sldId xmlns:r="http://schemas.openxmlformats.org/officeDocument/2006/relationships" id="257" r:id="Rd655fe5f59554bec"/>
    <p:sldId xmlns:r="http://schemas.openxmlformats.org/officeDocument/2006/relationships" id="258" r:id="R0a3fba0716004ddc"/>
    <p:sldId xmlns:r="http://schemas.openxmlformats.org/officeDocument/2006/relationships" id="259" r:id="R72e9247ff0394c7d"/>
    <p:sldId xmlns:r="http://schemas.openxmlformats.org/officeDocument/2006/relationships" id="260" r:id="R22a0a3a160d847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729a52da04879" /><Relationship Type="http://schemas.openxmlformats.org/officeDocument/2006/relationships/theme" Target="/ppt/theme/theme1.xml" Id="R40f58ab43cc746db" /><Relationship Type="http://schemas.openxmlformats.org/officeDocument/2006/relationships/notesMaster" Target="/ppt/notesMasters/notesMaster1.xml" Id="Re29400901dfc46a3" /><Relationship Type="http://schemas.openxmlformats.org/officeDocument/2006/relationships/presProps" Target="/ppt/presProps.xml" Id="R7bc65d2f04c3421c" /><Relationship Type="http://schemas.openxmlformats.org/officeDocument/2006/relationships/viewProps" Target="/ppt/viewProps.xml" Id="R88cd4275d25c4796" /><Relationship Type="http://schemas.openxmlformats.org/officeDocument/2006/relationships/tableStyles" Target="/ppt/tableStyles.xml" Id="R9773219e2df042f4" /><Relationship Type="http://schemas.openxmlformats.org/officeDocument/2006/relationships/slide" Target="/ppt/slides/slide1.xml" Id="R2fbdf5ba1806403c" /><Relationship Type="http://schemas.openxmlformats.org/officeDocument/2006/relationships/slide" Target="/ppt/slides/slide2.xml" Id="Rd655fe5f59554bec" /><Relationship Type="http://schemas.openxmlformats.org/officeDocument/2006/relationships/slide" Target="/ppt/slides/slide3.xml" Id="R0a3fba0716004ddc" /><Relationship Type="http://schemas.openxmlformats.org/officeDocument/2006/relationships/slide" Target="/ppt/slides/slide4.xml" Id="R72e9247ff0394c7d" /><Relationship Type="http://schemas.openxmlformats.org/officeDocument/2006/relationships/slide" Target="/ppt/slides/slide5.xml" Id="R22a0a3a160d8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d52bd8a5ce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6cf737b1c8448b" /><Relationship Type="http://schemas.openxmlformats.org/officeDocument/2006/relationships/notesMaster" Target="/ppt/notesMasters/notesMaster1.xml" Id="R0c0e88a6fc55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23dc0e1f84ab3" /><Relationship Type="http://schemas.openxmlformats.org/officeDocument/2006/relationships/notesMaster" Target="/ppt/notesMasters/notesMaster1.xml" Id="R66f7fbc9bc3d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593eb8c35f441f" /><Relationship Type="http://schemas.openxmlformats.org/officeDocument/2006/relationships/notesMaster" Target="/ppt/notesMasters/notesMaster1.xml" Id="R4315ffd8e47a45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2304bd20fd4f83" /><Relationship Type="http://schemas.openxmlformats.org/officeDocument/2006/relationships/notesMaster" Target="/ppt/notesMasters/notesMaster1.xml" Id="Rd02eba13b0b446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5adaa23e8349fc" /><Relationship Type="http://schemas.openxmlformats.org/officeDocument/2006/relationships/notesMaster" Target="/ppt/notesMasters/notesMaster1.xml" Id="R42217be0da27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44f15ab124a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9979a717e12424c" /><Relationship Type="http://schemas.openxmlformats.org/officeDocument/2006/relationships/slideLayout" Target="/ppt/slideLayouts/slideLayout2.xml" Id="R8a217d946ca444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17d946ca444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f6aee77434830" /><Relationship Type="http://schemas.openxmlformats.org/officeDocument/2006/relationships/notesSlide" Target="/ppt/notesSlides/notesSlide1.xml" Id="R081a32b40b4b46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15319b82f14ab5" /><Relationship Type="http://schemas.openxmlformats.org/officeDocument/2006/relationships/notesSlide" Target="/ppt/notesSlides/notesSlide2.xml" Id="R1402855a12be42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ca26c571654508" /><Relationship Type="http://schemas.openxmlformats.org/officeDocument/2006/relationships/notesSlide" Target="/ppt/notesSlides/notesSlide3.xml" Id="Rcf4051a65ce645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7b98ad5c704ccb" /><Relationship Type="http://schemas.openxmlformats.org/officeDocument/2006/relationships/notesSlide" Target="/ppt/notesSlides/notesSlide4.xml" Id="R19568838d8fa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b08599e90e429f" /><Relationship Type="http://schemas.openxmlformats.org/officeDocument/2006/relationships/notesSlide" Target="/ppt/notesSlides/notesSlide5.xml" Id="Rff4f912858c84aa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94614E-DE68-4A3B-8725-6EB39B0C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01796-2FF4-4A5F-892E-16350EAD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C297B-3D96-4CC1-B8A5-77BAB16B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825AC-34EC-47CE-80C9-954D53F1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FASTAPI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63C15-BBEF-4040-877A-FA230540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69ACE-41FF-4416-8252-D61D2612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FastAPI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90820-7597-423B-8D2F-C41CA140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FastAPI's platform breadth needs to resolve into adoption,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2F045-5DF3-4EC3-8A9C-6031B5C5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13C5FA-E14A-47E8-AAED-FD83991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3B33F-7080-4D69-B6F8-A9A3A21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2A395-BAD6-4A82-9929-F35D97ED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AB3DA-F7DA-4DDA-B2AC-A7BCE3DE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4A87E-E9FC-4141-9822-784EDB3D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8AE8D-43B5-4BB1-84BF-AE6BD2A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0DD0B-960A-4B08-9699-C29447F5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41772-6342-47B5-8BEF-310698E5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7CEBD-9EDC-4109-8355-933FC758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FCE66-2854-4205-AD9A-07C9D3AC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CA1F8-1659-4669-AC6E-E5FCBC5E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F79C4-8D76-4DA3-BE78-5C0D786D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C404D6-F203-45E3-A0AA-D7EB2E42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EC893D-BB83-4D97-9CA6-C2E36DC7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68897-A963-439E-8C63-DA2B77F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27550C-A4CA-46A6-90F8-966EAE51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6757C-F6D9-4F8B-9C8A-F07A21A1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0CF40-D9A7-4014-B44D-967CCA8C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external-md-08-fastapi | Presentation Create - Product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857E52-108E-446C-A10F-82862B2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83951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06F128-F7FA-4847-A13E-3849314F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0AA6D-C05F-468C-A1ED-E5EF7B2F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070F4-E6B8-41C7-9BDF-2835782D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72235-8D28-4399-910C-1E6D90BB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4B711-2F52-4960-A1CB-7F674778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'FastAPI'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(https://raw.githubusercontent.com/fastapi/fastapi/master/README.md).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product-platform. The deck must turn README content into claim-title slides, one dominant...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71FE6-FAD7-4F37-B561-72FCA338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17AC8-C551-4420-9703-19B25943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F91F9-2D79-4881-A48C-DA0A055B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'FastAPI' ( Use profile product-platform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7CEB9-9DA8-4E6E-A50E-6C1DA531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Build a five-slide battle probe from the external Markdown source 'FastAPI' ( Use profile product-platform changes product adoption, expansion, or monetization for FastAPI.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82119-724F-47D3-AE74-E2E34615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10FE6-6EDE-4CDC-8468-3CC8412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403CE-EA22-48D0-9892-FC8E5EB1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78D6E-8160-49F6-8B44-13813515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The deck must turn README content into claim-title slides changes product adoption, expansion, or monetization for FastAPI.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86727-95AB-49E2-A262-C1927A12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A10A6-DD3E-4485-9A6E-384FE2C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4DE00-8C08-4CDD-B9E1-0D4C8099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CE264-BC49-4763-8880-DF7B2649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one dominant proof object per slide changes product adoption, expansion, or monetization for FastAPI.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469A7-B7CD-4EA3-9304-032A7E84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D86FF-C8AC-4351-946E-2CC88CB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F1FB88-0ADE-45D1-8778-60C8E5B2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96244-8C95-42C3-B6C7-EE88F9ED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source-aware footer changes product adoption, expansion, or monetization for FastAPI.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A617E7-AE5A-4AA7-8F12-F46EAD88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01C49-B1B4-4301-9CA8-1F375CE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1F260-75E0-437B-B3BC-708E776C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1371DF-7881-4A46-B694-AF3A3D52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visible narrative spine changes product adoption, expansion, or monetization for FastAPI.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678E1E-D029-4142-93AD-3F0E64FF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A4079D-72EC-4CBB-8892-25C11B9C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0BE6CC-3F19-451F-8DDA-8E248A3E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87C0A-E135-4EF7-9027-58C20EBE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FastAPI.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40DE8-AC33-45AA-9A72-679F6685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A22BF-4945-4357-AC04-1FE001D8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CD97D-9D45-4647-BBD5-920E72F1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02BEE-04F3-40BD-A52D-E1A428C7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3F16F-5BCE-486B-B113-6F6CF75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24793-E556-4C9E-919F-4EDB42C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52963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A0333-1501-4F6C-937E-4C2C8096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7145B-7B88-40A5-A4C5-4B1873E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BF3EC-F0BE-4319-ADB2-ADE7EE5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BDDF2-0524-44B9-9F87-971F36D1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E32EC-2573-4D71-A761-B06E19B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E191-7C35-4C08-8C78-8683187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44E1B-9004-47FD-9E2F-1161244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0458-7310-4AC8-B41A-6C9F84C3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46347-EE0B-42B4-884B-7C78B26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D1846-BAAC-4576-8F5D-98410EE6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12363-8682-4879-AD91-86D6F39E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8E316-4555-47B9-BD23-2E25310F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2BAD0-B4A3-431F-8FF3-3A5BADE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16AF6-B94C-40F8-8A21-1C2281B6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02D91-5C8D-4CF1-B1CB-3ACEB9F0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8D7EB-0B4B-40E2-87B6-59DF9804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17E1BE-3837-41A7-A176-AED62578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5C02E-1568-46E5-ACC8-867CE590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ACDC6-4484-4551-BF54-542B1462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5F3FB-32F5-4449-8DE9-132356A0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88F40-FE7B-4333-85A2-D4536F0D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CF1429-00ED-4CEE-ADC9-82CBCA1F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F4C31-2FA1-44DB-B22B-2CE265B8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B43BA-1019-482E-B19E-95B85139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36ABB-23DA-457C-A6B1-558C0CA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6883C-463E-4EE9-8C1A-BB9E2947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5E41E6-C138-4483-87BB-F8B88017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3919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7B7F7-12D9-44E1-A450-3B02D9A1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836E2-3980-49DC-A0C7-F815D8EA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16986-3656-465B-A407-7B61428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69F29-7501-446C-ABA2-6F8BE18C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17C27-6F24-44B9-A7F0-F498432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F5CEB-354A-4017-BA58-3ADF2FB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D4498-9E7D-41AE-990E-E86BD90C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AF4FE-ACD8-495A-9266-9DF872F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5BCBF-B203-4EE9-AD6C-A32739C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0F4FE-126A-4E6B-A68E-A22BB847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BBF0-29E5-49AE-A262-F59A38E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E4FEB-0981-4F4B-BDFE-676A1476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BC08A-2000-4ABA-91D7-BE022397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4B198-F098-42BF-9AA7-54F103B0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9C7E3-5259-4C92-9315-D380A2E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C7042-CBE9-4AC3-8E1B-4DC016F8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A0B5D-025E-4A63-9D01-679F492B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18EB8-7F37-4935-80C3-958C09B5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A9644-1812-4B56-8635-82BB2BB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0EF5F-4DC0-43DB-B47C-54230191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271E9-793B-4099-A045-C80C6573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538AE-6432-490C-BCC3-DC99973D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217A7-1A97-4773-9EE4-E32E95D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082830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4DBC2B-9C11-4C05-86D7-522B18B4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F51F7-E136-4500-99F7-3A37342B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D2C28-B4AD-4C34-AE52-09482710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0653E-9EFE-4D2F-9AD9-4FF9497B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EFF67-81D7-477E-9C2B-C6D65F33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27D79-51DB-45B1-A7A2-71023C74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D20D0-F77F-466C-BC8D-692ADC2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D5EF4-2961-4C53-852C-D58F0712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D0E7B-F9FD-4585-8396-2F94698F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39C09-6E50-4BCF-896D-E19A1B11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FBD4-0E17-48F5-B4DE-F55CDCB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B3256-2D45-44F9-84B4-F67F83DB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58F32-8346-4C18-987F-4EBECF17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3147C-EF93-4FA8-B774-21C3CD2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1304A-E680-4BE3-9235-9306D1FC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DADB7-1EEE-444F-8461-3169EAB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66BD2-9BA7-45A4-A3A9-4F8BFAF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86043-31A6-4CE8-B43B-1EFBBDA9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E36D5-8D9A-4AB0-BC40-7C75E5C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30E35-3ADE-4616-83AD-5114AFA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85A3E-00FF-48DF-834D-1CAB9BD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CA061-67D5-444C-A6B0-E1D5EF0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1173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2026-06-30T13:05:17.0260000Z</dcterms:created>
  <dcterms:modified xsi:type="dcterms:W3CDTF">2026-06-30T13:05:17.0260000Z</dcterms:modified>
</coreProperties>
</file>