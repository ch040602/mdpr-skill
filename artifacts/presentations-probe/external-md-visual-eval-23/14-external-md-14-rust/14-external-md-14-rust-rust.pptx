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0c28d80cf547c6" /><Relationship Type="http://schemas.openxmlformats.org/officeDocument/2006/relationships/extended-properties" Target="/docProps/app.xml" Id="R264768f96e66435d" /><Relationship Type="http://schemas.openxmlformats.org/officeDocument/2006/relationships/officeDocument" Target="/ppt/presentation.xml" Id="R3e98cb73faaf42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38d95cc0514ebb"/>
  </p:sldMasterIdLst>
  <p:notesMasterIdLst>
    <p:notesMasterId xmlns:r="http://schemas.openxmlformats.org/officeDocument/2006/relationships" r:id="R081095657cb54277"/>
  </p:notesMasterIdLst>
  <p:sldIdLst>
    <p:sldId xmlns:r="http://schemas.openxmlformats.org/officeDocument/2006/relationships" id="256" r:id="R6596fd191e6a44fa"/>
    <p:sldId xmlns:r="http://schemas.openxmlformats.org/officeDocument/2006/relationships" id="257" r:id="R70991ca457884223"/>
    <p:sldId xmlns:r="http://schemas.openxmlformats.org/officeDocument/2006/relationships" id="258" r:id="Rc93606b141c140d2"/>
    <p:sldId xmlns:r="http://schemas.openxmlformats.org/officeDocument/2006/relationships" id="259" r:id="R669e63b9528c4167"/>
    <p:sldId xmlns:r="http://schemas.openxmlformats.org/officeDocument/2006/relationships" id="260" r:id="R28d7bb3c6ec949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8d95cc0514ebb" /><Relationship Type="http://schemas.openxmlformats.org/officeDocument/2006/relationships/theme" Target="/ppt/theme/theme1.xml" Id="R97ff20ccd4fd4fcc" /><Relationship Type="http://schemas.openxmlformats.org/officeDocument/2006/relationships/notesMaster" Target="/ppt/notesMasters/notesMaster1.xml" Id="R081095657cb54277" /><Relationship Type="http://schemas.openxmlformats.org/officeDocument/2006/relationships/presProps" Target="/ppt/presProps.xml" Id="Rdf275eb4a20c4310" /><Relationship Type="http://schemas.openxmlformats.org/officeDocument/2006/relationships/viewProps" Target="/ppt/viewProps.xml" Id="R36e62dfb5a33406a" /><Relationship Type="http://schemas.openxmlformats.org/officeDocument/2006/relationships/tableStyles" Target="/ppt/tableStyles.xml" Id="R048521b99e194a26" /><Relationship Type="http://schemas.openxmlformats.org/officeDocument/2006/relationships/slide" Target="/ppt/slides/slide1.xml" Id="R6596fd191e6a44fa" /><Relationship Type="http://schemas.openxmlformats.org/officeDocument/2006/relationships/slide" Target="/ppt/slides/slide2.xml" Id="R70991ca457884223" /><Relationship Type="http://schemas.openxmlformats.org/officeDocument/2006/relationships/slide" Target="/ppt/slides/slide3.xml" Id="Rc93606b141c140d2" /><Relationship Type="http://schemas.openxmlformats.org/officeDocument/2006/relationships/slide" Target="/ppt/slides/slide4.xml" Id="R669e63b9528c4167" /><Relationship Type="http://schemas.openxmlformats.org/officeDocument/2006/relationships/slide" Target="/ppt/slides/slide5.xml" Id="R28d7bb3c6ec949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5d56acad5ea44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486e765e0b423f" /><Relationship Type="http://schemas.openxmlformats.org/officeDocument/2006/relationships/notesMaster" Target="/ppt/notesMasters/notesMaster1.xml" Id="Rbf696b10cdd34f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c4949a6e4b4c05" /><Relationship Type="http://schemas.openxmlformats.org/officeDocument/2006/relationships/notesMaster" Target="/ppt/notesMasters/notesMaster1.xml" Id="Rb845911a2f8344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c954ff19f14d54" /><Relationship Type="http://schemas.openxmlformats.org/officeDocument/2006/relationships/notesMaster" Target="/ppt/notesMasters/notesMaster1.xml" Id="Rc5bcf408062e46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59965c05824679" /><Relationship Type="http://schemas.openxmlformats.org/officeDocument/2006/relationships/notesMaster" Target="/ppt/notesMasters/notesMaster1.xml" Id="R39979474efe149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76885c4dd74bfa" /><Relationship Type="http://schemas.openxmlformats.org/officeDocument/2006/relationships/notesMaster" Target="/ppt/notesMasters/notesMaster1.xml" Id="R29a94d9aad9b4c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690b45dc14e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20efe7766664fe2" /><Relationship Type="http://schemas.openxmlformats.org/officeDocument/2006/relationships/slideLayout" Target="/ppt/slideLayouts/slideLayout2.xml" Id="Re11d9b6d49fe4b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1d9b6d49fe4b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185076e8074049" /><Relationship Type="http://schemas.openxmlformats.org/officeDocument/2006/relationships/notesSlide" Target="/ppt/notesSlides/notesSlide1.xml" Id="Rcd17aed88b0d40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e189d97f914941" /><Relationship Type="http://schemas.openxmlformats.org/officeDocument/2006/relationships/notesSlide" Target="/ppt/notesSlides/notesSlide2.xml" Id="R3d111638410d4f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a8475ae9f14224" /><Relationship Type="http://schemas.openxmlformats.org/officeDocument/2006/relationships/notesSlide" Target="/ppt/notesSlides/notesSlide3.xml" Id="R64a106e3c6c842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5873531a8847cd" /><Relationship Type="http://schemas.openxmlformats.org/officeDocument/2006/relationships/notesSlide" Target="/ppt/notesSlides/notesSlide4.xml" Id="R49a17bbdbd6e41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6aee5e57f147ae" /><Relationship Type="http://schemas.openxmlformats.org/officeDocument/2006/relationships/notesSlide" Target="/ppt/notesSlides/notesSlide5.xml" Id="R83ee128f41c646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4500F9-9697-4943-B671-9CF7D858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C2C28-EC58-4291-B718-A2225DBD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BE1F0-199F-489E-ACCC-2105DE43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F7F39-D71E-4901-8C5E-0E2744F3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C30A3-944E-48DA-BA20-C644DB6B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ADF3A-C735-48BE-B0FC-D480A100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Rust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BEBC7-A2A2-4F2C-BC43-8143FF49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Rust's technical narrative must stay precise enough for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6162B-8842-4CD3-95A5-88BFC51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E979E-35B8-4F51-B9C5-EA53C221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5BC0C-B0D9-4754-9F95-7F972DB3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75D9C-EBC1-47FD-BC6C-7DE6F816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B7FBD-7AF0-4579-A8A8-238A985B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252E6-7F24-40FC-A90D-599FDA04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85053-D490-4B61-A3EC-EF93FDBE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A75B8-A5A4-40C5-9032-C1C67DB3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E197C-14C3-4689-902C-EAEE51AC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C316B-BA65-41F0-9857-48D3A0E7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59AAC-BEA5-4B7D-A603-B860282F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88D6A-B6FB-4069-BB30-2B91660B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D6499-174C-43D6-8372-D5B43FE7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A6E57-A096-4F1A-8C98-7E703BA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8DE0B-8AAF-435A-9C17-5BD5AF4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D67DE-78E0-47C2-8A36-59AA8700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7CE45-F1E7-491A-B3B4-A6C95AC6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4DD38-3D5F-4AA4-A8B7-A38D0D97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D8D5A-64AE-40A6-B541-473380A5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external-md-14-rust | Presentation Create - Engineering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7E76AE-F39D-4E14-9A7B-1ADB7761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376687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466FEE-90CF-41E9-9DCA-FDD7D50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D8C7D-4343-46BD-B4D2-6D02FEBE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03244-CA6F-4646-8A31-B49280E1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AF3F7-CA5E-4A38-8662-E87B1047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50775-EF42-49AA-A796-5A929213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'Rust'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(https://raw.githubusercontent.com/rust-lang/rust/master/README.md).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engineering. The deck must turn README content into claim-title slides, one dominant proof...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46D14-2306-4536-915B-572CB9F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9EC7C-C3C7-4F74-B6C7-281ECEE9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CC7A0-74FD-4C8F-BF56-0C6A237C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'Rust' ( Use profile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1A025-1E76-492E-A7CF-18652E2F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Build a five-slide battle probe from the external Markdown source 'Rust' ( Use profile engineering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99366-41E0-45ED-B5C4-4BC64015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EF5AC-6452-49FD-802A-FA7F5E59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DA7826-9D43-4A64-A483-6C83743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2E4AD-D6AA-4D03-A982-6D6CCC56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The deck must turn README content into claim-title slides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534DA-63FA-4944-BB51-D13181FD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52698-621C-47C9-AB90-C3FB9BC4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63533-0F28-4E11-A6D0-25ABC0E5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29868-690B-433A-8B5E-9A5EB958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one dominant proof object per slide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4CB91-8973-44A9-BFE1-8D904E6B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16FA6-F406-46A4-ACFD-E1BD565B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19E89-9C30-4D63-A12F-8E969136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CF3DD-FF53-4C46-927E-E66EC81F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source-aware footer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A07BC-24DB-49B4-80A1-DA0F88E9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6AA2B-D1D9-4696-850F-92BAB0EA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85E20-32A5-4182-9F4A-ACAF08EB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F0D2C-36C0-4CDD-B7C0-F3CE2FEA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visible narrative spine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A4220-A14E-4F36-805F-EA23A6CB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7D7D9-0C63-4C34-8D38-C7FC2F5C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47CFA6-610F-4ED2-B4E9-C2004949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E155FC-FA69-462C-949D-F96525EC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ED6B15-C73F-4F10-8C64-1F479C5B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2E7D4F-E0DB-4519-B6A6-C45A395B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C93B6-1B10-48C7-B56D-426D5776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D22E6-F152-4B57-9266-7B726835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FE830B-71A7-41F2-9345-8CB0541C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A5B657-A63D-4CA1-B4DF-37DD8CBF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06480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3760C-F34D-4764-B16C-BBA27E01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55F46-2A0F-4FDC-80F2-E45DA47C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FFBEA-D5B1-402A-8DCD-65DF6226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ED957-4951-40FB-9CEB-98277727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A857E-F9A6-4FD0-BCA7-CF1410CE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C998B-B744-4A8B-A0F4-C2AC38F4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B2BA3-4988-4CD6-B552-FBF04C7A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5F845-ADD8-47DC-A55C-1850D114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F96EC-8C25-43F6-8B5A-257742E3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F9037-505D-4269-8147-B343F794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38F13-5AB5-4C24-9C40-1C75267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7A395-6CC7-43EC-A39F-0D274149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8A97E-E31B-4368-88AE-B2EE1D4B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F7CFD-8AEA-4437-ABA3-08EB93A3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55779-F3D6-4FE1-8B76-0BB784F9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70B75-0070-46A8-9054-FBF36734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C4357-E894-4351-B984-E91A57E3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25C08-0F4A-4147-934A-C1C19C5C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39501-32E9-4796-B768-F6EBBAE9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9D256-D1F3-45AD-9622-AA929B18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9AE44-CD9E-4CA3-8ABF-4A96D276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0271D-25A6-49B9-BA85-83DB4703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DA095-E3EF-420E-B657-85D4D904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8F26E-0094-4C4E-A2FC-D7E3EB4A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F6022D-8DFC-4ACD-9EBC-1C53EF58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2210E-82F2-4FAB-A780-B5F35F3E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71BBD-3B63-422B-B115-C894592B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381438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D646F2-5D41-4B8D-A4B2-1C3E7CD6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834E8-ECF7-4682-A9AD-3AFB290B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A81FF-4589-4566-8C18-58BA20CE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34AE4-0ABB-4BC7-A120-FE17C71C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CC808-8F3F-4553-B8C5-80D25225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25293-2CEA-49C5-BB78-3C0B8FA0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25BB1-71F9-41B1-A504-C50A39B4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23B08-92B0-4551-A7E7-A432BEA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13CAA-2BBE-49AD-B334-92AF92F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6229D-B037-49D6-BD20-8CDB0AF5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8377C-BFD6-4EC9-A147-48B55780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E4EE2-3713-48E8-91E4-4510264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4A03C-0696-4767-A4A0-CF0EBB7B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3EA15-D2D9-4CE8-BDE1-01694BF6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DC0BE-B953-4E6D-BD10-B7C56F34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7E825-3BFD-4A0B-86F1-3930BBA3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4C4CF-A585-4909-A20A-8FADA2C1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0EDFF-8662-4952-A102-3261A92D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6BFA9-AC7C-4502-B6B9-F295F736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5785C-6ACD-4593-95BB-F5B883A6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F3060-C294-4CE4-8F89-FF9AE02E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3E645-8C65-4F72-A75A-FB0D31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CA201-EEC0-42D6-9584-262B749E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40602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A3A54-9475-47B5-9E8D-3B786A8F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7BDBB-B7AA-44AF-BE6C-7D506122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7913D-034A-4E22-B963-A570FDC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9A3DE-65AE-44B7-B3E7-14700E03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D845E-A2DC-45DD-B789-1719D67E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534B5-24DC-46B3-ABF0-A4FB1CBE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F99DA-FE16-4E73-B5F5-104330C1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0A660-DCC8-4213-830D-F5B48142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689E5-0277-4987-A181-4C4CBEFA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AD152-35C0-467D-938D-EF5253F7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8B393-9AE2-4E7E-8DA9-E9EBDF0E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27B0F-548E-4C90-BA2A-4BE91C26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2E1CF-CD2A-4709-ABC6-2768B636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7D44A-202D-4DDD-A472-414C26A4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72AAE-EA1F-4DCE-9DBE-5DDF8133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FADAF-4335-45F0-98D4-AAD5C41A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2AC0C-E176-4E6A-A4D6-0A6D8C3D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ECC35-A552-477F-9E8A-0C424350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1F12A-2034-4885-BDB6-423B888A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33B1E-DE6A-44D9-B030-AA81855B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D940F-EACB-43C6-B8A3-7A5AD33F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A12DF-35E6-4B2C-83E4-47A4FA43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91906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2026-06-30T13:05:20.4280000Z</dcterms:created>
  <dcterms:modified xsi:type="dcterms:W3CDTF">2026-06-30T13:05:20.4280000Z</dcterms:modified>
</coreProperties>
</file>