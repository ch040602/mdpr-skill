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72dae9295040e4" /><Relationship Type="http://schemas.openxmlformats.org/officeDocument/2006/relationships/extended-properties" Target="/docProps/app.xml" Id="Rd7306129c06c4cd7" /><Relationship Type="http://schemas.openxmlformats.org/officeDocument/2006/relationships/officeDocument" Target="/ppt/presentation.xml" Id="R17f813c99fdb4f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ef5474e7c4598"/>
  </p:sldMasterIdLst>
  <p:notesMasterIdLst>
    <p:notesMasterId xmlns:r="http://schemas.openxmlformats.org/officeDocument/2006/relationships" r:id="R9f240598a6cb4147"/>
  </p:notesMasterIdLst>
  <p:sldIdLst>
    <p:sldId xmlns:r="http://schemas.openxmlformats.org/officeDocument/2006/relationships" id="256" r:id="R42f8eb46656e4205"/>
    <p:sldId xmlns:r="http://schemas.openxmlformats.org/officeDocument/2006/relationships" id="257" r:id="Rc04867c65aeb4578"/>
    <p:sldId xmlns:r="http://schemas.openxmlformats.org/officeDocument/2006/relationships" id="258" r:id="Re4755eff8fbe452c"/>
    <p:sldId xmlns:r="http://schemas.openxmlformats.org/officeDocument/2006/relationships" id="259" r:id="R7b06a17d980d4333"/>
    <p:sldId xmlns:r="http://schemas.openxmlformats.org/officeDocument/2006/relationships" id="260" r:id="Rb4ec5037121645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ef5474e7c4598" /><Relationship Type="http://schemas.openxmlformats.org/officeDocument/2006/relationships/theme" Target="/ppt/theme/theme1.xml" Id="R9047804ec40f4fe9" /><Relationship Type="http://schemas.openxmlformats.org/officeDocument/2006/relationships/notesMaster" Target="/ppt/notesMasters/notesMaster1.xml" Id="R9f240598a6cb4147" /><Relationship Type="http://schemas.openxmlformats.org/officeDocument/2006/relationships/presProps" Target="/ppt/presProps.xml" Id="R76ac0f48d2db4400" /><Relationship Type="http://schemas.openxmlformats.org/officeDocument/2006/relationships/viewProps" Target="/ppt/viewProps.xml" Id="Rf481ce41c0564d4b" /><Relationship Type="http://schemas.openxmlformats.org/officeDocument/2006/relationships/tableStyles" Target="/ppt/tableStyles.xml" Id="R7374dcb2441844e2" /><Relationship Type="http://schemas.openxmlformats.org/officeDocument/2006/relationships/slide" Target="/ppt/slides/slide1.xml" Id="R42f8eb46656e4205" /><Relationship Type="http://schemas.openxmlformats.org/officeDocument/2006/relationships/slide" Target="/ppt/slides/slide2.xml" Id="Rc04867c65aeb4578" /><Relationship Type="http://schemas.openxmlformats.org/officeDocument/2006/relationships/slide" Target="/ppt/slides/slide3.xml" Id="Re4755eff8fbe452c" /><Relationship Type="http://schemas.openxmlformats.org/officeDocument/2006/relationships/slide" Target="/ppt/slides/slide4.xml" Id="R7b06a17d980d4333" /><Relationship Type="http://schemas.openxmlformats.org/officeDocument/2006/relationships/slide" Target="/ppt/slides/slide5.xml" Id="Rb4ec5037121645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f62d9a1945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1cd4af0c2643d8" /><Relationship Type="http://schemas.openxmlformats.org/officeDocument/2006/relationships/notesMaster" Target="/ppt/notesMasters/notesMaster1.xml" Id="R47e516f756ec4a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5a87d76384aac" /><Relationship Type="http://schemas.openxmlformats.org/officeDocument/2006/relationships/notesMaster" Target="/ppt/notesMasters/notesMaster1.xml" Id="Rd059bb872c434f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717c57551c4495" /><Relationship Type="http://schemas.openxmlformats.org/officeDocument/2006/relationships/notesMaster" Target="/ppt/notesMasters/notesMaster1.xml" Id="Rde0865b6106847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38aa08eada41a7" /><Relationship Type="http://schemas.openxmlformats.org/officeDocument/2006/relationships/notesMaster" Target="/ppt/notesMasters/notesMaster1.xml" Id="R053614df02b24e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95a646b13f4e3c" /><Relationship Type="http://schemas.openxmlformats.org/officeDocument/2006/relationships/notesMaster" Target="/ppt/notesMasters/notesMaster1.xml" Id="R3e52dca7a8ac45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616915db4441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e5908b1a0243ff" /><Relationship Type="http://schemas.openxmlformats.org/officeDocument/2006/relationships/slideLayout" Target="/ppt/slideLayouts/slideLayout2.xml" Id="Rb73216a7568543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3216a7568543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4aea4371a144f0" /><Relationship Type="http://schemas.openxmlformats.org/officeDocument/2006/relationships/notesSlide" Target="/ppt/notesSlides/notesSlide1.xml" Id="Rf78ea5f65b8f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1b2461bc4d488a" /><Relationship Type="http://schemas.openxmlformats.org/officeDocument/2006/relationships/notesSlide" Target="/ppt/notesSlides/notesSlide2.xml" Id="Rd6a3fbaa129f47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326649c0684841" /><Relationship Type="http://schemas.openxmlformats.org/officeDocument/2006/relationships/notesSlide" Target="/ppt/notesSlides/notesSlide3.xml" Id="Rd6510fe97f234b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2efe25f196429a" /><Relationship Type="http://schemas.openxmlformats.org/officeDocument/2006/relationships/notesSlide" Target="/ppt/notesSlides/notesSlide4.xml" Id="R10abd3d13c00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093a1ee7674ca8" /><Relationship Type="http://schemas.openxmlformats.org/officeDocument/2006/relationships/notesSlide" Target="/ppt/notesSlides/notesSlide5.xml" Id="Re9534860089241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55A97-CF19-4F22-A293-D234024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FC8F7-E995-433C-97D3-77BED734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A482C-C578-4082-96AF-89E343DC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9EA25-C5C3-4688-B249-67E5CB3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SVELTE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FF277-F9B8-48AB-9D8B-1E1793F9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Strategy Leadership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467C7-F9BF-444D-995B-4DAFBC93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Svelte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strategy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A8C35-A123-48E8-9A91-5B655B1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Svelte's strategy deck needs chapter discipline so the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market frame, bets, and outcomes compound.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27155-3F9D-43C2-98E2-6C7E92DF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B28C4-8D3F-40B7-BBB7-7BF03877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0C044-0A06-4096-BAF6-7C2EC3CB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63D74-D025-47E4-A786-06AB99C1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A5259-50CD-4BE6-87B2-7C59AAE0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5A027-ED63-4A75-84E1-C65E3D6C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F62B8-8752-482B-9C0C-BDECC29D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DEEF8-8F3C-4251-B3C7-A09154E8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BF21C-580F-4C41-9AC2-5F9B4987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EDBDB-9B77-4BC0-B4CE-925691E0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11D36-0FF3-491F-BFAE-576F1FAE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3F6A9-4BD9-4579-B758-DBFF4BF4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3C943-0612-40B3-A780-594BB08B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8E746-8849-4ED9-837D-9F66C77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9DA5E-E065-4913-8321-136FBFB5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5EAE8-C58F-45F3-8BD4-C13AEA9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1EC23-8DC5-4C2C-BB61-ED3B6520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D971B-7235-47FB-98CF-7319DFF4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36CFE-35D3-420A-9A4C-3984B5E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external-md-04-svelte | Presentation Create - Strategy Leadership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4A97B-9E1E-4C45-B6B2-0284804A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3654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72039-961A-4BB2-A988-D6A03B9B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0DD67-574C-40D2-BB81-93D9ABB4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9015D-BD35-40A1-A981-44F88E2A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17FB1-0E50-4D5E-8F29-E7C9269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77E3D-128B-4FC3-80B0-53D241A7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'Svelte'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(https://raw.githubusercontent.com/sveltejs/svelte/main/README.md). Use profile strategy.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deck must turn README content into claim-title slides, one dominant proof object per...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A24B9-4BAA-40DF-BEB1-3CDA8ACC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CAF47-F23C-4463-97B2-C92338A2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DFE6C-DDB2-4DE4-A8E6-23D5EB85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'Svelte' ( Use profile strategy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C4BB7-36C1-4149-8DC6-C63B62B7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Build a five-slide battle probe from the external Markdown source 'Svelte' ( Use profile strategy to the chapter thesis and the next strategic bet.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E9019-81B8-4549-BD2C-263A0500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15C86-3729-4834-941F-A6A8445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BE72B-11CD-4382-B33D-000C850F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C2A35-7A51-44A6-8F9B-0ABC7CAB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The deck must turn README content into claim-title slides to the chapter thesis and the next strategic bet.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B5996-2AD6-4B30-A2AE-9439AD48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8203F-5D71-44EB-A39E-596BC1F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6DC16-97E2-4204-8693-0F4F6760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6CC40-4BCC-4B3B-AFB8-8D185ECB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one dominant proof object per slide to the chapter thesis and the next strategic bet.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8B6A3-148C-4C7C-94AB-CA80036A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7D530-B0A6-4164-AE46-72E91C14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A3F41-79A7-41AC-B5AD-3F420C69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B0DF3-5085-4C29-97A7-DFE98AB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source-aware footer to the chapter thesis and the next strategic bet.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8754F-B3E9-490F-A847-288E4E35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4660D-313E-4D48-B82B-C1D61F4B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D6F73D-AA46-4EB8-898E-2E58B4C9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E3D3B-3AD1-480A-9355-1B14007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visible narrative spine to the chapter thesis and the next strategic bet.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5262E-B203-4F1E-BB3F-2A90F9FD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42D7C-94C2-498F-A173-7B53F36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A5D17-42BD-4B97-B60E-0DF2EBE0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market framing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A2084A-A5A7-426C-8747-5001D15A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market framing to the chapter thesis and the next strategic bet.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F31BF4-0BB2-420F-A652-66DAF77D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A6F023-EDB2-40E0-A2D3-E2052595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DC1678-9C26-4E8A-8F60-7026401C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A8D7D2-41E4-49C1-8869-69DEB22A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22B0B7-2489-4807-88DB-40FF901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strategy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1D0C9E-4BB6-4C7B-BD45-0EB4FAA9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66327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B483D-1FAF-495D-AB2E-2F3599C8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57EBB-FB5E-46F6-A3BF-F5EE39BD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B206A-DE62-42A1-ABB9-E2030839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5AB2A-E808-402A-9F90-0D3B3048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Chapter transitions need to carry the strategic argument.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C92DE-CACA-43F3-9FF7-D01B4817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542E0-2E69-48CB-B750-55234AA6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0E49D-BC1F-412E-B542-5AF6DB8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ACA4-182B-487B-BF3A-9624A5D4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9B6CF-BA9A-4BD0-B733-DB5ECC5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0B9D4-046D-499B-926A-E40AF004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DA0B9-9E53-43A7-8F13-67E51FCB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6F032-B14D-4455-ADC1-6A6DAA60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AE5A3-B752-4FAE-8CAD-4D6CECD1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A3345-0F92-483F-A937-326A6EAF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1D733-9E75-429C-A8EF-40D257E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CD061-6447-45B3-B824-88BA29D0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717D3-B69A-49AD-AD5E-AC3805C2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54B61-5EBF-42AD-B595-0A8A5087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8F2EE-A522-44BE-9546-6D5E72A5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6907A-C6B8-4E72-9062-0772F632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6EB49-4991-4D3C-8EB3-AF1D2AF9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EDB0C-8FBC-4968-8632-8F1AF4EA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A05F3-189C-4A9A-BAB7-FEB40D16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1CFA9-42AB-4ECD-A83E-5555743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E1923-6ED0-4938-AAB4-BAAE3AA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2808A-4B8B-4083-96AE-B4FB38FD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strategy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17316-A195-4AC5-A99D-43BF1927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73408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4CE55-B56B-49F2-8A8B-FBB35D1F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1EC05-DBB6-4969-AD55-2D146922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60415-8BFB-42AE-AC68-B3A6BF45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51291-4B96-4185-951C-8D021E7C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70256-67E3-4FB8-9D43-320FC34C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9BB22-A147-4FCB-BABB-EB332439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1FDE5-1A0B-47B5-9E71-65F136B9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market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581D5-D3DA-487E-A2F3-D2650A4E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F953C-1187-44B7-B660-493EACC9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7AACC-1E1D-4852-8942-7655B2BB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F403A-CFF7-445B-8AD3-9883AB81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platform bets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9011B-CADB-4B32-A6E4-77442812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C9C06-79AB-495C-8B34-920A3AF3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9BFDB-BDEC-476B-B004-78DBD7A3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5AE45-DFE9-4453-B3CF-3E37FD15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chapter dividers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D5FD4-B709-43E9-A4B8-E690A67D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22AC8-3B33-41CE-BA97-5522B90C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1DD39-0D9E-48EE-8A58-413C2CB1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D5F45-9C6F-4B3C-9094-53460F9B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durable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F001F-3F0C-4D18-AF71-AB66BABA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35C74-8194-4AE9-8DDC-5D1662A7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A15D3-178F-46BC-98D1-45F88557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6167A-C125-4BF2-B896-236A58B2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2807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A31E1-9191-423D-A292-7C12276C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816EB-36C5-4E2F-A1DE-56A0C8B5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E49EB-8382-413A-A80F-7D36DB6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1392E-3563-4324-A667-BA40E1B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7F883-00A9-402F-B6BD-4E9FBB8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40D5B-D8C6-4D94-9DE0-7C31B9A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55CCA-08FC-4417-AD42-71AAE49E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476F4-D12E-4703-AC48-40E97CC8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946C9-8CC9-4D5C-9E38-DA2047EE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F577E-E15B-4E9B-81E2-D0F9B821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08A59-1482-4657-9923-547177AB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76E61-D646-4D3C-B3CD-197EFB96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098B1-9908-4E75-AACE-6176FB7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97A83-E6C9-47C2-92A9-E54229DA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8CD55-DB5A-4AF5-87F4-7F69241C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02BCE-73E6-4CC7-9A03-55767C31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D74C6-5B9B-46D1-A0D9-8929F4CF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C1FE2-2BC4-42B6-B51F-7293513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4EA7E-7BEC-4751-AD8C-BC3C7030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F69C8-9239-4479-A68C-70146F32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603E0-829E-433D-BCF0-B5399297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2F43A-FD38-42CD-AB1D-0E046CB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0754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2026-06-30T13:05:14.7880000Z</dcterms:created>
  <dcterms:modified xsi:type="dcterms:W3CDTF">2026-06-30T13:05:14.7880000Z</dcterms:modified>
</coreProperties>
</file>