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0b4d5af434447" /><Relationship Type="http://schemas.openxmlformats.org/officeDocument/2006/relationships/extended-properties" Target="/docProps/app.xml" Id="R5b37b08bd50046aa" /><Relationship Type="http://schemas.openxmlformats.org/officeDocument/2006/relationships/officeDocument" Target="/ppt/presentation.xml" Id="Ref860975380e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7eb43d905c41a3"/>
  </p:sldMasterIdLst>
  <p:notesMasterIdLst>
    <p:notesMasterId xmlns:r="http://schemas.openxmlformats.org/officeDocument/2006/relationships" r:id="R8f74dcaf88084b74"/>
  </p:notesMasterIdLst>
  <p:sldIdLst>
    <p:sldId xmlns:r="http://schemas.openxmlformats.org/officeDocument/2006/relationships" id="256" r:id="R48a0d9057d0047c2"/>
    <p:sldId xmlns:r="http://schemas.openxmlformats.org/officeDocument/2006/relationships" id="257" r:id="Rede9172144894ff5"/>
    <p:sldId xmlns:r="http://schemas.openxmlformats.org/officeDocument/2006/relationships" id="258" r:id="R9c6867785884437c"/>
    <p:sldId xmlns:r="http://schemas.openxmlformats.org/officeDocument/2006/relationships" id="259" r:id="R6d58b50dd8954c37"/>
    <p:sldId xmlns:r="http://schemas.openxmlformats.org/officeDocument/2006/relationships" id="260" r:id="R37f9444fcbdd41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eb43d905c41a3" /><Relationship Type="http://schemas.openxmlformats.org/officeDocument/2006/relationships/theme" Target="/ppt/theme/theme1.xml" Id="Rceaa32a9a36f469b" /><Relationship Type="http://schemas.openxmlformats.org/officeDocument/2006/relationships/notesMaster" Target="/ppt/notesMasters/notesMaster1.xml" Id="R8f74dcaf88084b74" /><Relationship Type="http://schemas.openxmlformats.org/officeDocument/2006/relationships/presProps" Target="/ppt/presProps.xml" Id="R2bd6225d23864956" /><Relationship Type="http://schemas.openxmlformats.org/officeDocument/2006/relationships/viewProps" Target="/ppt/viewProps.xml" Id="R4c75412252764090" /><Relationship Type="http://schemas.openxmlformats.org/officeDocument/2006/relationships/tableStyles" Target="/ppt/tableStyles.xml" Id="R7f7e07c338034561" /><Relationship Type="http://schemas.openxmlformats.org/officeDocument/2006/relationships/slide" Target="/ppt/slides/slide1.xml" Id="R48a0d9057d0047c2" /><Relationship Type="http://schemas.openxmlformats.org/officeDocument/2006/relationships/slide" Target="/ppt/slides/slide2.xml" Id="Rede9172144894ff5" /><Relationship Type="http://schemas.openxmlformats.org/officeDocument/2006/relationships/slide" Target="/ppt/slides/slide3.xml" Id="R9c6867785884437c" /><Relationship Type="http://schemas.openxmlformats.org/officeDocument/2006/relationships/slide" Target="/ppt/slides/slide4.xml" Id="R6d58b50dd8954c37" /><Relationship Type="http://schemas.openxmlformats.org/officeDocument/2006/relationships/slide" Target="/ppt/slides/slide5.xml" Id="R37f9444fcbdd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8299874d6144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1e1853e414796" /><Relationship Type="http://schemas.openxmlformats.org/officeDocument/2006/relationships/notesMaster" Target="/ppt/notesMasters/notesMaster1.xml" Id="R0b0c7cabc5e244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56ff8867bf49e9" /><Relationship Type="http://schemas.openxmlformats.org/officeDocument/2006/relationships/notesMaster" Target="/ppt/notesMasters/notesMaster1.xml" Id="Rbd67e7d01ccf43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ebea626d0a4007" /><Relationship Type="http://schemas.openxmlformats.org/officeDocument/2006/relationships/notesMaster" Target="/ppt/notesMasters/notesMaster1.xml" Id="Rfc545c2a78ec41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856f033fc4497d" /><Relationship Type="http://schemas.openxmlformats.org/officeDocument/2006/relationships/notesMaster" Target="/ppt/notesMasters/notesMaster1.xml" Id="R742004350e4345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e6c7f31af347c5" /><Relationship Type="http://schemas.openxmlformats.org/officeDocument/2006/relationships/notesMaster" Target="/ppt/notesMasters/notesMaster1.xml" Id="R4f3e9e5b063d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de0b562874b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a9070a1c364848" /><Relationship Type="http://schemas.openxmlformats.org/officeDocument/2006/relationships/slideLayout" Target="/ppt/slideLayouts/slideLayout2.xml" Id="R877c8427461e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7c8427461e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e82fca75b4230" /><Relationship Type="http://schemas.openxmlformats.org/officeDocument/2006/relationships/notesSlide" Target="/ppt/notesSlides/notesSlide1.xml" Id="R832728c2d2fd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b316af1ed440a" /><Relationship Type="http://schemas.openxmlformats.org/officeDocument/2006/relationships/notesSlide" Target="/ppt/notesSlides/notesSlide2.xml" Id="Rc9fd0919a5ab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bb980422f423d" /><Relationship Type="http://schemas.openxmlformats.org/officeDocument/2006/relationships/notesSlide" Target="/ppt/notesSlides/notesSlide3.xml" Id="R822bb2d445af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a450effae4f30" /><Relationship Type="http://schemas.openxmlformats.org/officeDocument/2006/relationships/notesSlide" Target="/ppt/notesSlides/notesSlide4.xml" Id="R5a1b375b2fa246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4b8e8dc25641fa" /><Relationship Type="http://schemas.openxmlformats.org/officeDocument/2006/relationships/notesSlide" Target="/ppt/notesSlides/notesSlide5.xml" Id="R4fcf741d385240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1DA6B-EB96-479E-9960-0BE6DB7B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29A11-FE43-4C00-8A56-E8F3074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E032B-8350-4FB3-86FF-626548A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57EEE-85E3-4607-A3C2-7A6A7D0D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D3: DATA-DRIVEN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7F9A1-0D95-45CA-A4DF-EC36294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Growth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5B6B3-E6FE-4D1A-8417-300E6AF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D3: Data-Driven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gtm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C5657-C094-4FBB-B905-8D2190E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D3: Data-Driven's growth case works only if engagement,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GTM motion, and monetization connect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EC98B-3B98-4C29-A454-C6F80CD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60ED8-AA7E-4C74-9DE0-CBA1C50F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BC154-789A-4BB5-87C1-9891E1AC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67F4A-1B36-40A9-97E6-0B670439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02D5B-9B2A-4AA9-8AD9-D3BB0783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0EF2A-D636-4628-B15B-36EAEDBE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33301-0F9B-45C9-80F0-362FEDE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51D98-0C67-4589-AE98-E167A007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0E28E-41B7-47A9-8EEF-EDA6ECA8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91D96-2AB8-40DE-ADC8-28EDE04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B0BB5-B3F7-46C1-9320-19F4250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6FED0-91D3-4A20-928D-57DCD6EB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63471-A27C-40FE-A653-3072DC1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CFC71-9832-4633-ACED-502B419D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C2FC2-DFFC-470E-B151-2AB7480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803D0-B7E7-48D3-8262-F75991A3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9B8D0-DD8D-45E5-8359-1B4B7FC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87825-7CD4-41BA-9832-48319DF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82146-052F-4406-AF79-3D156D2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external-md-20-d3 | Presentation Create - GTM Growth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D189E-F3BC-4D89-80DB-3873EDC1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45808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6D790-4051-48C9-B3A6-18D92031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26F49-026A-4EFC-B708-AC00CEBC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DF531-8259-49BE-B14A-5E43FAA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87409-D38E-424D-BEA7-3D9E234E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D4165-BA8E-4392-BAEC-89C5980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'D3: Data-Driven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Documents' (https://raw.githubusercontent.com/d3/d3/main/README.md). Use profile gtm. The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deck must turn README content into claim-title slides, one dominant proof object per slide...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6C8FE-6E3D-4E72-983F-091C993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B9E15-1999-435F-991B-F01CF7DB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FD62D-0E19-45C2-AF7D-08DBE681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'D3: Data-Driven Documents' ( Use profile gtm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E995D-0646-4830-97FE-82C28CC0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Build a five-slide battle probe from the external Markdown source 'D3: Data-Driven Documents' ( Use profile gtm part of a visible growth loop, not a standalone marketing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BB1F0-3871-419D-B753-242BCB0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B730F-6DE9-46BA-8A86-C16D0A2A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10F46-862C-47E7-AEA1-DEDC719B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8A0A8-FD52-49E7-87B3-D4282155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The deck must turn README content into claim-title slides part of a visible growth loop, not a standalone marketing 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84746-19FA-4F44-851F-807AB0E3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E2D60-0108-4AA7-87A0-6B23B9C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475A9-4DF9-4746-8390-060CF82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6C58A-590B-4B4E-A0B7-F3C0044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one dominant proof object per slide part of a visible growth loop, not a standalone marketing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712ED-75A0-4190-97E4-7572FEA6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6B7A1-F823-4BAA-B3A2-12B78529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72104-E132-4D37-99FE-526D09A2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F5E73-CC72-4DCA-B883-1A8990FB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source-aware footer part of a visible growth loop, not a standalone marketing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01E72-B94D-44AB-A452-698E9D48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778FA-997E-4E6D-91EA-2261F356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568AA-17A9-4F1F-B411-9E04059C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FAC28-9BEF-49A0-AEAB-531E43A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visible narrative spine part of a visible growth loop, not a standalone marketing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B94E9-3FA1-46A2-96D0-F755095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13667-8E7C-4FF5-B707-C73BE6A6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21B02-2803-436C-821E-C2E6E1D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4479B-BB7E-4D30-9C7F-9E9CFA1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mission part of a visible growth loop, not a standalone marketing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00F05-635D-4EEF-B1A4-857D0DE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63FEDE-0509-4A47-ABC6-1160FBC0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8295D-E709-41AD-BB7C-5B13F1F4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1EC50-1AC7-4B04-92EE-65E81850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2A5B4-708D-41AF-B459-C2E7533D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gtm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DB17D9-0B7A-43F9-A48D-CF1CDA7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58749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43E02-860A-49F5-80CF-07467C77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A6AA9-7FE4-49CC-B7EB-3F36F5D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44354-A978-43E7-8844-8DB7B2B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F90E6-271F-4E63-9F14-A9B031F5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Growth needs one loop from adoption to monetization.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A9FA7-A0FC-4316-9F0F-5037493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5E14C-0DDE-4369-966B-8885F06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B75F-D720-443A-8620-ADCD61C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6F63F-9B0C-4738-9B71-058FE0D5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37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3CC7-9093-4874-BA39-6B4DBB4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20189-7DE1-4B92-A88C-2E53F0B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18F0E-AB21-4449-8E79-84A7255D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371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5D3E1-B723-44EC-95EC-B3C901C6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66EA0-878F-415B-9204-26690435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E7C9B-16B3-4FA7-A231-E05BA87E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371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6D23F-903E-49C5-8C0B-6B14421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5F356-6415-4EB2-8214-D113C481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0D6A1-146E-42B9-9C7A-10053F0A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9F39D-E2BB-4509-AC1E-B9360DEF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3626C-C037-4D7F-8A1D-ABBFF4F5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DA9BF-AAFD-4633-BEFC-4FBAA30B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GTM deck should feel like a growth system, not a pile of funnel labels. Show why the next stage gets stronger.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B285C-B3ED-49E3-ACB1-611AD85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F59AB-ECE2-4543-B713-7C7053C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profile | Adoption, segment quality, monetization, and margin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6D3E0-CB1A-4A73-8FBC-B26629A5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4720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D3E9D-96D3-4070-8777-CECAE177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EA43-3EDF-4904-9642-F2E6FDA5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145B1-A96F-4521-8E57-98C4BC1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441C-5A28-40D1-B667-C8EFD14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E3A7F-2CD4-4765-BCED-474A4816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1441B-5F41-4D24-938F-55D7A79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58D1A-AA80-41D0-8FDE-245CD75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C143B-D93A-4A50-8BC2-4630516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32C0D-46DA-41F7-9CD4-9162EF6A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0DDF9-C94F-427E-8EEF-C6AD367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F42D8-BD9D-4E36-94E3-5F6B30E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segment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0D191-066A-405C-A03A-27B4BD56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B5BAD-B280-4F0A-AEC9-194AD4CD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4D34F-8DD8-4D5A-894D-C1AFF7AC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D0F29-0EEB-4B9E-A20F-E03B693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 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4FFCC-DBE7-4AE5-AD2F-AD1D1655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B45C6-C789-4FD9-B46B-162B887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3D34E-58EF-4655-AA1E-AA5035B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4072E-CC4E-4872-96FE-5DF6A43C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brand cues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4B646-E36F-4256-83DD-B4300E3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62E44-A50A-49E5-85E5-85BB22A6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3D048-9E13-4473-8142-BF45FCE7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26522-9ED5-4E18-9E38-4C313B6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26390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2CE2F-4BC8-4CC9-AA1B-0226303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614A-292E-42A1-AB4F-C43E721C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D0751-DF22-4831-AD86-50886890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F4DB9-7046-49F8-8814-35E56FB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3FDFE-7C75-4B26-9023-9F839045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CD698-1FD0-4FA6-8F0C-816B8EC0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0934B-CC5D-48F6-8FC1-FEFA4AA2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81D9A-5307-4509-9554-519E0501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679C0-1C03-43B5-B20C-1A54C81C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000C4-DCA1-4F17-BAC2-7C5CDD59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66954-3165-400D-9048-3246DA0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14C12-DBDB-4415-A348-EC7BFC89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098B8-7FA2-4F08-BD65-2FD959D5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4EB31-F569-491C-9C8A-9BA02193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ED06F-CBB1-4DE8-9FA8-AE35459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844C-0D2F-456A-9CCF-01A3298E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5AC3A-5123-45AC-BD1B-E82C0D2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E8E7A-EAD2-4948-9A24-22D7323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A0360-D513-4486-8647-66BA358F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2DF74-39DA-4F44-B629-BFE924C1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63FC9-FDF0-4E74-970F-E1E26688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B365C-D71C-4191-97C3-27625DA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1433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2026-06-30T13:05:23.5910000Z</dcterms:created>
  <dcterms:modified xsi:type="dcterms:W3CDTF">2026-06-30T13:05:23.5910000Z</dcterms:modified>
</coreProperties>
</file>