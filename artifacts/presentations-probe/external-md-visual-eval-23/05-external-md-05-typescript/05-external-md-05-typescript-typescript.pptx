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02205210e94586" /><Relationship Type="http://schemas.openxmlformats.org/officeDocument/2006/relationships/extended-properties" Target="/docProps/app.xml" Id="R0cc4bdab90e447c6" /><Relationship Type="http://schemas.openxmlformats.org/officeDocument/2006/relationships/officeDocument" Target="/ppt/presentation.xml" Id="R31b059eff80247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4811aab6864774"/>
  </p:sldMasterIdLst>
  <p:notesMasterIdLst>
    <p:notesMasterId xmlns:r="http://schemas.openxmlformats.org/officeDocument/2006/relationships" r:id="Rd5568814ed994dd8"/>
  </p:notesMasterIdLst>
  <p:sldIdLst>
    <p:sldId xmlns:r="http://schemas.openxmlformats.org/officeDocument/2006/relationships" id="256" r:id="Rea69350fc08e44d6"/>
    <p:sldId xmlns:r="http://schemas.openxmlformats.org/officeDocument/2006/relationships" id="257" r:id="R1c6a4700b4784a9f"/>
    <p:sldId xmlns:r="http://schemas.openxmlformats.org/officeDocument/2006/relationships" id="258" r:id="Ra7cb11ce43794022"/>
    <p:sldId xmlns:r="http://schemas.openxmlformats.org/officeDocument/2006/relationships" id="259" r:id="Rfdb9ff7b9c11440e"/>
    <p:sldId xmlns:r="http://schemas.openxmlformats.org/officeDocument/2006/relationships" id="260" r:id="R31db8c2ad9b340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4811aab6864774" /><Relationship Type="http://schemas.openxmlformats.org/officeDocument/2006/relationships/theme" Target="/ppt/theme/theme1.xml" Id="R29dc45b4a29949ba" /><Relationship Type="http://schemas.openxmlformats.org/officeDocument/2006/relationships/notesMaster" Target="/ppt/notesMasters/notesMaster1.xml" Id="Rd5568814ed994dd8" /><Relationship Type="http://schemas.openxmlformats.org/officeDocument/2006/relationships/presProps" Target="/ppt/presProps.xml" Id="Rb8835205cfa34bc8" /><Relationship Type="http://schemas.openxmlformats.org/officeDocument/2006/relationships/viewProps" Target="/ppt/viewProps.xml" Id="R5fd17f9d8f684091" /><Relationship Type="http://schemas.openxmlformats.org/officeDocument/2006/relationships/tableStyles" Target="/ppt/tableStyles.xml" Id="R214c6b2548f0463e" /><Relationship Type="http://schemas.openxmlformats.org/officeDocument/2006/relationships/slide" Target="/ppt/slides/slide1.xml" Id="Rea69350fc08e44d6" /><Relationship Type="http://schemas.openxmlformats.org/officeDocument/2006/relationships/slide" Target="/ppt/slides/slide2.xml" Id="R1c6a4700b4784a9f" /><Relationship Type="http://schemas.openxmlformats.org/officeDocument/2006/relationships/slide" Target="/ppt/slides/slide3.xml" Id="Ra7cb11ce43794022" /><Relationship Type="http://schemas.openxmlformats.org/officeDocument/2006/relationships/slide" Target="/ppt/slides/slide4.xml" Id="Rfdb9ff7b9c11440e" /><Relationship Type="http://schemas.openxmlformats.org/officeDocument/2006/relationships/slide" Target="/ppt/slides/slide5.xml" Id="R31db8c2ad9b340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bec5ad7c9cf4d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d2dbe914a24b10" /><Relationship Type="http://schemas.openxmlformats.org/officeDocument/2006/relationships/notesMaster" Target="/ppt/notesMasters/notesMaster1.xml" Id="Re5f1dfcc40e94c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e9cff672be432c" /><Relationship Type="http://schemas.openxmlformats.org/officeDocument/2006/relationships/notesMaster" Target="/ppt/notesMasters/notesMaster1.xml" Id="Ra23d706a94854b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7a46826e3b4400" /><Relationship Type="http://schemas.openxmlformats.org/officeDocument/2006/relationships/notesMaster" Target="/ppt/notesMasters/notesMaster1.xml" Id="R3d9f69082a8445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d5f67e0ffb49d5" /><Relationship Type="http://schemas.openxmlformats.org/officeDocument/2006/relationships/notesMaster" Target="/ppt/notesMasters/notesMaster1.xml" Id="R835aaaa5d7374e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505cc150d74bd9" /><Relationship Type="http://schemas.openxmlformats.org/officeDocument/2006/relationships/notesMaster" Target="/ppt/notesMasters/notesMaster1.xml" Id="R0dc47c38ee3a4b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7c8048b884b8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b90b77c2c9a4cd8" /><Relationship Type="http://schemas.openxmlformats.org/officeDocument/2006/relationships/slideLayout" Target="/ppt/slideLayouts/slideLayout2.xml" Id="Rdc10d876b8c146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10d876b8c146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8771bc148e4523" /><Relationship Type="http://schemas.openxmlformats.org/officeDocument/2006/relationships/notesSlide" Target="/ppt/notesSlides/notesSlide1.xml" Id="R5be7cbc9d1df46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c4166f1aee4671" /><Relationship Type="http://schemas.openxmlformats.org/officeDocument/2006/relationships/notesSlide" Target="/ppt/notesSlides/notesSlide2.xml" Id="R8cb192d089e54e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43548e9869489c" /><Relationship Type="http://schemas.openxmlformats.org/officeDocument/2006/relationships/notesSlide" Target="/ppt/notesSlides/notesSlide3.xml" Id="Rf1903fe9f77f4f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aec71ff0234605" /><Relationship Type="http://schemas.openxmlformats.org/officeDocument/2006/relationships/notesSlide" Target="/ppt/notesSlides/notesSlide4.xml" Id="Rbac75eedf3e140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ade1e649b44de9" /><Relationship Type="http://schemas.openxmlformats.org/officeDocument/2006/relationships/notesSlide" Target="/ppt/notesSlides/notesSlide5.xml" Id="Rfeb9579d276b487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D2F520-26ED-4E34-98AB-332A699D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1774D-5111-4EEF-9F5E-700DF04E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70113-100A-4AEB-80F4-86EFECA7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7639A-4716-4F54-8B9E-F5D297C6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TYPESCRIPT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57723-D7BE-4DBA-9675-B9454A4D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Finance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FEF6B-03BB-4848-A8A3-34D538EA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TypeScript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finance ir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7FA6E-00CF-43CB-A0CB-01A416E9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TypeScript's story has to make reported metrics, margin,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cash, and outlook read as one argument.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D492E-A040-4855-9B90-B776F58E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B9E70-8AC2-4889-8FDF-83EC32F6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3C0FB-D88C-4F43-B034-0EC3610C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259D1-56EA-45D5-9CB4-982044D7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4284B-DF39-464A-864C-DCE05B84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9406A-5671-4342-92FD-377CBB77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13F4E-5830-4B22-B9C8-7CF0C791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374B6-5330-460A-98A9-B8353F5A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035CD-1A60-408A-9080-CE439506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5290D-A6BF-4F64-8DBF-ADBE8AE5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A5ACD-BF21-4B45-B23B-B7503194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3AA8A-B91B-47E6-A27A-418B70BE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CDF93-0DD3-4AC4-B697-D769E358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54E2D-2FA8-4684-8A57-F27F6A51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873006-9CEC-4E04-8EB0-F67FD60C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83FB0A-1CE6-4CB8-A6FC-0F390B85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AFF65-7EE0-4B87-8DB6-1186EFDE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CD7107-A733-441A-89A5-CA0F64AA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031F29-EC3A-4A70-9610-92E36878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external-md-05-typescript | Presentation Create - Finance IR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2F67A2-40B6-4FAA-BB63-681BAE46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91569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B936C9-F6EB-4E8C-AAB1-F3FC6324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FE622-E89C-4685-83AF-29B142A0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114D5-D205-4CF9-A653-E646D706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F26E7-91EA-4030-9148-0B4F6A83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4A223-3CC1-44ED-9F9E-5FC54A86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'TypeScript'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(https://raw.githubusercontent.com/microsoft/TypeScript/main/README.md). Use profile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finance-ir. The deck must turn README content into claim-title slides, one dominant proof...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5CFF9-E653-4BF0-8149-F8E11D49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F8A92-1B3D-4270-B020-EAC8A1BC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3A64C-39BC-4D05-8955-E173EFE8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'TypeScript' ( Use profile finance-ir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FFEDC-0E4B-4709-8D01-0D3DB090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Use only reported Build a five-slide battle probe from the external Markdown source 'TypeScript' ( Use profile finance-ir figures; carry units and source labels through chart and appendix.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F5BBA-8DDB-4E8A-AE33-87EF61E8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F41FB-8DEB-4B4A-9638-CA2688D3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53843-BD4E-423A-9324-994E12BB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8A7B1-CC2F-4260-9B6A-FE82CEF7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Use only reported The deck must turn README content into claim-title slides figures; carry units and source labels through chart and appendix.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C1C24-4C97-4518-9103-AFBF582D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5DFEF-4F5C-4800-A499-91E9D9D2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B4AA0-4F29-434B-A87C-9749E9AF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DE12C-7027-41A7-A16D-B3E1875A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Use only reported one dominant proof object per slide figures; carry units and source labels through chart and appendix.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F428A2-D77B-4773-A8D0-DD04F610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A4CAE-569C-41B6-BFF7-BE7A41CB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21CD9B-41ED-4C67-86A1-7AC469EF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04B5BE-CF5E-41C3-B244-10022B73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Use only reported source-aware footer figures; carry units and source labels through chart and appendix.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6E938A-0497-4672-B30E-B28B6125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2C7C6-4F4F-4383-B155-7CBFF9FD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310EF6-6C5C-48AF-8E68-7CE7EAC8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8FEE53-1B7A-4957-AFDE-32DCC1E1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Use only reported visible narrative spine figures; carry units and source labels through chart and appendix.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E1C362-6EB1-4339-A620-2FF8C5F7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C94732-5D3E-4ACB-943C-72CF89D3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8FE3AD-3A90-4B3F-9DE3-92A48AAF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highlights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BBCEE7-549B-482F-B263-05DF82E1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Use only reported highlights figures; carry units and source labels through chart and appendix.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EB69E3-5FB2-4C28-A380-AE8AC38F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32D6BA-1048-4EDE-9BB6-7E15F4D0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CEC3F4-DF4C-4241-9259-E371DF28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D405F1-A30F-4B00-B3AA-4B2C7E94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FBDD81-2BBC-4F05-A767-F08B0E8B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finance-ir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6918E8-6241-48B0-881C-4137DF13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81620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338137-631A-4DE0-8868-9778B26B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E6C4B-60CD-46CD-8E64-1B821E0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F5DF8-4D2A-4BC0-BCD3-747C5E07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8AECF-AA6A-4FD7-B3E3-13B56DD6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 reported-metric bridge is the center of gravity.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62228-AAF4-482F-AF6A-EAFAD086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62175"/>
            <a:ext cx="847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FF264-4B2E-483D-8BDB-2220818A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Metric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40D4D-6B98-4260-870F-187E15E5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Current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89263-B8AD-436B-8DA1-1E357415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YoY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D0BBD-FB37-41F2-A7C8-7CE51302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38375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Proof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481D6-86AC-44DC-9555-B5207628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272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Revenue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2EA09-92CF-4F31-83CA-37D3C312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5272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reported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2AA80-9CF2-4A73-8E89-3F91BC1C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5272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delta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BFB75-72BD-4E64-A918-6DE4F8E5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52725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5921C-753E-418B-8CEC-97451D37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10D51-87D1-4F4F-B770-239EEB60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Margin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DF58C-7AC9-4578-8B53-3DBF4090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670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reported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8A1B6-634B-4B8C-A911-F4282A6B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6707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0A522A-9D13-44CE-AE89-6EDCF1FF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67075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7202C4-6052-45ED-B5D5-CA0BE3FB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DBCC5-3A5B-4D55-BA6A-23CB4977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Cash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0B774F-C3DB-4F60-BCCE-77A4C5DF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8142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reported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9B32C6-01D1-42F5-9747-4157D8E8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8142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margin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B184AB-22F6-42EA-9CBF-F4746532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81425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durability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EB5969-EAD4-4EC5-901C-5599C9D6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05275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9B420D-1175-47A5-9743-C33BE11A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Outlook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18801B-8AEA-4C68-BAAF-C69C3F59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957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reported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EF2618-4BB3-43B1-A5BE-77F49355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9577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range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0D5F20-F590-4CE8-8BB8-DAA4AA69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95775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forward frame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AA70AB-D050-4934-9399-091E50F3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9625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74E93C-3249-49F6-AC38-54A9A7DB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173DC9-0EE6-42DB-9620-D22E2226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193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5E95E3-A032-40C7-BD6F-A4605035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098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Growth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71BE39-9B6A-4EE2-AC4F-0A56E458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908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trend 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221498-C02A-49E7-BE30-FE37B0A5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904F11-BA6B-402C-8154-57731292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432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BFFEF7-447E-4338-9F49-06095D38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33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Margin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EAB1BC-C9B5-4D7B-A4A0-19DA6343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147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bridge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7294E7-A6F2-43D1-9098-ED6F83F4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7190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77D34B-C0C6-480F-9414-1AED7240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671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876388-06B4-4962-97D9-9544BCE8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576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Cash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C66A40-8A56-436E-95B3-C37D6100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386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quality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A9A6F3-C2CB-4E28-AFAB-25518F29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Final deck gate: replace placeholders with source-extracted values only; if a figure is not in the release or deck, omit it.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58ED11-4D2F-497F-B791-4FEF0F2E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D0FAA9-DCFB-4B90-8852-925882C1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Finance/IR profile | Native or authored editable chart, source footnote required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7C245E-2AAB-4564-9DC5-3FFEA035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93041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AD028B-0F24-4609-8F44-CEE1C341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2D6BB-37D6-403E-A51A-6379B699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CE406-5E33-4390-8656-F1A95E53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FABAF-8FD5-42DD-A81F-19559C6C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76745-7F5F-4BDE-894B-658C8ED4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74093-E204-47E9-A187-EDA80BBD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3A254-93C2-4949-A764-3AFAD4E0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reported metrics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0ABC4-F883-4CB6-B0AF-1AA5615D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Exact units, definitions, and footnotes beat decorative chart polish.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E7C31-4075-465F-B110-003D48D8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06218-35E1-4C60-8FEA-2093047F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B26F1-E89F-4ED5-9FB0-268847F2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 footnotes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5ABAD-F331-49CB-950D-E75B4CEC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Exact units, definitions, and footnotes beat decorative chart polish.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D53F2-F9DA-41BD-878E-4C5F4955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B6865-09D3-4B3C-AC98-A186D192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1F9B2-C93A-4ACC-B4FF-4CDDE89E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bridge chart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3CDD7-A597-4776-B2DA-4A0215A4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Exact units, definitions, and footnotes beat decorative chart polish.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C8E5F-A5C6-4839-8DD4-A4707789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FEFBD-A10E-4384-B9E9-22BBC04D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CCE46-63CC-4BCA-8A72-C786B32F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disclosure appendix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8B663A-6238-433B-8DF7-F3FE38DA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Exact units, definitions, and footnotes beat decorative chart polish.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02822-FC48-48AC-AFE3-559C6F6A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E22DB1-CF4B-4454-8BF3-B2EDE487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108BE4-71E7-4B21-8E2A-6D2F13ED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74442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9AA833-01FD-4154-BC27-33A89774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C45B7-297F-480C-B1DA-CFD7EAE3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DD5DA-D7D8-42A6-A7B6-225D1BEC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FC71C-F1D6-4E4C-900D-2669D46B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BEF62-A3FB-4525-B01D-3140B044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4B60B-A6B5-43FF-8B4A-5255EEE0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4C2C3-F643-490C-B755-378875CF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D752D-F488-40FE-BCA0-E42ABBF4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6EEA2-0BB4-4F51-B1EC-43027091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83D25-9010-4F3C-BD95-B351FCC1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D757D-221A-4BF0-8817-620C8C01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26AC2-E358-4EB6-B0F8-D714DBEB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B988B-2532-4EE1-9EAE-F1751C19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7D4D6-9CBC-401D-878B-24E2C809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D51C7-AF76-4463-B231-CBF175CE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64654-D1A5-4D5F-ABC9-153E74B6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5965F-1F8E-4AF4-8AE9-8B548A72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04D1C-61FD-42CB-8CCC-1B5C6386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79B51-57C0-49EC-9A9F-BD895A50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36E49-0291-4B48-BD8F-C2426B2F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CB01E-6B54-4AE1-8FE0-CFBCE98A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740FB-29AB-4D45-94A1-9E572866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1445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2026-06-30T13:05:15.3790000Z</dcterms:created>
  <dcterms:modified xsi:type="dcterms:W3CDTF">2026-06-30T13:05:15.3790000Z</dcterms:modified>
</coreProperties>
</file>