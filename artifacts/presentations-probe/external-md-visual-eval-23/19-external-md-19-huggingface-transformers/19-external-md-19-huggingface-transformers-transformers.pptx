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56ae8c252f4f31" /><Relationship Type="http://schemas.openxmlformats.org/officeDocument/2006/relationships/extended-properties" Target="/docProps/app.xml" Id="Rec63f61b43274918" /><Relationship Type="http://schemas.openxmlformats.org/officeDocument/2006/relationships/officeDocument" Target="/ppt/presentation.xml" Id="R88157d1d641945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633d7462ca4be0"/>
  </p:sldMasterIdLst>
  <p:notesMasterIdLst>
    <p:notesMasterId xmlns:r="http://schemas.openxmlformats.org/officeDocument/2006/relationships" r:id="R78b315a7079c4fee"/>
  </p:notesMasterIdLst>
  <p:sldIdLst>
    <p:sldId xmlns:r="http://schemas.openxmlformats.org/officeDocument/2006/relationships" id="256" r:id="R02c5238db0f04792"/>
    <p:sldId xmlns:r="http://schemas.openxmlformats.org/officeDocument/2006/relationships" id="257" r:id="Rab78da10b2c847fe"/>
    <p:sldId xmlns:r="http://schemas.openxmlformats.org/officeDocument/2006/relationships" id="258" r:id="R22cd33038c2b4109"/>
    <p:sldId xmlns:r="http://schemas.openxmlformats.org/officeDocument/2006/relationships" id="259" r:id="R3dea915763fc45d3"/>
    <p:sldId xmlns:r="http://schemas.openxmlformats.org/officeDocument/2006/relationships" id="260" r:id="Rb8db6f18dd4d4a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33d7462ca4be0" /><Relationship Type="http://schemas.openxmlformats.org/officeDocument/2006/relationships/theme" Target="/ppt/theme/theme1.xml" Id="R1fde85de986f47f4" /><Relationship Type="http://schemas.openxmlformats.org/officeDocument/2006/relationships/notesMaster" Target="/ppt/notesMasters/notesMaster1.xml" Id="R78b315a7079c4fee" /><Relationship Type="http://schemas.openxmlformats.org/officeDocument/2006/relationships/presProps" Target="/ppt/presProps.xml" Id="R3d230fe04cbd4ef1" /><Relationship Type="http://schemas.openxmlformats.org/officeDocument/2006/relationships/viewProps" Target="/ppt/viewProps.xml" Id="R9bd515b9670540c8" /><Relationship Type="http://schemas.openxmlformats.org/officeDocument/2006/relationships/tableStyles" Target="/ppt/tableStyles.xml" Id="R7f55e1f8b336420b" /><Relationship Type="http://schemas.openxmlformats.org/officeDocument/2006/relationships/slide" Target="/ppt/slides/slide1.xml" Id="R02c5238db0f04792" /><Relationship Type="http://schemas.openxmlformats.org/officeDocument/2006/relationships/slide" Target="/ppt/slides/slide2.xml" Id="Rab78da10b2c847fe" /><Relationship Type="http://schemas.openxmlformats.org/officeDocument/2006/relationships/slide" Target="/ppt/slides/slide3.xml" Id="R22cd33038c2b4109" /><Relationship Type="http://schemas.openxmlformats.org/officeDocument/2006/relationships/slide" Target="/ppt/slides/slide4.xml" Id="R3dea915763fc45d3" /><Relationship Type="http://schemas.openxmlformats.org/officeDocument/2006/relationships/slide" Target="/ppt/slides/slide5.xml" Id="Rb8db6f18dd4d4a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1ae97eda8004d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00d444cf5344e8" /><Relationship Type="http://schemas.openxmlformats.org/officeDocument/2006/relationships/notesMaster" Target="/ppt/notesMasters/notesMaster1.xml" Id="Refe85ce4955247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e10643d4a641fa" /><Relationship Type="http://schemas.openxmlformats.org/officeDocument/2006/relationships/notesMaster" Target="/ppt/notesMasters/notesMaster1.xml" Id="Rf3ad78cc25d74d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40a54c28f84f13" /><Relationship Type="http://schemas.openxmlformats.org/officeDocument/2006/relationships/notesMaster" Target="/ppt/notesMasters/notesMaster1.xml" Id="Rba0ecb71ebe041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1241d9d0da4d70" /><Relationship Type="http://schemas.openxmlformats.org/officeDocument/2006/relationships/notesMaster" Target="/ppt/notesMasters/notesMaster1.xml" Id="R244d55ebeaa847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027917f6834686" /><Relationship Type="http://schemas.openxmlformats.org/officeDocument/2006/relationships/notesMaster" Target="/ppt/notesMasters/notesMaster1.xml" Id="Rc9e8814a6a6948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9f4c748204ba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d4accaeb37a490b" /><Relationship Type="http://schemas.openxmlformats.org/officeDocument/2006/relationships/slideLayout" Target="/ppt/slideLayouts/slideLayout2.xml" Id="Rf8296c8a842240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296c8a842240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01135b7706428f" /><Relationship Type="http://schemas.openxmlformats.org/officeDocument/2006/relationships/notesSlide" Target="/ppt/notesSlides/notesSlide1.xml" Id="Rc40057bb3faf45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6c19eac4004499" /><Relationship Type="http://schemas.openxmlformats.org/officeDocument/2006/relationships/notesSlide" Target="/ppt/notesSlides/notesSlide2.xml" Id="R9adc016330da4e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462631e6f245d9" /><Relationship Type="http://schemas.openxmlformats.org/officeDocument/2006/relationships/notesSlide" Target="/ppt/notesSlides/notesSlide3.xml" Id="R7cf7df21f6ad4a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11131c248e4a86" /><Relationship Type="http://schemas.openxmlformats.org/officeDocument/2006/relationships/notesSlide" Target="/ppt/notesSlides/notesSlide4.xml" Id="R81e0cd830baf46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e9ce3ed27143b8" /><Relationship Type="http://schemas.openxmlformats.org/officeDocument/2006/relationships/notesSlide" Target="/ppt/notesSlides/notesSlide5.xml" Id="Ra7838cfe0c494c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59BF10-CF97-4E14-BE69-C5A4B0D3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3CC16-CAF8-4410-A86F-FBBE57B3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61F99-D35F-4661-BC6D-C3F4DF98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A8617-517F-4F47-9526-DFEE82A3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TRANSFORMERS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A5C49-57AC-4CB8-8C7F-F7E6CD3D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390B0-C708-4ED5-AD13-30EAE808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Transformers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engineering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C8856-4DB2-4EB8-A89B-7E831096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Transformers's technical narrative must stay precise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enough for builders and simple enough for executives.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9256A-B7A7-48F7-8DED-332B8195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D0EB9-21D9-41B2-8172-6C79918B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D77A4-5A0C-4EB4-A39C-B600C131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D6FEE-0FCB-475E-A8E4-A9ED2B5F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2FEB0-DB89-45C5-A947-04BFF516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F0097-E1F1-44F2-909B-A74A294B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161AE-23D9-4483-AE9B-BD52D6E3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843DA-3542-4D93-BEFC-C6D470E0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0548C-DF0E-46A8-833D-E1A5EF10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75454-2182-4ACE-A0CA-87BD2ED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90A3E-74FA-4E3F-BE7E-818D1E05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2274F-0BA8-4193-A26F-BC114009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1E55AA-661E-41BF-91CF-7405625E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D07B11-1E01-433C-9274-2A0A134B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184C4-835A-4B23-BFAF-6EFA2ACA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871D3-ED9A-4A82-950F-0FCD1505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FE04C1-4E97-45E4-AFCB-1B69C5C4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EAE54E-7805-4524-BEF5-D27DA422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A21C1-2352-4BB6-8688-288CE62E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external-md-19-huggingface-transformers | Presentation Create - Engineering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38936E-E8B3-496F-92C2-B48B1212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393639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9C055D-215D-4851-A3D8-69AEF93D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5CED0-3086-406A-9B59-70493E43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3F46B-2BF9-40E9-BE27-F1969C22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A2F70-6262-4283-BF79-D21DCFF4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3294B-FA26-490F-9797-53491ECC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'Transformers'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(https://raw.githubusercontent.com/huggingface/transformers/main/README.md).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engineering. The deck must turn README content into claim-title slides, one dominant proof...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6239B-3366-45CD-908E-892A2C1A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8A051-D7A1-4724-A785-1B0BA31A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91E5D-3E1C-4C82-9546-DFF7152B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'Transformers' ( Use profile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CDE8B-D0D7-407A-BCD6-C0B5B196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Build a five-slide battle probe from the external Markdown source 'Transformers' ( Use profile engineering into an executive-readable system diagram with technical labels intact.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2C3BC-6BCE-40EC-A09F-7B54DE44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0DB3F-F473-4374-B6B9-775AEED0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EA0BB-6242-4DB1-934D-38710A5F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A8F28-18BC-40BA-BB39-C3858D22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The deck must turn README content into claim-title slides into an executive-readable system diagram with technical labels intact.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F0381-C641-40CF-86F2-1603D8C4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33394-8693-4496-A7D9-B2630418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E955C-18C2-43BE-8D52-279A6800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2B386-E7D9-45DA-B67F-EE795259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one dominant proof object per slide into an executive-readable system diagram with technical labels intact.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AAF7A-B509-4F55-8305-B50234EF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2C4C2-82E4-48BB-8426-47D69690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6D2C4-8A28-46F9-9918-46301F60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E08AB-617C-4AC8-974C-BFD82582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source-aware footer into an executive-readable system diagram with technical labels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680B8-48AD-4B3B-8C71-88AD70FE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E4E18-1113-47B8-96F5-84689887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21699A-7228-48B6-9E69-D71CE6DC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E8F1A5-5E4C-40D5-942C-7788EF75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visible narrative spine into an executive-readable system diagram with technical labels intact.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DFE34-40FB-4B7C-AAB2-3651D935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EB5482-D7CE-4894-82F9-BA14906E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A24DFF-5704-4183-A477-7A217657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AI strategy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057617-6DC5-465B-8B77-B670D934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AI strategy into an executive-readable system diagram with technical labels intact.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5CF9B5-E532-427F-AC2E-BF2C3AED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4AF91A-4A90-4189-98DD-55990BE8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EEDAB7-FC2B-4815-B91A-6F193515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7F7DAE-0164-447F-9851-85940F0C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A379E3-43D3-4D66-B958-42EC696A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engineering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DE6BA0-4C87-4978-8C15-DFE6EBB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66751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65A96B-EA89-48A1-BD5F-4F29FEB6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15706-FB19-4CAE-A9C9-73EE2E30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FB59D-4246-466B-A56F-48B72812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C2337-DC3C-4F02-8C9C-F1FB8F7B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Technical precision should be visible without becoming a spec.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4354B-73A6-4462-939E-D6AFEB17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4E441-5582-4EF2-A68D-696E70B8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6030E-C589-4D94-B560-C812071A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A3895-5FAF-40A8-B4C9-D1E271F0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3A104-AF7C-44E0-8247-19C1F274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28E12-C04D-4C72-9AAE-9CCD1E6C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2F8E7-EFF9-49A6-9425-6DDBA525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15A05-F1B4-40F5-9B89-676DDD8C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F12E1-CED7-43A0-BB18-DC50EE66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6799E-1576-4168-9F57-590CCCC5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Data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34BE0-8308-40B2-A86E-F7E7BCCB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C3E1B-7F30-4F07-911C-1FD6915F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3F0F3-D970-4378-8FF5-6E9DBE5D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83208-8C30-4607-A8F9-C6617266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5C6B2-FCAC-414A-B93F-5E27D526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ADB48-2C27-467D-82CD-5F70F8F4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1D598-3D7C-4CC8-B3C2-95659AD0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FFCFAD-5BA0-4D24-8F84-F811186B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Revenue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50811E-0897-4A9C-B302-E490E298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2F21B-F127-4E1C-80A0-714A5966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346CCC-2DE9-4AE1-81BB-5A8CAD41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89E077-4E24-4C79-962F-164FC6D1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9AD138-8CB7-42CB-9810-6EA3850D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34773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29EE74-1738-4595-BEB1-71EA5E5F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D408E-A0F1-4FEC-972C-91CE17F9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0477D-8F19-4EE1-8794-A0B67B88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336DF-59E6-4810-8AE9-16876AC5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DB8DE-04D6-4F75-A88B-94C77D22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4A00B-64D4-4FBD-86BC-DFFB015D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492CA-B688-44E8-A8BD-7D44DAAF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DCFA2-6ED6-40F5-8B0A-7D00A167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51F53-A9F7-4736-9066-FCA95E78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D5DBB-96B5-4B15-A120-7920FBF3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92902-DA67-4522-8A4E-6F0F29B9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D32BF-F574-43F0-8B71-6984AF03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985CD-77A1-4E09-8E78-9484A2FB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F52BD-1AED-4E63-91EC-53DAE7B9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B4888-CDB2-4B65-AD9D-78FC6FE0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metric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219FB-7F35-4A17-A1C8-5CB451CD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E91A4-6367-40A8-A071-0EEEC290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CD146-AEE4-4D4C-9E42-F86D2EDF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16C95-9A68-44A9-9033-F82ABEF8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executive readability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8ED90-3926-45EB-8D8D-1B47AF73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96C4F-96DF-4CF2-BE2A-FBBAE884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F11E8C-E15B-47CA-BCBA-E25BB4C9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52534-A8DE-46DE-8E38-52138D22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28366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D29BC-C736-45A8-98EB-37C4F192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2D4F4-2CDA-4F2B-8913-7D3CA6BA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28766-A324-47E5-9D5B-C0365C39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3828D-303B-4F6E-9111-4E9D984B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FB427-DA89-40F3-8B93-6B3881D1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1877F-71B6-4B18-89AE-9FE212D5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96D7B-E3AC-4FEB-AEAA-3FDFACF3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AF55B-2649-465F-BE6B-5A0310B7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68418-AF13-4995-B1B4-D4E56122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FD926-7F8D-4A15-B9C6-F21CA30E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E1FF0-F14E-49AA-A7E2-66518D0D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F124D-221D-4EF0-B91B-3C2E656B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1BB33-3577-42E4-A496-6ABE38AC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FABBF-7429-489F-8473-BF40BDCF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DC6A5-5062-4B10-BEBE-F014CE19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346F1-AC67-4C3E-841B-0EE4EACC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9F0411-9705-44BF-815D-73F283E7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C5D9C-5C61-4230-BA67-175CB49B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CA1C1-9BC9-4074-8467-BBE45A24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2D65D-E627-4AD2-9D69-512B9CC0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130BF-3FEE-4C30-958E-074CB1AD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5B3E1-58EF-4991-858B-35422ECB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6634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2026-06-30T13:05:23.0440000Z</dcterms:created>
  <dcterms:modified xsi:type="dcterms:W3CDTF">2026-06-30T13:05:23.0440000Z</dcterms:modified>
</coreProperties>
</file>