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ca9b72f816448e" /><Relationship Type="http://schemas.openxmlformats.org/officeDocument/2006/relationships/extended-properties" Target="/docProps/app.xml" Id="R7b638dd705494bf1" /><Relationship Type="http://schemas.openxmlformats.org/officeDocument/2006/relationships/officeDocument" Target="/ppt/presentation.xml" Id="R4a35f190c51f4b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2a86c6447a427c"/>
  </p:sldMasterIdLst>
  <p:notesMasterIdLst>
    <p:notesMasterId xmlns:r="http://schemas.openxmlformats.org/officeDocument/2006/relationships" r:id="Rc911739ee3494653"/>
  </p:notesMasterIdLst>
  <p:sldIdLst>
    <p:sldId xmlns:r="http://schemas.openxmlformats.org/officeDocument/2006/relationships" id="256" r:id="Raac087168bd6457b"/>
    <p:sldId xmlns:r="http://schemas.openxmlformats.org/officeDocument/2006/relationships" id="257" r:id="R6e38c30ba3ac486f"/>
    <p:sldId xmlns:r="http://schemas.openxmlformats.org/officeDocument/2006/relationships" id="258" r:id="Ree99beb9d9854253"/>
    <p:sldId xmlns:r="http://schemas.openxmlformats.org/officeDocument/2006/relationships" id="259" r:id="Rf163d668d9d9485a"/>
    <p:sldId xmlns:r="http://schemas.openxmlformats.org/officeDocument/2006/relationships" id="260" r:id="R435e7a7ee982439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2a86c6447a427c" /><Relationship Type="http://schemas.openxmlformats.org/officeDocument/2006/relationships/theme" Target="/ppt/theme/theme1.xml" Id="R8b21a84c124c4e52" /><Relationship Type="http://schemas.openxmlformats.org/officeDocument/2006/relationships/notesMaster" Target="/ppt/notesMasters/notesMaster1.xml" Id="Rc911739ee3494653" /><Relationship Type="http://schemas.openxmlformats.org/officeDocument/2006/relationships/presProps" Target="/ppt/presProps.xml" Id="R2e260f1cb25340aa" /><Relationship Type="http://schemas.openxmlformats.org/officeDocument/2006/relationships/viewProps" Target="/ppt/viewProps.xml" Id="R00922a7fb6e944fe" /><Relationship Type="http://schemas.openxmlformats.org/officeDocument/2006/relationships/tableStyles" Target="/ppt/tableStyles.xml" Id="R1bc4086e3d614dc5" /><Relationship Type="http://schemas.openxmlformats.org/officeDocument/2006/relationships/slide" Target="/ppt/slides/slide1.xml" Id="Raac087168bd6457b" /><Relationship Type="http://schemas.openxmlformats.org/officeDocument/2006/relationships/slide" Target="/ppt/slides/slide2.xml" Id="R6e38c30ba3ac486f" /><Relationship Type="http://schemas.openxmlformats.org/officeDocument/2006/relationships/slide" Target="/ppt/slides/slide3.xml" Id="Ree99beb9d9854253" /><Relationship Type="http://schemas.openxmlformats.org/officeDocument/2006/relationships/slide" Target="/ppt/slides/slide4.xml" Id="Rf163d668d9d9485a" /><Relationship Type="http://schemas.openxmlformats.org/officeDocument/2006/relationships/slide" Target="/ppt/slides/slide5.xml" Id="R435e7a7ee98243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afd21c6ed1945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ecdb7bc49144d1" /><Relationship Type="http://schemas.openxmlformats.org/officeDocument/2006/relationships/notesMaster" Target="/ppt/notesMasters/notesMaster1.xml" Id="R5c33d0c58d914b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f13dc16a934ed7" /><Relationship Type="http://schemas.openxmlformats.org/officeDocument/2006/relationships/notesMaster" Target="/ppt/notesMasters/notesMaster1.xml" Id="R878628110f174a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c37390c72e4f66" /><Relationship Type="http://schemas.openxmlformats.org/officeDocument/2006/relationships/notesMaster" Target="/ppt/notesMasters/notesMaster1.xml" Id="R4f33e14cbcc04e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7e0474f3324661" /><Relationship Type="http://schemas.openxmlformats.org/officeDocument/2006/relationships/notesMaster" Target="/ppt/notesMasters/notesMaster1.xml" Id="Red0968b9b5c548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86157309844720" /><Relationship Type="http://schemas.openxmlformats.org/officeDocument/2006/relationships/notesMaster" Target="/ppt/notesMasters/notesMaster1.xml" Id="Ra6595fa2ad714d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a8fa0901d44e8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0fc9b5df23341d4" /><Relationship Type="http://schemas.openxmlformats.org/officeDocument/2006/relationships/slideLayout" Target="/ppt/slideLayouts/slideLayout2.xml" Id="R9b612f8a9c2d41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612f8a9c2d41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c1f5a9b3754b8d" /><Relationship Type="http://schemas.openxmlformats.org/officeDocument/2006/relationships/notesSlide" Target="/ppt/notesSlides/notesSlide1.xml" Id="R002940863c804d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a340c9f171421f" /><Relationship Type="http://schemas.openxmlformats.org/officeDocument/2006/relationships/notesSlide" Target="/ppt/notesSlides/notesSlide2.xml" Id="R5b389cd4739744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b26e07f4b4412f" /><Relationship Type="http://schemas.openxmlformats.org/officeDocument/2006/relationships/notesSlide" Target="/ppt/notesSlides/notesSlide3.xml" Id="R1deb76f5398c48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96728365944a2f" /><Relationship Type="http://schemas.openxmlformats.org/officeDocument/2006/relationships/notesSlide" Target="/ppt/notesSlides/notesSlide4.xml" Id="R8603f1a1fa334a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872e3db27e4a50" /><Relationship Type="http://schemas.openxmlformats.org/officeDocument/2006/relationships/notesSlide" Target="/ppt/notesSlides/notesSlide5.xml" Id="R7aa44fe36eeb4f5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9F0CDF-23DA-4327-B832-8B753B29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0771C-E759-49D3-91D4-AD015828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34C4F-0872-43DD-9D10-0E9B4C42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DD736-2F8C-471A-B768-3F093903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TAILWIND CSS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91E54-316F-41D3-8DFA-8076AEDC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GTM Growth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9B933-63F7-4AAF-BF07-7B29F18E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647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Tailwind CSS</a:t>
            </a:r>
          </a:p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gtm battle probe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67331-28F3-47D8-804E-DADAAB62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Tailwind CSS's growth case works only if engagement, GTM</a:t>
            </a:r>
          </a:p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motion, and monetization connect cleanly.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507F3-096F-41D2-A165-03661F66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777742-3EDA-4525-BF3B-8AA382D9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E6080-0409-4F36-AF97-51AD8BD8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2C43B-4A35-4AE5-AD05-EA7621EE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Narrative spine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1D63C-7A1E-41F3-A8FD-EDFB4E38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claim-first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884194-090E-495A-B165-25E9D206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925877-1075-40E7-A27C-36355469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D25F0C-9F20-4954-9A29-35B80870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Required beats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384D53-60AD-40A3-BF07-F65B1D87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from source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16E093-3D76-4F89-91CE-C77CD5C7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D05258-8BC4-4900-B24B-A2A00995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172B9A-392E-45B4-B13E-6751C71D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Source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18730B-B762-48AF-B819-B3346B72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audit before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CC1523-474B-405C-8D89-B5220FCA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47560E-ABDE-466F-A06F-27255A33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6EDAE6-F3D1-46A7-A0CB-04066D9C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Golden grade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31E4E4-5AFF-4DC5-9019-C0662B1A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matrix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A92ACF-1257-46DD-87FA-903B1652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40870D-7175-49B5-9C9E-2CDA32F9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Prompt external-md-12-tailwindcss | Presentation Create - GTM Growth Deck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105550-323B-453E-BAE4-62121035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005999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E8EFAB-CEF9-492E-9BBE-869C63DC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0F9BF-0A5E-4181-97D0-3AC70609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C38EE-3491-43C8-9B18-BDD17070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 L A I M   S P I N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433C1-B88C-4365-9771-A4AC6716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Every slide needs a claim, a proof object, and a reason to exist.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0427E-8D93-49A8-AAD4-3FAB1464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'Tailwind CSS'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(https://raw.githubusercontent.com/tailwindlabs/tailwindcss/main/README.md). Use profile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gtm. The deck must turn README content into claim-title slides, one dominant proof object...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DCC7B-1A36-4F49-A435-AFBB2ADB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98FBA-B72B-4EC1-8D51-0B281E0D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C1196-23D7-428A-8382-A723EDC4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'Tailwind CSS' ( Use profile gtm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92316-2F22-46EB-84A6-6757DF54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Make Build a five-slide battle probe from the external Markdown source 'Tailwind CSS' ( Use profile gtm part of a visible growth loop, not a standalone marketing claim.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BA87C-1778-4924-A6F3-5B794872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496592-5F14-4611-8F67-CF32CAF9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94A9D2-9F51-4B40-B71C-489400C8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The deck must turn README content into claim-title slides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56C9D-1292-4017-A368-335226A8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Make The deck must turn README content into claim-title slides part of a visible growth loop, not a standalone marketing claim.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CB2F5-B550-46A8-B834-5689110F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2FEF06-56C0-4DCF-91D1-6FF7E009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10DA24-10FA-42A1-841B-8AB1F430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052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one dominant proof object per slide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258AEA-C5C6-4FA6-BECA-7CBED733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Make one dominant proof object per slide part of a visible growth loop, not a standalone marketing claim.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AB58DC-E58B-4590-928C-D23BA897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B4737E-F009-4D83-B5FA-AA0DCFC3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68A8B7-679B-428D-8A10-E55269B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386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source-aware footer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8E0080-1769-432D-8309-0E44B10C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Make source-aware footer part of a visible growth loop, not a standalone marketing claim.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97CA59-4A1C-4E50-992A-EE837CB4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B62D52-6BC6-4D3F-8399-8B50AA42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F2FAA5-0E68-4A9E-852B-59CB142B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visible narrative spine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2CA6A9-1531-4E7E-B7BE-1DBED5D9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720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Make visible narrative spine part of a visible growth loop, not a standalone marketing claim.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23F21B-9F50-4BD2-A294-F1775622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7A8E30-1258-42EE-A180-3C22C842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67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53F5C3-70CC-4870-8DF2-2E816F79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05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mission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14C596-D5FF-4D14-BCC5-BBEC7B2E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05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Make mission part of a visible growth loop, not a standalone marketing claim.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A523BE-B794-4532-AA43-9459D2BE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638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4467B4-CC3B-42EB-B323-AFC02551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NOUN-SWAP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0DE0ED-2F32-4CF2-A2C0-18ABE6BD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76650"/>
            <a:ext cx="1257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rPr>
              <a:t>If this deck still works after replacing the company name, the story is not sharp enough.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A2E36C-0673-4FDB-9A10-E79F07EF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F03719-AFA9-4BDF-8ABA-06C84DC2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Profile: gtm | Battle harness requires profile-specific proof objects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CE6062-8307-4C59-9D97-6B113605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8370587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565042-DDD6-4970-8569-955E2459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A1731-DEE1-4780-9733-30CF1551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B79AB-D92A-40A2-80F3-97F0BE08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O F   O B J E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043B0-B83A-4432-AA32-466F831B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Growth needs one loop from adoption to monetization.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7D659-0DB4-4319-BD84-43A20374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1371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88EBB8-6C23-4489-B327-983D9C8F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Reach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A205F-F078-46E4-BDEF-870D6977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7660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32CB1-02DF-4FC0-A3DF-523E1D64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00450"/>
            <a:ext cx="1371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930D34-8655-4D34-84E7-BEAC0F25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6291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Activation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073C9-0012-4EB8-97DA-C444BA2B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051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85492-23A8-41BF-BE52-09DC3D7C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29000"/>
            <a:ext cx="13716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CE6DE-A2A4-4A8F-B06D-3904102F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291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Engagement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67BE67-81D1-4968-9481-580A500D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93370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C25AB-6C72-4DCC-B7C9-CC8D3327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57550"/>
            <a:ext cx="13716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175E1A-43CB-4F48-8A8B-8712CBDB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291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Monetization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BD7693-43BE-46A8-B05D-4B9884BE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6225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0B2028-8855-4F3D-B579-16CB3ACE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86100"/>
            <a:ext cx="1371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9F272C-75DC-4FD5-9BE5-B89337AC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291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Margin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03EA17-1870-417B-B481-C2E45803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90800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E37390-B49B-4928-BF8E-537DB081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38750"/>
            <a:ext cx="847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The GTM deck should feel like a growth system, not a pile of funnel labels. Show why the next stage gets stronger.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000A37-C7B2-412F-BE40-82ED33F3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234E73-F441-4C0E-A6CB-30432974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GTM profile | Adoption, segment quality, monetization, and margin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309D14-4E3A-4E09-95B6-661FCE6E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667762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E495E9-8E16-4D2E-998C-39983A3E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5A1A1-593F-452B-9EBD-B3E18C63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2B9DA-CC04-42D5-A46C-3A8B15D9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F I L E   G A T E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C0258-B00C-409D-8F97-A50CD2E0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Different domains should fail for different reasons.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68B710-C794-4104-9597-E3ABC04E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4F55B-C679-472F-B107-4DD25C6E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7C55F-5A88-429A-8DBD-E305E3E4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growth loop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BD28E-55B9-4D36-B895-7056CFEC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should show progression, not isolated claims.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69819-D3D7-4D65-9082-C2DB4C47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AE0514-B921-4A54-B09D-36A728D3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4EBF7C-4AE0-466D-843E-254875EF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segment 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C5708-66B4-4BE7-AFF2-289A9D1A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should show progression, not isolated claims.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957DF3-14FE-4B71-8054-FBEEE02A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7B2A18-AEF1-4880-BD8F-495BE98F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B45D68-C2D4-4370-9DD0-209A0808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monetization bridge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FE189D-A071-42D3-B5C8-185D1532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should show progression, not isolated claims.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CA196C-2860-4956-9023-BF1E69B3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5A507D-6831-40AD-BEFE-40F888B9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0C4667-9D73-46D1-9EB6-16D947A6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brand cues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316E8A-C623-4F4A-9CA8-0A97D1AC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should show progression, not isolated claims.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1E7EBC-9FCA-4815-94E8-F603EB7A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3DB4CD-A07C-443E-93E8-048F150B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Battle harness | Profile-fit and template-fidelity get scored separately from beauty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80AF5B-4DC8-4F1B-B834-4E317757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410217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ADF966-40AD-4C76-9D01-6E82234F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3656E-468D-4697-9C6A-2AB0C825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4B37B-BA73-4C1F-B436-BF4310B3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 A T T L E   V E R D I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CD355-6EE9-430A-917C-4121F949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What the full skill run must do before calling this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11E78-F0C3-486C-97C7-6228BF03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Source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3EE73-5C1D-445A-A5FA-D5CD10C4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05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4D73E-A0F2-468D-B4C4-2B5226E8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1 link(s) plus attachments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311A9-1B48-4222-B9A1-19DA849C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Design 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EA92B-4CD6-4701-9E2B-F52E4EF3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4910F-893E-4503-BC97-A6DFEACD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profile-specific grammar before slide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6C1CCC-055D-47CF-852E-C3F5F4B4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Rendered QA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FFC3DF-C8F0-469E-A952-602D3F2D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E1B280-3B7E-4C60-AB0F-78BB4FA9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contact sheet, layout JSON, package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E7F852-1032-41E4-A7D6-6DE40C25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Opus delta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0CFFF7-2D22-464D-B236-300FE8BF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33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E310DD-EEBB-4CA5-8132-71CC259B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name where this wins and where Opus still wins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D975C4-5522-4616-94E7-9230A567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767BDE-C005-4B5E-98A4-0989A6E9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819337-4079-49C2-9CBE-5E87D9EC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probe score</a:t>
            </a:r>
          </a:p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out of 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E676ED-1FEC-4ACF-A152-C80B75EA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742318-EAAD-4E25-B1CA-C0F8FFC7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Score is a harness probe score; full deck still requires prompt sources and final deck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5C1219-CA4B-455F-85DF-0ECC949F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026876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2026-06-30T13:05:19.2460000Z</dcterms:created>
  <dcterms:modified xsi:type="dcterms:W3CDTF">2026-06-30T13:05:19.2460000Z</dcterms:modified>
</coreProperties>
</file>