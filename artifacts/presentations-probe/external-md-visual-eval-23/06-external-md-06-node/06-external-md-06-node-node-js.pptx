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f13630eafc4954" /><Relationship Type="http://schemas.openxmlformats.org/officeDocument/2006/relationships/extended-properties" Target="/docProps/app.xml" Id="R031a4aee35774f7f" /><Relationship Type="http://schemas.openxmlformats.org/officeDocument/2006/relationships/officeDocument" Target="/ppt/presentation.xml" Id="R159051ea22e34a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614a53ddd548f8"/>
  </p:sldMasterIdLst>
  <p:notesMasterIdLst>
    <p:notesMasterId xmlns:r="http://schemas.openxmlformats.org/officeDocument/2006/relationships" r:id="R50d579d6be664008"/>
  </p:notesMasterIdLst>
  <p:sldIdLst>
    <p:sldId xmlns:r="http://schemas.openxmlformats.org/officeDocument/2006/relationships" id="256" r:id="R29631df3737a423f"/>
    <p:sldId xmlns:r="http://schemas.openxmlformats.org/officeDocument/2006/relationships" id="257" r:id="R5b15103253f545b4"/>
    <p:sldId xmlns:r="http://schemas.openxmlformats.org/officeDocument/2006/relationships" id="258" r:id="R3f0e7e5ac47345a4"/>
    <p:sldId xmlns:r="http://schemas.openxmlformats.org/officeDocument/2006/relationships" id="259" r:id="R6bd31a44dc8c4642"/>
    <p:sldId xmlns:r="http://schemas.openxmlformats.org/officeDocument/2006/relationships" id="260" r:id="Rcae702d507d44b1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614a53ddd548f8" /><Relationship Type="http://schemas.openxmlformats.org/officeDocument/2006/relationships/theme" Target="/ppt/theme/theme1.xml" Id="Rc79a0d7979bc470e" /><Relationship Type="http://schemas.openxmlformats.org/officeDocument/2006/relationships/notesMaster" Target="/ppt/notesMasters/notesMaster1.xml" Id="R50d579d6be664008" /><Relationship Type="http://schemas.openxmlformats.org/officeDocument/2006/relationships/presProps" Target="/ppt/presProps.xml" Id="R1db1fee60d344481" /><Relationship Type="http://schemas.openxmlformats.org/officeDocument/2006/relationships/viewProps" Target="/ppt/viewProps.xml" Id="R5495aa5e5e1c4aaa" /><Relationship Type="http://schemas.openxmlformats.org/officeDocument/2006/relationships/tableStyles" Target="/ppt/tableStyles.xml" Id="R0d51101a63994611" /><Relationship Type="http://schemas.openxmlformats.org/officeDocument/2006/relationships/slide" Target="/ppt/slides/slide1.xml" Id="R29631df3737a423f" /><Relationship Type="http://schemas.openxmlformats.org/officeDocument/2006/relationships/slide" Target="/ppt/slides/slide2.xml" Id="R5b15103253f545b4" /><Relationship Type="http://schemas.openxmlformats.org/officeDocument/2006/relationships/slide" Target="/ppt/slides/slide3.xml" Id="R3f0e7e5ac47345a4" /><Relationship Type="http://schemas.openxmlformats.org/officeDocument/2006/relationships/slide" Target="/ppt/slides/slide4.xml" Id="R6bd31a44dc8c4642" /><Relationship Type="http://schemas.openxmlformats.org/officeDocument/2006/relationships/slide" Target="/ppt/slides/slide5.xml" Id="Rcae702d507d44b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d6b5a1dff924d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c626e9ccbe4bbe" /><Relationship Type="http://schemas.openxmlformats.org/officeDocument/2006/relationships/notesMaster" Target="/ppt/notesMasters/notesMaster1.xml" Id="R14f4324ed12244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1641c7cc914c0a" /><Relationship Type="http://schemas.openxmlformats.org/officeDocument/2006/relationships/notesMaster" Target="/ppt/notesMasters/notesMaster1.xml" Id="R6508fd16124547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27ccaa610249fb" /><Relationship Type="http://schemas.openxmlformats.org/officeDocument/2006/relationships/notesMaster" Target="/ppt/notesMasters/notesMaster1.xml" Id="R7b04a9c20b2545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832f9666564a05" /><Relationship Type="http://schemas.openxmlformats.org/officeDocument/2006/relationships/notesMaster" Target="/ppt/notesMasters/notesMaster1.xml" Id="R1735b60cbb9040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ce57bc08474273" /><Relationship Type="http://schemas.openxmlformats.org/officeDocument/2006/relationships/notesMaster" Target="/ppt/notesMasters/notesMaster1.xml" Id="R0830cd1bd4744e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f0b6a4654b4a5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c484a54dbe341d0" /><Relationship Type="http://schemas.openxmlformats.org/officeDocument/2006/relationships/slideLayout" Target="/ppt/slideLayouts/slideLayout2.xml" Id="R189c7a792b2040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9c7a792b2040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bef059915a4e56" /><Relationship Type="http://schemas.openxmlformats.org/officeDocument/2006/relationships/notesSlide" Target="/ppt/notesSlides/notesSlide1.xml" Id="Rd46e45e12ac54b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9e01008f4347c3" /><Relationship Type="http://schemas.openxmlformats.org/officeDocument/2006/relationships/notesSlide" Target="/ppt/notesSlides/notesSlide2.xml" Id="R91b942cd19ca4d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3189b6f212459e" /><Relationship Type="http://schemas.openxmlformats.org/officeDocument/2006/relationships/notesSlide" Target="/ppt/notesSlides/notesSlide3.xml" Id="R2ab36ac90a6d4d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2e3b20bee844a7" /><Relationship Type="http://schemas.openxmlformats.org/officeDocument/2006/relationships/notesSlide" Target="/ppt/notesSlides/notesSlide4.xml" Id="R1ee695ab6c3543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275dba2ca342ab" /><Relationship Type="http://schemas.openxmlformats.org/officeDocument/2006/relationships/notesSlide" Target="/ppt/notesSlides/notesSlide5.xml" Id="Rfa2bd096bf5f41a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8651EE-598A-4A3D-A54C-17472141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CFFE08-5A15-4C9E-8B9C-186744F8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BC4573-3101-4B0B-BF16-D0E3F1FD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811BE8-793C-42EB-A3F5-F15BCEF9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NODE.JS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F5FA69-0563-41E1-ACA4-030B628E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010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Product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EF5A47-621F-444D-AFF7-B28E568F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6477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Node.js</a:t>
            </a:r>
          </a:p>
          <a:p xmlns:a="http://schemas.openxmlformats.org/drawingml/2006/main">
            <a:pPr algn="l">
              <a:defRPr sz="39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product platform battle probe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62B365-7BDF-4B15-A516-CE7D3807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3619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Node.js's platform breadth needs to resolve into adoption,</a:t>
            </a:r>
          </a:p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expansion, and business quality.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6ECA6F-8475-49E4-95E9-F54CFF2C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86300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2429E3-8F14-4E19-848F-AFFE276A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2CC465-3799-46FE-BACA-EA039CFD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1AD2A3-5003-447D-9B05-EC0FC2FE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Narrative spine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4FEBFD-D54F-4C9E-A3BC-4646EAAF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claim-first 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380FB2-2047-49F2-9ECB-613DE273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3DF1EB-ECCF-4468-A293-61A5D547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C77329-567A-4C6B-9476-E87257C4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Required beats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F21915-92D5-49EA-96A0-ED802A70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from source prompt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BBFCDF-6BFE-487A-88CE-5F654AA9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A8E0A3-0AF7-40C4-9625-5DAA619C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CE9891-2DEC-42E0-B98E-CDF29D70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Source links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096E50-6310-4E29-B99B-4DAAB66F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audit before final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700C99-9B84-4F6C-A0AB-62363DFC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C59B8D-C058-428F-A9F2-70A68843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66F715-3843-4124-8C02-986D7C4F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Golden grade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BF5B81-1E3D-4FF7-9E27-FB254F96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matrix reference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89FB07-1E7A-449C-95B8-D382EAC0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28BF97-E2FE-4E72-AFBE-3432CCF8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Prompt external-md-06-node | Presentation Create - Product Platform Deck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6FD411-96D2-4A02-A09A-7CBD7A49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7757529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9BF8E7-5EB8-4151-A622-D89F2E49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1DBC14-BDC3-4BBF-AD67-9C5FA29B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9E19C2-DB64-4BC2-96BF-D2EE0197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 L A I M   S P I N 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65EB2A-77F9-48A8-A1C4-74749A75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Every slide needs a claim, a proof object, and a reason to exist.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6DC8FC-40B6-45BC-BCAD-E725519A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952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Build a five-slide battle probe from the external Markdown source 'Node.js'</a:t>
            </a:r>
          </a:p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(https://raw.githubusercontent.com/nodejs/node/main/README.md). Use profile</a:t>
            </a:r>
          </a:p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product-platform. The deck must turn README content into claim-title slides, one dominant...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90677C-214E-4638-9EEA-B3D53947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765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D1FAA6-9843-41EA-A2F8-83282C86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00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503418-0736-4AF1-A8BA-2E31DD92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384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Build a five-slide battle probe from the external Markdown source 'Node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502B7A-E4D3-434F-8709-1253536C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384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Show how Build a five-slide battle probe from the external Markdown source 'Node changes product adoption, expansion, or monetization for Node.js.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8E62F5-4D2E-4AF7-B6DA-7439998C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99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59B98E-2B8A-43AC-9E9D-8AAF8711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338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B4C431-4848-4080-B029-93801DA1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718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js' ( Use profile product-platform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B1D69C-800D-438E-AE98-C71A044C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718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Show how js' ( Use profile product-platform changes product adoption, expansion, or monetization for Node.js.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065371-E1D1-43F5-B86D-FA9A3981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E24736-9530-4656-B9E8-BCBEFF96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672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4C98A3-A197-437E-82A3-736C2AAB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052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The deck must turn README content into claim-title slides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E25F63-8737-473E-BC5F-B3498B4C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052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Show how The deck must turn README content into claim-title slides changes product adoption, expansion, or monetization for Node.js.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54E6C7-5908-4C89-B6F1-9519EA13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767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51B647-239C-45EC-9C96-54C58605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006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F71DBF-5BC6-400C-B7F0-33233D12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386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one dominant proof object per slide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1EB119-77AB-4A90-ACC9-B74E5BB5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386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Show how one dominant proof object per slide changes product adoption, expansion, or monetization for Node.js.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4E496F-97F2-4796-BB91-A0FFF424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01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D6A8D2-E5CC-4618-9557-52396C5D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3340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D2E19A-8D67-4656-B965-9A0390C3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720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source-aware footer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029F5A-6D7D-4E1C-B79D-E5CAE77B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720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Show how source-aware footer changes product adoption, expansion, or monetization for Node.js.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60D9A3-63F3-4DFF-9251-9A11406F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DF82AE-7097-4A5F-AF21-B954781F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867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ED4157-7A2B-45D2-B484-FFE91386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7054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product vision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2E71D4-3A8D-47D3-B7FC-D64E0FE3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7054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Show how product vision changes product adoption, expansion, or monetization for Node.js.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0F4BF1-D189-4CD4-B4F2-EDC797F1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24150"/>
            <a:ext cx="16383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3D61CB-E1E7-40A2-A6BB-2CEDD22B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71800"/>
            <a:ext cx="1257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NOUN-SWAP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TEST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8D55A3-F1E8-4B91-86F2-3494AF22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76650"/>
            <a:ext cx="1257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9E2EF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D9E2EF"/>
                </a:solidFill>
                <a:latin typeface="Avenir Next"/>
                <a:ea typeface="Avenir Next"/>
                <a:cs typeface="Avenir Next"/>
              </a:rPr>
              <a:t>If this deck still works after replacing the company name, the story is not sharp enough.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11774A-0926-4CAD-9F7B-4E197FEB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E7DB13-41DB-4100-93DA-CE8D8F314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Profile: product-platform | Battle harness requires profile-specific proof objects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F93D45-EF69-4AA4-BF8C-5D54F875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1276678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C226C0-A393-40E3-8E5D-88027A09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6B2C65-5DAD-498E-B5D8-4DA83342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0EAAB8-0BA0-44C6-9BD3-ACB4A703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 R O O F   O B J E C 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E775D4-A43A-4873-860C-2AA2EDAB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81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Architecture has to prove the business model.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B005D8-7AD9-42FD-B5BB-4B637408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E3EFF4-B04D-4BCC-9243-492D72FD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Customer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C811E9-8BB9-40F3-AF80-B4B5C61C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908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4D9AD4-0049-43DC-A1D3-B7D78850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5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3D1CFB-5AB4-45AC-B18D-EFC1112A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9085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FDDD5D-3EBB-4869-98A5-35997DAE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623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Platform 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014BED-BF94-44F9-8588-E38AE379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337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7205C4-3838-4EAA-81CA-B15AB38CA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9DB544-F97E-4A82-8803-CAFA2974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479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375AC1-A1B1-44E1-A708-3F22C333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19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Use cases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881149-19F1-4506-92EC-A495A344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908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80B3D3-5ABB-4B66-BD9D-2AA5D0DD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5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E0EAA1-7298-4648-9FE5-F0FC59A0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9085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C6F688-61F6-48DC-8EDF-7495485D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623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Expansion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F2A248-ABBF-4689-B167-834B9BB7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337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5888A7-63C1-4AFF-913B-71D4B06B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0CF407-97CE-417B-AC80-7DA6F25C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479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AEA727-641D-4152-927E-30177DE8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19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Financial proof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0313FB-9EDF-4ECB-96F9-04E2B52C6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86300"/>
            <a:ext cx="942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7A02C6-DBAB-4A90-9CE3-B8C32459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768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No generic feature cards: every module must either explain system motion or quantify adoption, expansion, efficiency, or monetization.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B52536-CF95-49A1-9225-FB4994DC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C99FE1-A8B2-4810-B9C7-A9FF284D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product-platform profile | Architecture, workflow, and KPI proof must share one visual grammar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D29E52-98CA-411B-835B-B6431E5E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0214409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D43C75-243E-4526-931F-B1EC9459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BD568F-FF9F-4870-9693-D377D787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736958-B1D8-4D99-BCFC-072D615E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 R O F I L E   G A T E 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9FB731-930B-48E2-A41D-C070775E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Different domains should fail for different reasons.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A85458-BE01-419D-83B1-00B80362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B3C94F-73ED-4A03-B5CF-57B17FC3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574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803C11-ADBC-4703-BD14-1707A436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457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architecture map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E527C3-7B83-43A3-A5FD-C8B8ABA6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241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proof object must connect product breadth to measurable business outcomes.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7A7C71-1CB4-408E-B553-98268458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479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FE6857-73B9-4350-A5F5-2D72BD17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574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86B38F-288B-48C8-963E-02F6F9AE7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57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adoption proof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E2F29E-DA78-4165-BC72-0DFC891C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241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proof object must connect product breadth to measurable business outcomes.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EBA4CA-7883-4803-A04D-1F0D21B8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25853B-4C82-4EB6-B89D-EE2FAF29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83A01C-EDAB-4429-9488-D5410AA0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147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product-to-financial linkage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6E04CD-ADF4-4177-A729-7D3AE832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9814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proof object must connect product breadth to measurable business outcomes.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631EEB-6920-4972-83E1-AA1CB799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052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065EC3-577C-4D1B-AEC5-ECDB831D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147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BF49CF-D5ED-4873-871F-19C0D16A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147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modular chapters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036D7A-DEDD-42BB-A709-8EE2CD01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814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proof object must connect product breadth to measurable business outcomes.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A82D60-78FA-4B23-B57D-CDE795F7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806F9F-F71D-4663-A7B7-4AB0169F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Battle harness | Profile-fit and template-fidelity get scored separately from beauty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890D60-4E55-47B1-9DDD-1E011593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1490994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A877BC-7495-4EB5-A60C-30786231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37005F-98AB-40E0-946A-4E4F35CE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E13425-1F84-4645-89F7-9638AE72D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 A T T L E   V E R D I C 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16E450-6CE4-49C9-86E2-074E7891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What the full skill run must do before calling this done.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BD9E43-CD4D-4272-A6B6-61669574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Source extraction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BA55A6-441F-434E-A60A-DD737B7F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050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B2D719-BFF2-4E8B-AE97-49923CF8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907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1 link(s) plus attachments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403B96-5873-45EC-BF3D-1165ACD9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33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Design lock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C8E322-37E8-4D43-BD50-01775122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480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0127E2-E814-41A9-92D3-98AD3309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337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profile-specific grammar before slide modules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C68381-3A40-45E1-B21E-1F462099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76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Rendered QA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9D8035-7003-4703-8FEF-653D3A13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909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629039-AE9D-447E-994C-60F88B60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766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contact sheet, layout JSON, package checks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913122-07B2-4890-A0A9-EB94430E8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196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Opus delta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B0E173-C917-4287-B318-6783CAD2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5339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1D4DBB-6C87-496C-8EE0-26F69559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196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name where this wins and where Opus still wins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526203-DB34-4C50-AB09-D7B56B56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47900"/>
            <a:ext cx="20383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005DC5-42A7-46CA-8C43-DFB56B6E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47950"/>
            <a:ext cx="1219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47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E14F84-8F90-47F1-A0A6-3ECA46AA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05200"/>
            <a:ext cx="1028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rPr>
              <a:t>probe score</a:t>
            </a:r>
          </a:p>
          <a:p xmlns:a="http://schemas.openxmlformats.org/drawingml/2006/main">
            <a:pPr algn="ctr">
              <a:def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rPr>
              <a:t>out of 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754897-1FE1-43C2-A58D-BCB40EF6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005650-7070-46AF-83F1-EE09A2A9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Score is a harness probe score; full deck still requires prompt sources and final deck QA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81D001-EAC7-40F0-AE42-3E2D9A6F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378808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2026-06-30T13:05:15.9430000Z</dcterms:created>
  <dcterms:modified xsi:type="dcterms:W3CDTF">2026-06-30T13:05:15.9430000Z</dcterms:modified>
</coreProperties>
</file>