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fd10161f90478e" /><Relationship Type="http://schemas.openxmlformats.org/officeDocument/2006/relationships/extended-properties" Target="/docProps/app.xml" Id="Raf98c5c5962c44bb" /><Relationship Type="http://schemas.openxmlformats.org/officeDocument/2006/relationships/officeDocument" Target="/ppt/presentation.xml" Id="R667874514a194a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4c42f1af504379"/>
  </p:sldMasterIdLst>
  <p:notesMasterIdLst>
    <p:notesMasterId xmlns:r="http://schemas.openxmlformats.org/officeDocument/2006/relationships" r:id="Rc3369bc651a14edb"/>
  </p:notesMasterIdLst>
  <p:sldIdLst>
    <p:sldId xmlns:r="http://schemas.openxmlformats.org/officeDocument/2006/relationships" id="256" r:id="R921da77d51354517"/>
    <p:sldId xmlns:r="http://schemas.openxmlformats.org/officeDocument/2006/relationships" id="257" r:id="R8e12c45819de430b"/>
    <p:sldId xmlns:r="http://schemas.openxmlformats.org/officeDocument/2006/relationships" id="258" r:id="Rdfc623fe31434eb1"/>
    <p:sldId xmlns:r="http://schemas.openxmlformats.org/officeDocument/2006/relationships" id="259" r:id="R22a559720453470d"/>
    <p:sldId xmlns:r="http://schemas.openxmlformats.org/officeDocument/2006/relationships" id="260" r:id="Rd351c496710449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c42f1af504379" /><Relationship Type="http://schemas.openxmlformats.org/officeDocument/2006/relationships/theme" Target="/ppt/theme/theme1.xml" Id="R64e0c6e262d64f39" /><Relationship Type="http://schemas.openxmlformats.org/officeDocument/2006/relationships/notesMaster" Target="/ppt/notesMasters/notesMaster1.xml" Id="Rc3369bc651a14edb" /><Relationship Type="http://schemas.openxmlformats.org/officeDocument/2006/relationships/presProps" Target="/ppt/presProps.xml" Id="R4360252d2f014fff" /><Relationship Type="http://schemas.openxmlformats.org/officeDocument/2006/relationships/viewProps" Target="/ppt/viewProps.xml" Id="R9c72a73140ec49db" /><Relationship Type="http://schemas.openxmlformats.org/officeDocument/2006/relationships/tableStyles" Target="/ppt/tableStyles.xml" Id="Rc5e66c93981549c1" /><Relationship Type="http://schemas.openxmlformats.org/officeDocument/2006/relationships/slide" Target="/ppt/slides/slide1.xml" Id="R921da77d51354517" /><Relationship Type="http://schemas.openxmlformats.org/officeDocument/2006/relationships/slide" Target="/ppt/slides/slide2.xml" Id="R8e12c45819de430b" /><Relationship Type="http://schemas.openxmlformats.org/officeDocument/2006/relationships/slide" Target="/ppt/slides/slide3.xml" Id="Rdfc623fe31434eb1" /><Relationship Type="http://schemas.openxmlformats.org/officeDocument/2006/relationships/slide" Target="/ppt/slides/slide4.xml" Id="R22a559720453470d" /><Relationship Type="http://schemas.openxmlformats.org/officeDocument/2006/relationships/slide" Target="/ppt/slides/slide5.xml" Id="Rd351c4967104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aaedc480334e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58f850e1d04646" /><Relationship Type="http://schemas.openxmlformats.org/officeDocument/2006/relationships/notesMaster" Target="/ppt/notesMasters/notesMaster1.xml" Id="R6c1ec11cdd3d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d046f390a14cfb" /><Relationship Type="http://schemas.openxmlformats.org/officeDocument/2006/relationships/notesMaster" Target="/ppt/notesMasters/notesMaster1.xml" Id="R47bf380655224d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4a1432cd5e4b67" /><Relationship Type="http://schemas.openxmlformats.org/officeDocument/2006/relationships/notesMaster" Target="/ppt/notesMasters/notesMaster1.xml" Id="R9ba4e633688848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5623f01c074cd1" /><Relationship Type="http://schemas.openxmlformats.org/officeDocument/2006/relationships/notesMaster" Target="/ppt/notesMasters/notesMaster1.xml" Id="Rdbb74f9b46b243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0121517ac42d2" /><Relationship Type="http://schemas.openxmlformats.org/officeDocument/2006/relationships/notesMaster" Target="/ppt/notesMasters/notesMaster1.xml" Id="R75cc42b2aa9a49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436894866416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994aad78c11491d" /><Relationship Type="http://schemas.openxmlformats.org/officeDocument/2006/relationships/slideLayout" Target="/ppt/slideLayouts/slideLayout2.xml" Id="R1a8d34a7551245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8d34a7551245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253a43bbf4c15" /><Relationship Type="http://schemas.openxmlformats.org/officeDocument/2006/relationships/notesSlide" Target="/ppt/notesSlides/notesSlide1.xml" Id="R20e8e1865e914c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e0d0d619f4a75" /><Relationship Type="http://schemas.openxmlformats.org/officeDocument/2006/relationships/notesSlide" Target="/ppt/notesSlides/notesSlide2.xml" Id="R9442c0ba462d4b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38b2751729479f" /><Relationship Type="http://schemas.openxmlformats.org/officeDocument/2006/relationships/notesSlide" Target="/ppt/notesSlides/notesSlide3.xml" Id="R5b73e636511f4e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d6f6f0ef44990" /><Relationship Type="http://schemas.openxmlformats.org/officeDocument/2006/relationships/notesSlide" Target="/ppt/notesSlides/notesSlide4.xml" Id="R25fb0d528d004d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7bd6349e0489d" /><Relationship Type="http://schemas.openxmlformats.org/officeDocument/2006/relationships/notesSlide" Target="/ppt/notesSlides/notesSlide5.xml" Id="Rf5a9e60d513f4b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B0E7C5-6392-4BE4-8A23-5379B75E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53D02-C577-48A3-A33E-9B110C7F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0CE75-DDBA-4940-BF47-81FE0B3A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CE122-7E72-45C5-8E2B-55862F18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OPENAI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590C8-55AE-4032-8753-4A81A44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68E14-16CF-4E14-8A53-736572C1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OpenAI Python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D69AF-3FD2-45E2-9C8C-BF6BBAEC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OpenAI Python's technical narrative must stay precise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enough for 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82C2C-A6EF-49E2-B4A2-84DF14CD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812F4-2398-454F-A412-6750194D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FFA81-9FD3-42F0-B706-D037E83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2C0C7-109F-4D51-B712-7F7E83F4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49A62-BB30-4DA3-AFBE-4C09B511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D343D-69C6-43E8-9A4F-A39A96CF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C3E5D-2EA8-45CA-9FE5-95E89127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CCAEE-DFC4-450D-B064-1A232556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80B58-52FC-457C-B706-C4CC6FF5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43339-60EE-4C09-88E5-DC60CB8E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A464B-CE36-4450-9D0D-E943D527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5A8BC-3CAA-4296-A1A4-6C78D109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16D7A-5C8F-4EE9-9097-932D6B6E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AE829-A62A-407F-A311-3ED128BE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630C3-B561-4CB8-843F-8AD78AF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10BE2-1E47-440B-9E94-CCEA66E2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D4F25-BFAF-475E-9207-944B42F4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D4C47-4406-487A-834B-6A75CC15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7A642A-1114-4764-86BF-33572A7C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external-md-09-openai-python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277C72-A7DC-4A58-B925-4EA7F7EC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61619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4B3F5-878A-4C0E-83C4-C9F2B6FF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5A87B-EF4A-412E-BD86-C4865877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ABD09-04A7-4E5C-9B14-2E1B4DAE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83B52-8E28-4D46-B812-D2BCD337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B0D34-36E2-4D5B-A07A-4582AE2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'OpenAI Python API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library' (https://raw.githubusercontent.com/openai/openai-python/main/README.md). Use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 engineering.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61E0A-D5AE-4AE8-AE0E-2533861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0717E-5A09-4EB4-9F43-B62045D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FF7F9-A362-4A0E-8BD3-643CAED1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'OpenAI Python API library'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5D4B4-4425-4F9F-B3BF-17A47263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'OpenAI Python API library'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F4B91-ADFC-47AA-B388-8ACB777E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2EF4A-8541-45EC-9AD3-9A451CFC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6B9C9-9F08-486C-9349-A893E361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F38B6-6936-4F0F-9E84-588A129D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1D3E6-81B9-48F2-9EDB-1A0708E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5AF1C-D7E2-48C8-A73F-BB1AA30C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E98BD-C003-4D86-B8E1-C714662B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A2684-2465-4DF3-998C-53F38C82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5C45C-86B0-46D4-84D6-1D42565E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53CF0-769D-442E-B549-2F24A201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94F71-6DDD-4191-BF63-F37A17F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D802A-1C82-495A-B33C-4F658AE3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8F955-F68E-4435-B5C5-5CFB487D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D7D27-A66F-4926-95C0-C7455D21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86991-DE3E-4656-AB24-451014C0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4C883-7CB5-4468-A28F-C56C2CE6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C7E5C-AC07-4A69-8669-0F0AE98E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EFF6A-475C-4B51-8264-AB4C7E36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FEF5CE-CF3D-4A67-B1E3-7DAC962A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D0267-B2F7-434E-B4BA-D9A48C66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EA7BF-5719-4399-969F-C4E83652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CBD13-8E0A-4DF9-84B7-6C5379A1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993CF2-D708-4113-81AB-F1994647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0E8684-A3C8-4A7F-B618-F98B2361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F65667-C4DD-48EC-B80B-0837EF53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5071E9-8497-4202-8497-C72DCBC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65978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98B87F-B253-46F6-9952-522C9400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6DBE7-F540-45C8-9736-078CE22C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8B050-A30F-4E3D-B209-09D26ED6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276D4-CB8E-4ED9-BD1D-3309FDBE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A5288-E46B-48E7-A233-326118A6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6CB0F-6B07-4BBF-BEC1-46690DF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C33AC-ECD0-44B0-B2BF-FF61B318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05E0E-7091-4133-AF5F-90CC90C2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DD90C-A4CE-409F-90E8-74B8862D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8429B-A3BE-4558-A352-D1F2A9B7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0679B-689F-4FF9-96C0-9B57B1C6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06CC3-3265-4028-B2D7-0BBCBB2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4C088-0823-4E63-A1E2-2C6FBB13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B1F68-1B46-4A2E-96F4-81F1FD4B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55D89-8906-4D79-BDA5-CC65C96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E856E-958F-42FB-B8DF-2F62D48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DB0DC-DA74-4CD6-85A4-32B8D401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FB842-DD60-4E92-90A3-A9F9BE1E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BAAF8-5991-427B-856F-949697E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F674B-AA61-4073-8601-BF0A3F56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ECF43-2B57-4252-8F85-A97383F1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89AF2-87BA-435F-9A99-FA66E709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F4436-7261-4CA6-9A18-DE427913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457F8-895E-4F63-9EDD-B469DC02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D259C-29C6-457A-936B-8752BCB8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A0195-E6C0-44ED-96F2-88738375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A0351-5A01-4FDA-8994-3F334B66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87268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723C3-75C1-4B1B-9603-930AA10D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432B4-3A1A-4661-B881-857F1178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EC642-7FCB-44DE-8408-9DA4AB9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05A03-BDA8-42D0-B999-D39EDF76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CD484-DDB6-454F-9E67-0A8218F6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19434-DC8F-4B70-A41C-9E90F2FF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2806C-941D-4059-B4C9-24A18A8B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139C0-468D-46B3-BB7F-124522F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066B7-34D6-4195-A74F-B477C92D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FC40E-6A85-4B48-A7D3-B06EB7B3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4BAC7-873C-4E42-BE3F-CC7EAB2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C71EC-B515-41B9-AE8A-60E78116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E9572-2B5B-4A3B-B95C-769AA34B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24581-BF22-427C-88B4-7B407F74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0B559-6B37-4705-9225-775E3413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3805F-54FF-4040-A8E5-CDB77226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26A49-9581-4B23-B6D7-E0EF02E9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283CC-2AAB-4EC7-A942-411EFAF4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12DDD-0E5F-4A11-9CF5-1E02EF33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E3B94-FD49-405F-824D-2D4E2172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31D29-2C99-4F9D-91EB-E1F56C2E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D814C-9F57-4DE8-BDD9-88742F30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E8332-5346-4B9C-B1CB-016CCDE7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83586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6AB312-FCD5-4733-AD75-8E8BBC4C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77DFE-44E2-40D0-AEF1-C1AFA27E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9E7F4-77AF-4FB8-AAE0-4ED4B724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E7C95-54A7-4B2E-AF13-73071F14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33DA2-8EFB-4916-816C-B055BCDA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07A3A-C499-4B8B-84FC-7CF9F1BC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D8FFE-11BF-4C02-9C87-F78D2461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247D3-8A89-463D-93B1-CA7E1051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BA053-80EB-40B7-B0BE-E97D01B4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BA2D2-514B-4885-A613-6EB93A3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29D00-2226-4DAE-8158-F9E553B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941FE-4BE6-4F60-8783-BCF6CCFD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93829-39F7-4C00-A0BA-045F3EC7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FDCFE-BDB0-42B6-B3D9-F2928C4E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3482A-AF14-443D-84F2-B39FEF07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6468E-5EA9-4C8B-93A7-8D391CF6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9EEFE-E6C4-4F80-B3E2-B9D58458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72D10-5EEF-4F98-AA13-CCA98BC0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C6210-38F1-4CBF-8A7D-B2808B8C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DA008-FE8C-46F8-94D1-7E51E6B7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3A193-6861-4718-AA5F-9F9DC3DC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4F4E1-BBF3-47E2-9419-134EDA15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2875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2026-06-30T13:05:17.6730000Z</dcterms:created>
  <dcterms:modified xsi:type="dcterms:W3CDTF">2026-06-30T13:05:17.6730000Z</dcterms:modified>
</coreProperties>
</file>