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dc686223fc4672" /><Relationship Type="http://schemas.openxmlformats.org/officeDocument/2006/relationships/extended-properties" Target="/docProps/app.xml" Id="R8b50609d0847428a" /><Relationship Type="http://schemas.openxmlformats.org/officeDocument/2006/relationships/officeDocument" Target="/ppt/presentation.xml" Id="R8bcad231ccb649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6755e042ee49e1"/>
  </p:sldMasterIdLst>
  <p:notesMasterIdLst>
    <p:notesMasterId xmlns:r="http://schemas.openxmlformats.org/officeDocument/2006/relationships" r:id="Rdb2c4ef5e07b4a19"/>
  </p:notesMasterIdLst>
  <p:sldIdLst>
    <p:sldId xmlns:r="http://schemas.openxmlformats.org/officeDocument/2006/relationships" id="256" r:id="Rce1dcf5c4d0c4337"/>
    <p:sldId xmlns:r="http://schemas.openxmlformats.org/officeDocument/2006/relationships" id="257" r:id="Rca8d44d6b5f140ff"/>
    <p:sldId xmlns:r="http://schemas.openxmlformats.org/officeDocument/2006/relationships" id="258" r:id="Rae1fc7ca002c4ad8"/>
    <p:sldId xmlns:r="http://schemas.openxmlformats.org/officeDocument/2006/relationships" id="259" r:id="R9f4064c4a48c477b"/>
    <p:sldId xmlns:r="http://schemas.openxmlformats.org/officeDocument/2006/relationships" id="260" r:id="Rda37ec1a2b9141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755e042ee49e1" /><Relationship Type="http://schemas.openxmlformats.org/officeDocument/2006/relationships/theme" Target="/ppt/theme/theme1.xml" Id="R8e04549c69714e75" /><Relationship Type="http://schemas.openxmlformats.org/officeDocument/2006/relationships/notesMaster" Target="/ppt/notesMasters/notesMaster1.xml" Id="Rdb2c4ef5e07b4a19" /><Relationship Type="http://schemas.openxmlformats.org/officeDocument/2006/relationships/presProps" Target="/ppt/presProps.xml" Id="R62db10f577a343f5" /><Relationship Type="http://schemas.openxmlformats.org/officeDocument/2006/relationships/viewProps" Target="/ppt/viewProps.xml" Id="R599f3b2633714f0c" /><Relationship Type="http://schemas.openxmlformats.org/officeDocument/2006/relationships/tableStyles" Target="/ppt/tableStyles.xml" Id="R799485499a6346d1" /><Relationship Type="http://schemas.openxmlformats.org/officeDocument/2006/relationships/slide" Target="/ppt/slides/slide1.xml" Id="Rce1dcf5c4d0c4337" /><Relationship Type="http://schemas.openxmlformats.org/officeDocument/2006/relationships/slide" Target="/ppt/slides/slide2.xml" Id="Rca8d44d6b5f140ff" /><Relationship Type="http://schemas.openxmlformats.org/officeDocument/2006/relationships/slide" Target="/ppt/slides/slide3.xml" Id="Rae1fc7ca002c4ad8" /><Relationship Type="http://schemas.openxmlformats.org/officeDocument/2006/relationships/slide" Target="/ppt/slides/slide4.xml" Id="R9f4064c4a48c477b" /><Relationship Type="http://schemas.openxmlformats.org/officeDocument/2006/relationships/slide" Target="/ppt/slides/slide5.xml" Id="Rda37ec1a2b9141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ab004a8d4284d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5216d5aa7640be" /><Relationship Type="http://schemas.openxmlformats.org/officeDocument/2006/relationships/notesMaster" Target="/ppt/notesMasters/notesMaster1.xml" Id="R4ae1e8ebdaa847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feb13761a4c27" /><Relationship Type="http://schemas.openxmlformats.org/officeDocument/2006/relationships/notesMaster" Target="/ppt/notesMasters/notesMaster1.xml" Id="R0b36b66fd00748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01487ddbc845c7" /><Relationship Type="http://schemas.openxmlformats.org/officeDocument/2006/relationships/notesMaster" Target="/ppt/notesMasters/notesMaster1.xml" Id="R501a7a684fca4c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f599a000d340c9" /><Relationship Type="http://schemas.openxmlformats.org/officeDocument/2006/relationships/notesMaster" Target="/ppt/notesMasters/notesMaster1.xml" Id="R1b0d54510e0547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31816996b3474b" /><Relationship Type="http://schemas.openxmlformats.org/officeDocument/2006/relationships/notesMaster" Target="/ppt/notesMasters/notesMaster1.xml" Id="Rd54bf14a80cd4c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a1b603f22457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f557551d5264491" /><Relationship Type="http://schemas.openxmlformats.org/officeDocument/2006/relationships/slideLayout" Target="/ppt/slideLayouts/slideLayout2.xml" Id="Reb840e85777842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840e85777842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1b1dd3c7c47a4" /><Relationship Type="http://schemas.openxmlformats.org/officeDocument/2006/relationships/notesSlide" Target="/ppt/notesSlides/notesSlide1.xml" Id="R3c573340670147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a86b1cf5434070" /><Relationship Type="http://schemas.openxmlformats.org/officeDocument/2006/relationships/notesSlide" Target="/ppt/notesSlides/notesSlide2.xml" Id="R71cce4ec122846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3bab9c19704c3a" /><Relationship Type="http://schemas.openxmlformats.org/officeDocument/2006/relationships/notesSlide" Target="/ppt/notesSlides/notesSlide3.xml" Id="Rffadfc62cd324a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20474d4a6844b7" /><Relationship Type="http://schemas.openxmlformats.org/officeDocument/2006/relationships/notesSlide" Target="/ppt/notesSlides/notesSlide4.xml" Id="Rf79e5bfad36848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3a0f70808043c5" /><Relationship Type="http://schemas.openxmlformats.org/officeDocument/2006/relationships/notesSlide" Target="/ppt/notesSlides/notesSlide5.xml" Id="Ra852fbab8a3541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4F989-8A06-4B1D-A493-14EDAEE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C89AB-6DE7-4D00-AC03-A0EF4095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8A803-C09F-45DE-B6D9-58982269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DF887-194E-40B0-B4CC-56FFE07C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NUMPY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44E63-588F-431B-90C9-B2CAD944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9BCF0-ED11-4D4A-B3A5-FD8AEE97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NumPy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engineering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E95C3-96BA-42AC-A186-B86A1003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NumPy's technical narrative must stay precise enough for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builders and simple enough for executives.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782FB-CC34-473E-9FC4-F63F79A4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1FD3F-2782-4C2C-B65E-100452FA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0153C-6728-481A-A405-E0EAB2F4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00018-64E9-4663-A061-BDD781EA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896FF-1C17-46A5-8858-B18EB1A9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BFFBB-EB5D-4AC9-ADD7-F9403774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7B99A-BF7B-4CF1-8DCB-0D587DBE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88F0A-2D2D-4984-B32E-E0DBB270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81062-590C-4BC2-9F09-8F6D173A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DA634-7162-486A-89C1-81C86B5D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7FA09-D1D7-4488-8B40-D8E570F3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F7257-962D-42A4-BE5C-47D06879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CAC5F-9DEC-407A-8B1D-84BEFDB2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3C56E-858E-4591-833E-367B9C4F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CEFDC-64A2-4652-9C83-473CB2DA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66E0E-6015-482A-B700-D4B27BCE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97F36-103E-4418-A000-BE26F719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1E5CA-99E1-414B-AB16-9DB3C464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62C4BA-5022-4704-AB12-5A322A5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external-md-18-numpy | Presentation Create - Engineering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41F8BD-8AB3-4BA3-9049-FFA93297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66350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5DC3E7-32C8-4ED8-8581-317E04F1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0679B-2F88-4AA0-BC29-7918800F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2BFDB-4E50-4654-BF8A-DCEF73E0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40ACD-2213-4B61-A1EE-357DC5BA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39ED2-BB33-497A-8DB5-7BD31CBD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'NumPy'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(https://raw.githubusercontent.com/numpy/numpy/main/README.md). Use profile engineering. The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deck must turn README content into claim-title slides, one dominant proof object per slide...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333C2-FE91-467E-9EFE-6D86821F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DFE69-B1ED-4EDE-8253-B485E2DD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3BC8A-14F3-4919-A885-B55EB03B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'NumPy' ( Use profile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BF9C8-7C8F-436F-9110-D6283A4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Build a five-slide battle probe from the external Markdown source 'NumPy' ( Use profile engineering into an executive-readable system diagram with technical labels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645E0-9BC3-419D-8EEC-65C86A5E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BD69E-68DC-442D-BC95-DF290B0C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ED6FF-B0D3-4DA6-9ABA-E2689399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A6AE2-CBBE-4283-8B77-FAFF9089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The deck must turn README content into claim-title slides into an executive-readable system diagram with technical labels intact.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3AEDE-8BDD-4832-95B4-EAF5A983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BA79F-9AB0-4373-8DDA-F6D0D19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64F17-CDDB-4DE9-901E-099577F1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44466-677F-41D5-B285-1A456D6D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one dominant proof object per slide into an executive-readable system diagram with technical labels intact.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B414B-64A3-4937-ACA7-A5E5A828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EACEB-3DFF-4300-907A-F572AE6C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F7457-EE9C-492B-9510-E8245464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831BC-3CA7-43E3-BAC7-E9CEDA2C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source-aware footer into an executive-readable system diagram with technical labels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8ACA6-BBAE-4D67-966B-282E8BAC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D3BBA-A03A-4284-9E3C-501E2B80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3333EF-0C4B-413C-998C-B6038E74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3ABEA4-E5D0-4A28-AE15-E3484115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visible narrative spine into an executive-readable system diagram with technical labels intact.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C20948-1318-433C-B6D8-0A0E613E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B3FCF9-B046-4ADA-961E-E9960AAA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9D0A2A-1950-4B23-843C-3C605AFA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58616-0314-4DAA-AB43-43E7BDE9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AI strategy into an executive-readable system diagram with technical labels intact.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6CD9F8-A6C2-4552-9E79-EE8874B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8A5EC7-DC48-4308-95B1-16D82883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C030E9-16D4-4CE8-A6B6-E643D5A8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A6B1D9-D2B1-4F1D-BDB9-27560B5C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3CA09F-F7D5-4B52-955F-52D65686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engineering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6AE109-69DE-4F12-BDC7-17DA5D6B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45158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0D4529-8E08-45A2-8E19-D2D41C01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6964E-58EA-4B64-A484-F6B6AF22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8CECD-441F-40DD-B5ED-CD49999B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F8BAF-A2B5-49C0-A9B6-926800F2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Technical precision should be visible without becoming a spec.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01D70-25CC-459A-8090-70639EF2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03696-DC5D-47E7-B86D-2B3FA2D1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EFFAB-6BA5-4A2D-BF01-54CCB740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E1C4B-1461-4D18-88CB-6E52A5CC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93CFA-4880-4A18-90FA-E815EAA3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9A6D7-B982-47F1-9EA5-DF5EB0C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67284-6A55-4D64-B8FB-EB76A877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05A3A-E716-424B-BCF3-0D1CD686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56B25-6B47-4692-A33D-478A77F6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55041-A9A6-458F-A606-ADE415E8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9E747-14EA-497A-8A47-0C408B2E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67274-217E-4E08-BBC7-A368297E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0C439-400F-4D86-B604-B237640F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55DBB-420A-4973-8DF9-9282C53E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043BD-169E-42C8-BDCC-9C5A65F9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86ADF-4566-4CE9-B6D0-49C1D8A1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9C356-625D-47D5-98F2-66DF599A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734D54-79BD-44B5-85B7-9609A1A2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46266-6332-4B7C-A553-81ACD846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6D47B-65E6-4104-A22D-C139E6F0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ED643-ACE8-4358-A6D8-D448C37D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8ABE34-2D0D-4F50-9216-C58864DB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B23A6-8B67-43AC-A54B-D46E3800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50518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A26E3-5FD3-42C2-8634-774EED40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A4549-D2CF-4984-90A8-59317E9D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93A7A-E78B-4CDB-9550-2B1EC404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C7426-42B9-4279-9DE4-90CB64BB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1CBFB-A1FC-4D05-94A8-1FA99A72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2CA28-7D28-4273-9C3F-3BF194C4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6F32A-23FA-4CA6-8EB2-D5DD2A8F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E0F2A-5D56-4348-ACA0-1F29E5D7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09EB2-2B94-436D-BC59-A722874A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5CA5C-E2C1-4453-962A-FD61B917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766C6-9050-426E-9612-61D81A59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C04D8-D19C-4869-B2E8-22F93211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49B04-32A3-4AB3-B218-EE587938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A125D-8A16-4A61-AA08-45006972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CDB1F-9659-4489-BB71-94B76A5B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metric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FB7B2-3A30-4BD3-AEFA-1789947F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F02C0-ACD9-4523-B113-F293D7BF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D5BD3-044D-49E9-9B08-A75676D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DE5E8-4BDC-404B-A25A-ED40A0C3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executive readability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63864-5DA5-499E-8C5C-310AE2FE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55E09-6A03-416F-8DC4-9B53F980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4F81BA-44F6-4EE8-B088-69696140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4C087-3E1A-4253-922A-C36ADE3B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33877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33BDC-D2DF-45BD-B077-7A8A6A0E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C821F-9A98-422F-99BF-4D3B2A01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8EDDF-CC71-4F91-ACFE-3FCBDA8B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5849A-B92D-444D-BE98-AEC5D210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66D67-6A5E-48E9-A9C6-744931F4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F8E80-C8D4-4393-BA57-D38BF36D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B14D0-0250-49DE-A1B2-56151BF7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A154B-417A-4C09-8DC4-5822C146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7F2B7-E1BE-404F-8563-61046D4E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513EA-1002-4B5D-9000-7015155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441B8-1562-4C83-9E8E-10DB1298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B04C2-10FC-40F6-AE87-A7F28959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52001-B4BE-44B6-9B7D-1B2C6574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BD067-418E-4FE5-842A-FCC68216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60DA1-1806-4B25-B35F-DEAA2FBE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C3CCC-EF62-4D16-BE5A-6106AAC0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8D76E-B42B-4AB2-865C-4254D6A9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FF144-25A3-4BD1-8EDF-6BAB871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000F4-442E-4385-9E30-E8407D8F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AE551-9C69-48C2-A6F4-1AF8E6FA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523D5E-0EF2-42F6-8B45-6497F19C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E37BC6-DB8D-4095-881B-6815EF73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9867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2026-06-30T13:05:22.4620000Z</dcterms:created>
  <dcterms:modified xsi:type="dcterms:W3CDTF">2026-06-30T13:05:22.4620000Z</dcterms:modified>
</coreProperties>
</file>