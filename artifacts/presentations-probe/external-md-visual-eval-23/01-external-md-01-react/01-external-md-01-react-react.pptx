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6e44fb097b43f5" /><Relationship Type="http://schemas.openxmlformats.org/officeDocument/2006/relationships/extended-properties" Target="/docProps/app.xml" Id="R9dfaabbb919b4983" /><Relationship Type="http://schemas.openxmlformats.org/officeDocument/2006/relationships/officeDocument" Target="/ppt/presentation.xml" Id="Rbdcc5a0a8603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5f90ef1e14d2c"/>
  </p:sldMasterIdLst>
  <p:notesMasterIdLst>
    <p:notesMasterId xmlns:r="http://schemas.openxmlformats.org/officeDocument/2006/relationships" r:id="R31a1d190adb24be1"/>
  </p:notesMasterIdLst>
  <p:sldIdLst>
    <p:sldId xmlns:r="http://schemas.openxmlformats.org/officeDocument/2006/relationships" id="256" r:id="R4873f3bc0fdc4355"/>
    <p:sldId xmlns:r="http://schemas.openxmlformats.org/officeDocument/2006/relationships" id="257" r:id="R80f9e1b066154b89"/>
    <p:sldId xmlns:r="http://schemas.openxmlformats.org/officeDocument/2006/relationships" id="258" r:id="Rfcd1be42751a42e0"/>
    <p:sldId xmlns:r="http://schemas.openxmlformats.org/officeDocument/2006/relationships" id="259" r:id="Rf2f4617ed9d14dc3"/>
    <p:sldId xmlns:r="http://schemas.openxmlformats.org/officeDocument/2006/relationships" id="260" r:id="Re5d39855877743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5f90ef1e14d2c" /><Relationship Type="http://schemas.openxmlformats.org/officeDocument/2006/relationships/theme" Target="/ppt/theme/theme1.xml" Id="Ra056327f74634168" /><Relationship Type="http://schemas.openxmlformats.org/officeDocument/2006/relationships/notesMaster" Target="/ppt/notesMasters/notesMaster1.xml" Id="R31a1d190adb24be1" /><Relationship Type="http://schemas.openxmlformats.org/officeDocument/2006/relationships/presProps" Target="/ppt/presProps.xml" Id="R17296a16285e4ce4" /><Relationship Type="http://schemas.openxmlformats.org/officeDocument/2006/relationships/viewProps" Target="/ppt/viewProps.xml" Id="Rd5cae51d526543f7" /><Relationship Type="http://schemas.openxmlformats.org/officeDocument/2006/relationships/tableStyles" Target="/ppt/tableStyles.xml" Id="R89f73e73206e400a" /><Relationship Type="http://schemas.openxmlformats.org/officeDocument/2006/relationships/slide" Target="/ppt/slides/slide1.xml" Id="R4873f3bc0fdc4355" /><Relationship Type="http://schemas.openxmlformats.org/officeDocument/2006/relationships/slide" Target="/ppt/slides/slide2.xml" Id="R80f9e1b066154b89" /><Relationship Type="http://schemas.openxmlformats.org/officeDocument/2006/relationships/slide" Target="/ppt/slides/slide3.xml" Id="Rfcd1be42751a42e0" /><Relationship Type="http://schemas.openxmlformats.org/officeDocument/2006/relationships/slide" Target="/ppt/slides/slide4.xml" Id="Rf2f4617ed9d14dc3" /><Relationship Type="http://schemas.openxmlformats.org/officeDocument/2006/relationships/slide" Target="/ppt/slides/slide5.xml" Id="Re5d39855877743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c07470385194f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fcce88be04f9b" /><Relationship Type="http://schemas.openxmlformats.org/officeDocument/2006/relationships/notesMaster" Target="/ppt/notesMasters/notesMaster1.xml" Id="Rf34959c0d32142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566aee94044842" /><Relationship Type="http://schemas.openxmlformats.org/officeDocument/2006/relationships/notesMaster" Target="/ppt/notesMasters/notesMaster1.xml" Id="Rb158a32f60c149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101b6a58f410a" /><Relationship Type="http://schemas.openxmlformats.org/officeDocument/2006/relationships/notesMaster" Target="/ppt/notesMasters/notesMaster1.xml" Id="R70fe3965dad54c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002f60636d4077" /><Relationship Type="http://schemas.openxmlformats.org/officeDocument/2006/relationships/notesMaster" Target="/ppt/notesMasters/notesMaster1.xml" Id="Rcdebce354526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3e11711452416e" /><Relationship Type="http://schemas.openxmlformats.org/officeDocument/2006/relationships/notesMaster" Target="/ppt/notesMasters/notesMaster1.xml" Id="R6d57650c8d4f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3678485f543d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3d907fa96aa45b5" /><Relationship Type="http://schemas.openxmlformats.org/officeDocument/2006/relationships/slideLayout" Target="/ppt/slideLayouts/slideLayout2.xml" Id="R536b24c8616140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6b24c8616140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c4df0944c4df9" /><Relationship Type="http://schemas.openxmlformats.org/officeDocument/2006/relationships/notesSlide" Target="/ppt/notesSlides/notesSlide1.xml" Id="R321881b84c114d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cf0f42aa7f44af" /><Relationship Type="http://schemas.openxmlformats.org/officeDocument/2006/relationships/notesSlide" Target="/ppt/notesSlides/notesSlide2.xml" Id="R91f6d3428d5842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44ebd1435494c" /><Relationship Type="http://schemas.openxmlformats.org/officeDocument/2006/relationships/notesSlide" Target="/ppt/notesSlides/notesSlide3.xml" Id="R23ee33cd396a45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2901c614464f45" /><Relationship Type="http://schemas.openxmlformats.org/officeDocument/2006/relationships/notesSlide" Target="/ppt/notesSlides/notesSlide4.xml" Id="R318bda9e7c9147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502f7fa68c4d94" /><Relationship Type="http://schemas.openxmlformats.org/officeDocument/2006/relationships/notesSlide" Target="/ppt/notesSlides/notesSlide5.xml" Id="R9017932dc84845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44472-C224-4591-AD95-6FD086A3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DB290-B69E-41A1-A262-C901406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C40C0-0111-4DF7-899A-D88400D2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743D2-D484-450D-947F-056F039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FFDB6-65B9-462A-9625-22E3A4A2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5D381-4145-48B3-B303-3990FCDA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React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1FFA5-1BBF-4CA9-8347-B77F9393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React's technical narrative must stay precise enough for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9B2CA-21E0-45F7-A052-D36DCD8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A85B5-FFAC-4C29-AD12-47DF1F2F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BCC6D-37D6-43AA-8E49-8A18B830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CEEF5-6909-4206-B78C-B8E03DED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687C6-9467-466C-8C35-5A5F870E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569D4-AE39-4D46-BEFA-ABA71B61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2033D-99D3-4FE0-830C-7D9BA0F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CC7D1-9C4D-4938-B4A2-F26655C4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40272-F762-45CD-9D81-76E076D1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BE7AE-BF16-48D0-A18C-34329C23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ADCED-AEE9-4B7A-9F0D-D18D54D7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EBC36-94B1-42AF-B068-E21B6183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DD032-6E30-4F3E-BEDE-CC34155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D01B3-9967-4EA5-B4D7-D923AE8D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DBF05-39D3-48EF-8C86-8F593CF1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C1326-BEDA-4316-B226-C11FFB8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236AF3-1AC3-4518-8599-28F77F0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08416-54BA-4FD1-91EF-D5F90D6E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EC079-7776-4ED3-96D8-A6E266D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external-md-01-react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C4BB7-6059-4D92-BDE1-61C3E36C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08876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296BF3-EBCE-4C8C-97C6-5677009D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C6A9E-0078-4DE2-B6FF-A56032CB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16851-C76E-4C6E-81AA-709820F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BB839-7C19-4FD5-B5E9-E9E1A3A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68BF3-66FB-4178-ACBB-F64949B5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'React'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(https://raw.githubusercontent.com/facebook/react/main/README.md). Use profile engineering.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deck must turn README content into claim-title slides, one dominant proof object per...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4E269-4420-4CA2-8067-7A071D1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679EE-1C45-4E28-A9F2-337589A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CA007-1668-472A-83A4-CC101413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'React'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A482D-D542-47AB-ACFE-EB17D20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'React'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132E-1E2B-4A03-8A3D-33D5AC50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A5DF6-6D15-4E20-B0CA-5060415F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6F6C4-85D4-48A5-BB3A-423FAF3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74E87-21E5-45C5-BA63-A12FBC91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414EC-3F93-40BD-BCC2-88421ACA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737D7-38C8-4BB4-86A6-056FBA5E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2B561-872F-456A-AF8D-D0818D0D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79FCD-5856-4464-BCC2-F0A652D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C4D9C-713E-45F3-A01B-7931B79F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D7F4F-2E97-4DC0-A94D-3350FDC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E74C4-F321-4B47-AF9B-A2E33CD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87EDD-6852-47F7-89E8-8182E5F1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F6617-7FFB-4211-9B15-FD0E5A7C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ED5B5-064F-49BF-A098-32B04C73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437E1-889F-4F8D-AECB-5A4EE2B4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C60EE-CB0C-4999-B22B-AE7AEB20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8378E-C543-4440-92AB-C3FAE53C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01AF5-3F46-49F1-A5EA-0A0F24B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559A92-73A4-4CB2-B70C-29BFDF8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0C4DF9-9FF0-4A8F-92A5-0F33F90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32EDFF-E821-462A-BE28-976C930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EC65EE-E094-4895-86FE-794C5BC4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69736A-262B-4F3E-BC54-51CDF755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8EC37-D68F-4CD1-94AD-4D93F24F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0917B-60A9-4A4A-BF20-6918E48B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17481C-3797-4E0B-BD8B-D16EBF85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6290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9433B-3F74-4F29-84FE-7ED7DDD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7F70F-5087-4421-B2F9-93EECF40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FFB70-DEA1-43C5-A604-FE41622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41DC9-ED2E-46D6-AAFD-11136627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13A02-E1FE-45A5-B489-9A0551B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5A799-0221-4A8F-97D8-55283BD8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62C2D-8506-47BF-9C92-A42122F9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96495-D225-4149-A53E-D793E057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0CBD0-BF92-45B0-97D3-49354377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99C67-3B06-4769-AE7C-481BE94F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EE86C-F1C8-47A1-B60D-6AFD0482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BDEEB-F5A9-4ECA-A73A-D311A607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E76BE-FA8B-4E72-83ED-391DC08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67060-96CA-48D2-AC29-01663F6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210AB-F190-49B9-AE77-1DA23FFD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D8D5A-1E4B-4FD7-9BD7-4DA28F29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635F6-97F9-48C0-9C89-31E70E0A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3095B-38DD-419F-8130-F8D60589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A9EEC-AA6E-4545-A203-E7FC8C67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01AA1-0D68-498B-B2D5-829B1BDA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0BA94-9294-4ADC-B985-CC4B4317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E8EAF-4FE5-403D-8638-C88C9EE6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CD1C1-DC16-4524-A13A-3D0E4DD8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00A04-F817-4567-8318-6AC2C8C4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6E3DC-AF75-4F1F-B2A8-EB87041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68005-98C0-4EB4-AB0A-3A4CAAFC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CC3D6-EDE8-4727-9CEE-CA9E270A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7865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97E19-C829-4266-9EDF-87C20733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0D91D-BE27-412A-A3CA-2609A168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E6403-D6EE-475A-8D70-0F57B0E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93D82-7CBD-49E5-9100-E4EEC781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09AD1-4FE0-4EA4-8F56-75963841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0164A-42B2-417B-867B-B67B644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8B65F-1513-4B9C-84A1-0621A2B9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1C6CF-8328-440C-80EF-C7E89F26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FD193-3A06-4FAF-970C-95521F18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3E6F7-CCE3-4222-BC16-6E57403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B8C5A-0A5B-4ECC-8EB1-3CD8DEEC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F4BE0-0F2C-4C1C-B557-14AD33E9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E58B6-C574-4718-AE3A-4729B075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DAE75-B15B-4AE5-ACD4-70C93D9F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4A551-2CF5-4405-9B06-B1FF6074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25A61-9162-4B2D-A242-C7599CB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E99E0-66F3-453B-A07F-BFF99B4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85D2B-CAFB-4E2D-BA08-8C282F47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EF547-E297-467D-8D5A-B198D061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3BA28-AC8B-4055-BF78-31377F82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694D6-DEF6-4C8D-AD09-01328069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4555E-04D4-4CE7-BD01-66D969DD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4EFBE-7A56-4A5B-9473-F3886EC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52841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BBFE0-8A13-4C79-B861-6464B22F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CDF2F-EC1C-462F-8B43-E6EB97F0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BAE08-DC70-43FA-8D5A-0BD905D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2145C-0FA0-42F6-AABB-B7583B8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A0CA9-96B7-4F2E-9FAB-8759264E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9678B-1560-4371-9208-45F175F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53EE5-642F-45EE-8E40-B616F5F3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0F4A-4388-490F-859F-833859CA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5762A-D280-4933-BE1D-B8D39869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D3D09-E6A6-4D79-B206-81E78202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A9587-5B7C-403F-8EB6-B8871E3F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2C6E5-D9B8-4360-B4AF-65A7DEFD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E6E8C-0276-4805-8A08-7A54807D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9B84D-0173-47B2-B985-BEE8C278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7DBD5-1E69-4F1A-9E8F-4CB46D4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80B45-7913-4884-88B8-7BB9BCE6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EEB00-7525-4873-A248-63017F3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8A0BC-B031-4156-90E0-4356911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C1920-4860-4AAB-B3FE-AA154037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3E528-6B8C-4288-ACD9-1D99B83D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49B09-8E91-40F8-85FB-9BFAF57F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DD7B7-3DE1-44E6-882A-E7A7C04F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9194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2026-06-30T13:05:12.5610000Z</dcterms:created>
  <dcterms:modified xsi:type="dcterms:W3CDTF">2026-06-30T13:05:12.5610000Z</dcterms:modified>
</coreProperties>
</file>