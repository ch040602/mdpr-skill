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5301253ef4281" /><Relationship Type="http://schemas.openxmlformats.org/officeDocument/2006/relationships/extended-properties" Target="/docProps/app.xml" Id="R0a502d4174854eca" /><Relationship Type="http://schemas.openxmlformats.org/officeDocument/2006/relationships/officeDocument" Target="/ppt/presentation.xml" Id="R5b8afe45ce67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aed24449e43e1"/>
  </p:sldMasterIdLst>
  <p:notesMasterIdLst>
    <p:notesMasterId xmlns:r="http://schemas.openxmlformats.org/officeDocument/2006/relationships" r:id="Rc6dfea72562a491e"/>
  </p:notesMasterIdLst>
  <p:sldIdLst>
    <p:sldId xmlns:r="http://schemas.openxmlformats.org/officeDocument/2006/relationships" id="256" r:id="R1f9bbf620c2d49bd"/>
    <p:sldId xmlns:r="http://schemas.openxmlformats.org/officeDocument/2006/relationships" id="257" r:id="R2021431233ea43a1"/>
    <p:sldId xmlns:r="http://schemas.openxmlformats.org/officeDocument/2006/relationships" id="258" r:id="R4469eda3e1264036"/>
    <p:sldId xmlns:r="http://schemas.openxmlformats.org/officeDocument/2006/relationships" id="259" r:id="R8513532e6c86476a"/>
    <p:sldId xmlns:r="http://schemas.openxmlformats.org/officeDocument/2006/relationships" id="260" r:id="R56998b9e8cab41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aed24449e43e1" /><Relationship Type="http://schemas.openxmlformats.org/officeDocument/2006/relationships/theme" Target="/ppt/theme/theme1.xml" Id="R605eda05761a4bcc" /><Relationship Type="http://schemas.openxmlformats.org/officeDocument/2006/relationships/notesMaster" Target="/ppt/notesMasters/notesMaster1.xml" Id="Rc6dfea72562a491e" /><Relationship Type="http://schemas.openxmlformats.org/officeDocument/2006/relationships/presProps" Target="/ppt/presProps.xml" Id="Ra084767b1b754fe9" /><Relationship Type="http://schemas.openxmlformats.org/officeDocument/2006/relationships/viewProps" Target="/ppt/viewProps.xml" Id="R928f1f723e0442d3" /><Relationship Type="http://schemas.openxmlformats.org/officeDocument/2006/relationships/tableStyles" Target="/ppt/tableStyles.xml" Id="R7745fc94766a431f" /><Relationship Type="http://schemas.openxmlformats.org/officeDocument/2006/relationships/slide" Target="/ppt/slides/slide1.xml" Id="R1f9bbf620c2d49bd" /><Relationship Type="http://schemas.openxmlformats.org/officeDocument/2006/relationships/slide" Target="/ppt/slides/slide2.xml" Id="R2021431233ea43a1" /><Relationship Type="http://schemas.openxmlformats.org/officeDocument/2006/relationships/slide" Target="/ppt/slides/slide3.xml" Id="R4469eda3e1264036" /><Relationship Type="http://schemas.openxmlformats.org/officeDocument/2006/relationships/slide" Target="/ppt/slides/slide4.xml" Id="R8513532e6c86476a" /><Relationship Type="http://schemas.openxmlformats.org/officeDocument/2006/relationships/slide" Target="/ppt/slides/slide5.xml" Id="R56998b9e8cab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91c37ef6cb41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80ed4e61af4c6f" /><Relationship Type="http://schemas.openxmlformats.org/officeDocument/2006/relationships/notesMaster" Target="/ppt/notesMasters/notesMaster1.xml" Id="R99b858064462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a26a132034b38" /><Relationship Type="http://schemas.openxmlformats.org/officeDocument/2006/relationships/notesMaster" Target="/ppt/notesMasters/notesMaster1.xml" Id="R44f132eddbdc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3a2984500451b" /><Relationship Type="http://schemas.openxmlformats.org/officeDocument/2006/relationships/notesMaster" Target="/ppt/notesMasters/notesMaster1.xml" Id="Rcd550a4bcc9d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bdcc4fc6945b3" /><Relationship Type="http://schemas.openxmlformats.org/officeDocument/2006/relationships/notesMaster" Target="/ppt/notesMasters/notesMaster1.xml" Id="R219a96911d31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0566fb4cd4ae5" /><Relationship Type="http://schemas.openxmlformats.org/officeDocument/2006/relationships/notesMaster" Target="/ppt/notesMasters/notesMaster1.xml" Id="R12227803a79441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57d453ea24c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f9d95816c84743" /><Relationship Type="http://schemas.openxmlformats.org/officeDocument/2006/relationships/slideLayout" Target="/ppt/slideLayouts/slideLayout2.xml" Id="Re30ae8e1bdae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ae8e1bdae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64407c7ca4754" /><Relationship Type="http://schemas.openxmlformats.org/officeDocument/2006/relationships/notesSlide" Target="/ppt/notesSlides/notesSlide1.xml" Id="R33cbaf6cfdb8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4f9586a5c4757" /><Relationship Type="http://schemas.openxmlformats.org/officeDocument/2006/relationships/notesSlide" Target="/ppt/notesSlides/notesSlide2.xml" Id="R7cb95d7911a7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c64e40ecc4bc0" /><Relationship Type="http://schemas.openxmlformats.org/officeDocument/2006/relationships/notesSlide" Target="/ppt/notesSlides/notesSlide3.xml" Id="R7a99496f08b543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bb09b3bee430b" /><Relationship Type="http://schemas.openxmlformats.org/officeDocument/2006/relationships/notesSlide" Target="/ppt/notesSlides/notesSlide4.xml" Id="Rc94ce2687f2b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412464823479f" /><Relationship Type="http://schemas.openxmlformats.org/officeDocument/2006/relationships/notesSlide" Target="/ppt/notesSlides/notesSlide5.xml" Id="Rcf186913371d49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37E45-F1A0-4D10-8063-7DB1FBFF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8E418-713F-4264-9BEF-76633886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9DA59-5C0E-4AF7-9AF5-4BF4EC6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7AC68-5E65-4A38-8939-8A4B31F4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TENSORFLOW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C3B8F-E8D4-4E19-93E3-B07BCEAA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D18B6-FDC4-4B59-A49C-B246AB6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TensorFlow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9F226-223F-4B97-83B3-047CC73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TensorFlow's technical narrative must stay precise enough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0D47D-4BD6-4228-BA2B-1DB9522A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7D0AF-C09D-4595-BC12-4541E3C9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2706A-1583-4DC4-95D8-CB00FC1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501EC-8584-4058-8136-B67191E7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CA69A-9556-4B73-9E44-9B7D6F4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1D09-674C-431F-A975-766DB547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70939-3E20-4D9D-AA57-803B5D6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EF9C2-E542-41A0-9C12-983AC03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175F5-B397-4DBF-8A0E-1F8E2D28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C6A9C-3D00-4A19-A4A2-9CCF52F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2FE1A-98EC-4DD4-A83B-21BF974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ED300-5F43-40FE-A214-575E0062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DEDDE-8697-48AE-9974-1B0D9AD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201BB-11AE-470A-9DA4-1EFDD992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9A5D-ABF8-4967-A61F-53A86AB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4FBDE-6E27-46FB-8A79-7C353CC3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B75B3-985F-4F8D-BF0D-4A4D3DC2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1692F-C313-45D2-93E8-F12C745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85250-0722-4FF6-90A0-10E95BF2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external-md-16-tensorflow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72274-0428-4F73-B968-0F9F7B6B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85843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96C17-857A-47D7-AF17-4ED9807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697A7-374C-4CA2-ACF2-34D4806F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B670-F18E-417D-A737-1587F02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C0D4E-2480-4F1F-A4F6-1642E4D6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785D0-D232-4E67-845D-AC6A800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'TensorFlow'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(https://raw.githubusercontent.com/tensorflow/tensorflow/master/README.md).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FADC3-E088-4D48-9B79-244CE7E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F8F11-BB64-4204-8549-8C4660F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FF8AE-54D4-4345-A814-44366500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'TensorFlow'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90DDB-95FA-44F8-B6F7-9DFF93E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'TensorFlow'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0C5F0-338F-45AA-92AA-6CD74110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49A4-511B-4D39-BF1D-F98ADB1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EE97E-8B06-4766-831D-BF0F7AA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8136-604A-4301-AFA5-F74B0D77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CE19F-2EBC-4715-8A03-3DBF857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C4E78-33BD-4384-BD92-AAF86F18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9F4AC-6E90-450D-BF32-22F2898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EA3E2-A10B-4075-AA0B-1881239C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D06BD-4216-4FC1-9055-969AEB87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9B5D7-BBF3-46C8-8CB5-FD3F826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1C174-E1AF-45A9-8FC9-B9A295E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8BB63-613A-453B-8D2D-48F8CBB6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1482D-7D7C-4222-AA7C-4BBF339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1CEA9-F264-4830-BE9E-DE2931D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0FF67-4C02-4430-85E7-F168764C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0DAA2-34F1-4B67-AE14-A8A9CE3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CDBE6-56D3-44E5-AC84-99151E0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041D6-9529-45EB-A411-F0DD694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123F-82CF-4BDF-8671-826E9277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17816-DA79-429B-A007-06E4919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946F6B-A09D-4E70-ACAF-DB3E7726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D7BB6-9C7A-47AD-B59A-9378506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5224E-79B5-416F-B46A-F793AFE3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CE425-9B1D-4573-AF14-2D874A82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9CCD3-4825-4495-944E-108B091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594FA-B59D-461D-BB52-8A70B5B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28894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0C70C-AA23-4EB1-91F9-DED1BD92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6D557-2A20-4812-AA26-796E349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0CFF-670C-4765-9EC6-D5958FA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8AC5-C3B0-4413-8B42-ABF18FE9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75924-3467-4D89-A0A3-211ACAB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9228C-0506-49F1-8727-F78312A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4C96C-E21F-4CF0-B147-C8847C2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B80C4-1AC1-4B16-87BA-B069E9C1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6D449-65DA-49CA-964C-AC38166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5CB4A-9504-4BE8-B596-E1037E4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968B6-D54D-400E-B306-A1F5EAB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8D7DE-CB2C-4FD7-A473-A142B755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A716F-7C5A-4668-B481-382B1FC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BC84-077E-42F8-904D-44E3CDD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330A9-16D2-4825-9D8E-021616C9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63B3A-CD68-4D08-9CC9-AFB52C8C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62252-3AEF-4A16-9BE4-53E1EE36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A2286-3D80-407C-AEFC-2BA94400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1B439-07E4-4536-BF9F-B4061B55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832DA-3527-4C7E-B5A4-E16368D1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D4CBD-62AF-439D-976E-3F74686E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D6C95-1C16-48EB-B4F1-6896587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D3EF6-23CD-4146-AE6B-A5C6C5D5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998B9-7E7D-4B7F-8115-0C9471C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B4C18-D350-48FB-B5D1-7BD37BFB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DD683-A3F4-4FAE-A232-26EAA14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410E1-4750-44CC-BF78-8022144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8940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A50B0-0F8E-4F36-B3A4-213F92FE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9A709-C2DE-429F-A507-C8A485AE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4B944-2C40-45C4-A2AC-D592CE7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24931-1845-4507-A57C-9335084C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2425D-6828-456D-9E5F-E7124F8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410F5-31F7-4D7E-B09A-3BDD84D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F17E7-F30E-48F0-BA18-6D659E43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C438F-5322-4CBE-873E-8F61ABB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C75F-A559-44C5-AAD3-CECC7F1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FECDF-1796-4AC3-8366-B562D273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371F-9FD4-4B13-B093-CAACCFD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0F537-4F50-4748-9E74-1082E4E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0D779-21A2-485E-B175-1CB7C0F0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62BC3-3E9C-4582-AC75-EC11AAF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01799-B833-4BE0-89BD-D5131ED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98D34-4669-4EF3-A4CD-AD76415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ECEBF-4743-4968-A1FF-6B92E1E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CB52E-97C9-446F-A1A9-F0BBF79D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6BB77-BCE1-42C5-8383-EBC4D35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210F1-7EC0-4CEC-BE47-90149A9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E481D-C2FB-4FBB-800E-DE72E5B4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FB552-E155-4490-99B7-964C118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C1A11-C4EA-4209-9A55-63B2B6AD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0800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42654-5B68-41EC-8916-2B299AD9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072E3-5594-42CC-A700-F169357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76A96-D389-45DC-BC6D-BE26701B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2C1EF-0EF9-483D-88EC-8F65148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A2273-9E11-490A-B785-0EF623CB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1AF0C-FCFE-4521-8AAE-E971B513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EB3BE-C378-41C9-BD81-0F31466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423A6-D4F5-4F62-AB47-A51D4A9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8C510-8C28-43D4-8DDE-0A20374E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BAC7C-4323-4BDE-8FFA-C4D4771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7FA40-88C5-46E4-80B1-FEE6BE7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FBEA6-73BD-438C-9D16-64969E4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E44E8-0F23-48E9-B51E-3B26682A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97A90-44F3-4DCB-8E67-72C3BCA9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34BE3-8297-4F60-BDD9-D98BA8B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3B8C5-5BED-4A0E-9EB7-B5D987D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670D4-2BC3-43AC-B445-EF4CDD41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4A5CE-55D1-4171-A0A8-A3093981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714EB-BA6C-4C10-A90D-A4024AD0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7DCB7-FA66-42D5-9353-CC52B93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657CE-0CBD-41CD-9D8E-67187D2B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54FCF-738E-47BA-B176-BE6C0A8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13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2026-06-30T13:05:21.4440000Z</dcterms:created>
  <dcterms:modified xsi:type="dcterms:W3CDTF">2026-06-30T13:05:21.4440000Z</dcterms:modified>
</coreProperties>
</file>