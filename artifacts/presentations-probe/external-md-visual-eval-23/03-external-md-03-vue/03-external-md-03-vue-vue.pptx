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54659d22845d0" /><Relationship Type="http://schemas.openxmlformats.org/officeDocument/2006/relationships/extended-properties" Target="/docProps/app.xml" Id="R82871fe1c7d14501" /><Relationship Type="http://schemas.openxmlformats.org/officeDocument/2006/relationships/officeDocument" Target="/ppt/presentation.xml" Id="Rfd314038db57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e3b0bd9b87466f"/>
  </p:sldMasterIdLst>
  <p:notesMasterIdLst>
    <p:notesMasterId xmlns:r="http://schemas.openxmlformats.org/officeDocument/2006/relationships" r:id="R9981470b956c4cdc"/>
  </p:notesMasterIdLst>
  <p:sldIdLst>
    <p:sldId xmlns:r="http://schemas.openxmlformats.org/officeDocument/2006/relationships" id="256" r:id="R4e87d0d6ad5a4a30"/>
    <p:sldId xmlns:r="http://schemas.openxmlformats.org/officeDocument/2006/relationships" id="257" r:id="R06f48c80b87d40ab"/>
    <p:sldId xmlns:r="http://schemas.openxmlformats.org/officeDocument/2006/relationships" id="258" r:id="Rdf9f214013e24ba6"/>
    <p:sldId xmlns:r="http://schemas.openxmlformats.org/officeDocument/2006/relationships" id="259" r:id="R75794ee6ee7e4e61"/>
    <p:sldId xmlns:r="http://schemas.openxmlformats.org/officeDocument/2006/relationships" id="260" r:id="R973fe10908fc41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3b0bd9b87466f" /><Relationship Type="http://schemas.openxmlformats.org/officeDocument/2006/relationships/theme" Target="/ppt/theme/theme1.xml" Id="R1fd4886d014b4f5e" /><Relationship Type="http://schemas.openxmlformats.org/officeDocument/2006/relationships/notesMaster" Target="/ppt/notesMasters/notesMaster1.xml" Id="R9981470b956c4cdc" /><Relationship Type="http://schemas.openxmlformats.org/officeDocument/2006/relationships/presProps" Target="/ppt/presProps.xml" Id="R6eed3ca9f1d94284" /><Relationship Type="http://schemas.openxmlformats.org/officeDocument/2006/relationships/viewProps" Target="/ppt/viewProps.xml" Id="Re08fea0aca4f4d9a" /><Relationship Type="http://schemas.openxmlformats.org/officeDocument/2006/relationships/tableStyles" Target="/ppt/tableStyles.xml" Id="R848613274b964a76" /><Relationship Type="http://schemas.openxmlformats.org/officeDocument/2006/relationships/slide" Target="/ppt/slides/slide1.xml" Id="R4e87d0d6ad5a4a30" /><Relationship Type="http://schemas.openxmlformats.org/officeDocument/2006/relationships/slide" Target="/ppt/slides/slide2.xml" Id="R06f48c80b87d40ab" /><Relationship Type="http://schemas.openxmlformats.org/officeDocument/2006/relationships/slide" Target="/ppt/slides/slide3.xml" Id="Rdf9f214013e24ba6" /><Relationship Type="http://schemas.openxmlformats.org/officeDocument/2006/relationships/slide" Target="/ppt/slides/slide4.xml" Id="R75794ee6ee7e4e61" /><Relationship Type="http://schemas.openxmlformats.org/officeDocument/2006/relationships/slide" Target="/ppt/slides/slide5.xml" Id="R973fe10908fc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a7bc28d1f2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4585e3b7894f61" /><Relationship Type="http://schemas.openxmlformats.org/officeDocument/2006/relationships/notesMaster" Target="/ppt/notesMasters/notesMaster1.xml" Id="R5f0c6985aa95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905867f004a59" /><Relationship Type="http://schemas.openxmlformats.org/officeDocument/2006/relationships/notesMaster" Target="/ppt/notesMasters/notesMaster1.xml" Id="R0d2d905c70ff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047cf825504edf" /><Relationship Type="http://schemas.openxmlformats.org/officeDocument/2006/relationships/notesMaster" Target="/ppt/notesMasters/notesMaster1.xml" Id="Re8f2484bbcc242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18b4fab5004c08" /><Relationship Type="http://schemas.openxmlformats.org/officeDocument/2006/relationships/notesMaster" Target="/ppt/notesMasters/notesMaster1.xml" Id="R710ba5da43be4c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d280f64254c1c" /><Relationship Type="http://schemas.openxmlformats.org/officeDocument/2006/relationships/notesMaster" Target="/ppt/notesMasters/notesMaster1.xml" Id="R499ba68aadb949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5f8204cda487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f512a6c445481f" /><Relationship Type="http://schemas.openxmlformats.org/officeDocument/2006/relationships/slideLayout" Target="/ppt/slideLayouts/slideLayout2.xml" Id="R1081f72ae90e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81f72ae90e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4b96ad857240c3" /><Relationship Type="http://schemas.openxmlformats.org/officeDocument/2006/relationships/notesSlide" Target="/ppt/notesSlides/notesSlide1.xml" Id="Rc9aadff52e49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d21221012437d" /><Relationship Type="http://schemas.openxmlformats.org/officeDocument/2006/relationships/notesSlide" Target="/ppt/notesSlides/notesSlide2.xml" Id="R89bee6a647e1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d46424c2504a02" /><Relationship Type="http://schemas.openxmlformats.org/officeDocument/2006/relationships/notesSlide" Target="/ppt/notesSlides/notesSlide3.xml" Id="R029a007337b242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e6fbaeb004ff1" /><Relationship Type="http://schemas.openxmlformats.org/officeDocument/2006/relationships/notesSlide" Target="/ppt/notesSlides/notesSlide4.xml" Id="Rf326838a80ec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af6086ce4141a0" /><Relationship Type="http://schemas.openxmlformats.org/officeDocument/2006/relationships/notesSlide" Target="/ppt/notesSlides/notesSlide5.xml" Id="Rc2936c7f88ad40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CB4774-19CE-4AB9-B301-47955C5F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4EE07-566E-4409-985C-13E7F13A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F37B7-D8C6-4215-94B6-AE86E96D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F3FA8-269E-4C42-8122-FBAA3D04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VUE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2EA73-D409-45F7-9DDC-3D23013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Growth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2E0B0-42A3-45C3-955A-A21C2667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Vue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gtm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988D1-EFB3-4A41-95F9-B21C6135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Vue's growth case works only if engagement, GTM motion,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and monetization connect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02750-F28E-477E-B9A2-6D5FE64F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8A38E-F83E-42B1-80C6-FE212801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7D6A4-BD61-4E87-82FF-7A3704DB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4315D-4F29-47F6-9A1D-3879CAE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6B09E-FC9D-4216-B994-16F7839B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B6316-E618-4CE3-80CC-6F1EA0A5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77CF4-6AA9-4B7D-9BA1-E93196C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92214-0AE6-45B0-9C60-865D38B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E8B80-F801-49B9-A5C3-C954AA65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F25E4-AD24-466D-8664-4DB3ADD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2BF1C-C060-495C-BC2D-C552EF7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01AF3-8E06-489B-B5E9-4DA9E87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1338E-AF7F-4745-B08A-7A42A11A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D40C5-02AC-4BEF-8DC7-56821798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54F1E-6E98-467D-BC4B-C17014FD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0C256-6F7C-42C8-AAD8-B9B46689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2C0F0-8FE9-4CD1-873F-9C6B186C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A4E1C-A7B9-484B-AA50-838623C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26D7C-6C92-497F-899D-D9C6D7F2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external-md-03-vue | Presentation Create - GTM Growth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67AAB-B8DD-426F-9AFD-B500CDD7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0112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D8CF-BDD4-4DE1-8CDD-E76996F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1D34E-4837-4C71-8671-C71EBB30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3EE7D-8680-45AC-A203-D84578E4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B02D-20C2-460A-B1B8-7CC13C1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210CD-4AB2-452F-9EC5-2E660D22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'Vue'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(https://raw.githubusercontent.com/vuejs/core/main/README.md). Use profile gtm. The deck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must turn README content into claim-title slides, one dominant proof object per slide...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11110-98A6-4414-A44F-195759DC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7185C-38F1-46A3-BD8A-A66207F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74928-EB64-4322-805C-E483AF74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'Vue' ( Use profile gtm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48D5A-ECC6-4844-99C4-B2A35293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Build a five-slide battle probe from the external Markdown source 'Vue' ( Use profile gtm part of a visible growth loop, not a standalone marketing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41E14-2FA1-4FB9-8CBA-294E76D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241AB-12FF-4B05-BF5C-4C0FDCC3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07E28-36EB-4956-A293-C0493BC6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FA309-3811-4E42-A351-05843C8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The deck must turn README content into claim-title slides part of a visible growth loop, not a standalone marketing 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17148-7050-40C4-AF42-50A527F3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9138B-E7CE-43A4-BD19-DD91CD51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4FEBD-CCC1-4BC9-9CF8-547FDAA7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7C6AB-E906-43F4-B385-421B100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one dominant proof object per slide part of a visible growth loop, not a standalone marketing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DA537-EA35-4D02-A72E-A38F081F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68F06-66C8-4271-93AD-A8D2527D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E9C1A-8BE9-4674-A459-8096D4CF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B33E4-FC18-4FAA-B7D2-2E81CBA4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source-aware footer part of a visible growth loop, not a standalone marketing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940CB-F62A-4346-98B1-5F0EC66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C5FC0-A069-461D-B424-B351AA21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524F7-A042-4B7A-A0DE-D420193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077B1-2266-4C4F-A7B4-1225B5B1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visible narrative spine part of a visible growth loop, not a standalone marketing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13E6D-AC96-4DFB-9E0C-059CF29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3E2FD-D1AD-49C0-8264-908ED0D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C5F60-69DD-4931-BEC3-C09E000E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278AA7-B8EA-4154-A61F-C01C3AD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mission part of a visible growth loop, not a standalone marketing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7D555-E09C-406C-A967-0D68C452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D6E8F0-78DC-49BF-AC6E-6AF59AF0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843CF-DC35-4574-B099-D2F6F1C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7BAEA-FA17-47F1-BB9D-1D2E7087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5E46D-2ADC-4844-A277-EE441ECF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gtm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14F2F7-2580-4352-B8A1-C4518D4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3454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88A59-143B-4542-82C5-7CDCF1CA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D450A-6456-4E81-B800-CF0E381D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098DF-DFE3-4E7F-9843-0EED67AA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8DCF6-74FE-4266-AD1F-F50C778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Growth needs one loop from adoption to monetization.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590F-1D51-41F9-A3E9-DAA61B3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1E26B-E9DA-4261-81BC-22F18B9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485F7-77D4-42EF-BF31-5C0181A2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46724-7C9D-4DE6-B366-EEF7C8A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37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C4CA6-0673-4DF4-9F2C-967A4C0E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99549-4B4C-4C0E-BA5F-328C12F7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4E006-85C0-4EE8-8722-F3D1440F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371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27732-5953-448E-8F3C-8E5FA9D0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E1CF9-D7D4-4D86-847F-39B5ACA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7D1B0-3F26-4AB5-B6B4-DF8C857A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371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6C5AA-B749-4FB6-A4A5-4048153D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D43F0-42EF-42B9-998D-088B269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B80AB-EAF2-4F70-B669-3EE203C1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2BE79-CD38-43FF-B60E-0DEDB04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F9064-840D-4D7B-9D94-698969A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DFD11-F941-45B1-AB78-12FC8BF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GTM deck should feel like a growth system, not a pile of funnel labels. Show why the next stage gets stronger.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852B3-C8ED-44F0-87AC-D8E76166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147FB-844D-4D37-9183-83C1C79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profile | Adoption, segment quality, monetization, and margin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CE488-4EC4-45D5-BEA3-28D63BF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17907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516D9-2BB1-4A18-84B3-5CC0E1BC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D8DEE-066F-4C8C-993E-DE408B53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1730D-6A1F-4051-8064-1A8C9BF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47C8B-9A58-43C4-9B88-CB98A8F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87FAB-2F83-4841-9308-76CD0E5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D9228-E9DC-4C4B-9DAD-DBF44021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161B2-B2C0-43EB-AF8F-937B8EFD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7F6AD-F861-4A41-A92B-91FF7AA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2EDB-ADA2-4E0D-A566-86C33C1A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359C4-674A-47CB-957D-BF523507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CF99-9995-4AF8-845C-C4465E3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segment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84EB3-E7B4-4EB9-8896-D0E902CC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CB4F7-F560-49D6-9356-5CD0E54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ED687-08D5-4AC4-89F8-8C8AE9CB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98699-30FF-45A9-BDAF-1219F54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 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FA43B-2BFA-4B86-9431-8D4766A3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FB781-1284-4785-AFF9-2943361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1BBBE-5E20-486E-8C94-9DE28B2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BD354-BE38-4CED-ACCA-96802110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brand cues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F89E2-ABD5-45EA-8D20-81094AD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C469F-AF33-4DE6-B27E-92697D2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FCBF2-38FF-4A23-9219-6D5DE59E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4402D-4942-43CD-A950-9CB4DB6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00592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64B39-2437-4E68-B500-7086CB3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285FD-95FC-4AF2-9231-32AC555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F8507-4D7C-4249-916C-5A94C95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4ABAF-84F5-4336-B69B-949759A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8E0A9-2DF4-4624-812D-02F7C553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F9DE5-97FE-49ED-A727-EE3F9095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D9BC4-A5AC-4BE3-8436-699203F7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37E9C-A77E-49B7-9F63-205709D7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944D9-85F1-4A52-B706-FC8F881D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A710D-702D-4A59-AD15-93890ABF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7D451-E440-44C0-819B-F6E415E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62211-B9B6-4909-8B90-E706A2B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E4E4D-913E-4549-8749-BC78F13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C7781-91D7-473B-AE5A-2286BF8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075E2-D81D-4FDF-823C-1DBD273E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CF6E0-63EB-48F7-ADA6-BF77C11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27707-E9E0-4C6B-B899-587E6E2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9BE0E-A4BD-4756-955A-5924F46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F42F-9C60-472E-BBB4-5A5331C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B9CDE-8330-463B-8F22-0C7F4144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D8F28-6652-43C4-BCB2-D05C0CF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222F6-B7B7-4BBC-93F0-CEE811D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4731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2026-06-30T13:05:14.2020000Z</dcterms:created>
  <dcterms:modified xsi:type="dcterms:W3CDTF">2026-06-30T13:05:14.2020000Z</dcterms:modified>
</coreProperties>
</file>