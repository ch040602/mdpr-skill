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2661906bc4f13" /><Relationship Type="http://schemas.openxmlformats.org/officeDocument/2006/relationships/extended-properties" Target="/docProps/app.xml" Id="R13cdce63fdf0437e" /><Relationship Type="http://schemas.openxmlformats.org/officeDocument/2006/relationships/officeDocument" Target="/ppt/presentation.xml" Id="R67a210f455af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7b2fbea6914816"/>
  </p:sldMasterIdLst>
  <p:notesMasterIdLst>
    <p:notesMasterId xmlns:r="http://schemas.openxmlformats.org/officeDocument/2006/relationships" r:id="R440716e760a3476b"/>
  </p:notesMasterIdLst>
  <p:sldIdLst>
    <p:sldId xmlns:r="http://schemas.openxmlformats.org/officeDocument/2006/relationships" id="256" r:id="Rde8d868adb5046b3"/>
    <p:sldId xmlns:r="http://schemas.openxmlformats.org/officeDocument/2006/relationships" id="257" r:id="R20521e5faf224cfd"/>
    <p:sldId xmlns:r="http://schemas.openxmlformats.org/officeDocument/2006/relationships" id="258" r:id="R8c1eb0884eb34c98"/>
    <p:sldId xmlns:r="http://schemas.openxmlformats.org/officeDocument/2006/relationships" id="259" r:id="R21ee751b058840fc"/>
    <p:sldId xmlns:r="http://schemas.openxmlformats.org/officeDocument/2006/relationships" id="260" r:id="Re603fbc83b3b49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b2fbea6914816" /><Relationship Type="http://schemas.openxmlformats.org/officeDocument/2006/relationships/theme" Target="/ppt/theme/theme1.xml" Id="Rc7637c5e85724e6e" /><Relationship Type="http://schemas.openxmlformats.org/officeDocument/2006/relationships/notesMaster" Target="/ppt/notesMasters/notesMaster1.xml" Id="R440716e760a3476b" /><Relationship Type="http://schemas.openxmlformats.org/officeDocument/2006/relationships/presProps" Target="/ppt/presProps.xml" Id="R30353f35a23040ad" /><Relationship Type="http://schemas.openxmlformats.org/officeDocument/2006/relationships/viewProps" Target="/ppt/viewProps.xml" Id="R837a24242b754568" /><Relationship Type="http://schemas.openxmlformats.org/officeDocument/2006/relationships/tableStyles" Target="/ppt/tableStyles.xml" Id="R148df7d0fa0c415e" /><Relationship Type="http://schemas.openxmlformats.org/officeDocument/2006/relationships/slide" Target="/ppt/slides/slide1.xml" Id="Rde8d868adb5046b3" /><Relationship Type="http://schemas.openxmlformats.org/officeDocument/2006/relationships/slide" Target="/ppt/slides/slide2.xml" Id="R20521e5faf224cfd" /><Relationship Type="http://schemas.openxmlformats.org/officeDocument/2006/relationships/slide" Target="/ppt/slides/slide3.xml" Id="R8c1eb0884eb34c98" /><Relationship Type="http://schemas.openxmlformats.org/officeDocument/2006/relationships/slide" Target="/ppt/slides/slide4.xml" Id="R21ee751b058840fc" /><Relationship Type="http://schemas.openxmlformats.org/officeDocument/2006/relationships/slide" Target="/ppt/slides/slide5.xml" Id="Re603fbc83b3b49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d17a13d4682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b3a23c736412a" /><Relationship Type="http://schemas.openxmlformats.org/officeDocument/2006/relationships/notesMaster" Target="/ppt/notesMasters/notesMaster1.xml" Id="R78a3fb1cbc3d40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cd52b2908e4724" /><Relationship Type="http://schemas.openxmlformats.org/officeDocument/2006/relationships/notesMaster" Target="/ppt/notesMasters/notesMaster1.xml" Id="Re017bb3e4fa04d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50637c44548b5" /><Relationship Type="http://schemas.openxmlformats.org/officeDocument/2006/relationships/notesMaster" Target="/ppt/notesMasters/notesMaster1.xml" Id="R5dc8bf97d8b649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b97244db344b6e" /><Relationship Type="http://schemas.openxmlformats.org/officeDocument/2006/relationships/notesMaster" Target="/ppt/notesMasters/notesMaster1.xml" Id="Rde68870683fa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f6a3b38924a59" /><Relationship Type="http://schemas.openxmlformats.org/officeDocument/2006/relationships/notesMaster" Target="/ppt/notesMasters/notesMaster1.xml" Id="Rae3aff7f79a6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10f8a9a084c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8ef06eb91094d99" /><Relationship Type="http://schemas.openxmlformats.org/officeDocument/2006/relationships/slideLayout" Target="/ppt/slideLayouts/slideLayout2.xml" Id="Rbbf6b761a66941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6b761a66941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da25ffbd8d4155" /><Relationship Type="http://schemas.openxmlformats.org/officeDocument/2006/relationships/notesSlide" Target="/ppt/notesSlides/notesSlide1.xml" Id="R2360b40767f2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d973c350b44f1" /><Relationship Type="http://schemas.openxmlformats.org/officeDocument/2006/relationships/notesSlide" Target="/ppt/notesSlides/notesSlide2.xml" Id="Rd6298db4cf6d4e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ac6fb0dd88416c" /><Relationship Type="http://schemas.openxmlformats.org/officeDocument/2006/relationships/notesSlide" Target="/ppt/notesSlides/notesSlide3.xml" Id="R9254b2faf43f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cf8a9cb74c4933" /><Relationship Type="http://schemas.openxmlformats.org/officeDocument/2006/relationships/notesSlide" Target="/ppt/notesSlides/notesSlide4.xml" Id="R00b38759bb8149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6a5b25d5a46ec" /><Relationship Type="http://schemas.openxmlformats.org/officeDocument/2006/relationships/notesSlide" Target="/ppt/notesSlides/notesSlide5.xml" Id="R1c20fd3bddc540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1C03A-6470-406B-95DA-67A7EB3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1457D-3272-4EAF-9548-20E939E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46652-8C62-4185-930D-AD795B1F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CEFC3-669C-4942-9A6D-DE3BDC56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KUBERNETES (K8S)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BA70A-405F-455F-8683-B35B8EF6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CC4CE-1284-4D22-9C68-2D62BF6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Kubernetes (K8s)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74B3D-74E5-4E79-BDB7-4DE728B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Kubernetes (K8s)'s technical narrative must stay precise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enough for 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7D6A3-02DE-416F-B310-ECB8ED94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35E8A-21F6-4386-8BB8-4AE67843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1982-0FA1-4A4E-997E-2EA1A9C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C02B5-BE45-4F15-A426-1B805E4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2B2A7-F63D-4011-B50A-AD00C6C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0816-FAC2-431F-9524-3818C78A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43E26-15C1-4A57-B606-8C11417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6AC6C-8888-4CB7-A6A0-4940732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D67D3-345D-4A96-BC4F-73242628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824A2-3A3C-447D-BBB4-8304C740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36C85-BB2D-4591-A656-C980785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2FDB8-6F35-4B14-9B69-7D4D101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79F03-C86D-4934-9E4D-2EED433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CB2F2-E3D3-406E-8EC4-9E9C443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FA788-6B3C-4863-A40B-D1726B8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41693-1D88-4F4C-8153-60D113B6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DC8D3-8186-45F9-89FA-9F1EB838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F6C54-0AAD-4E90-8800-A04E1B5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FD153-04DC-4F5C-BAC9-2D753F9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external-md-13-kubernetes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BC029-0255-45E0-9BCA-6A70B72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5665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75C05-C43D-4E0C-A8B3-7AE3BC0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35E86-BBE3-4F50-8530-D36106EE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592C5-333F-4173-A297-3D217262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B9F88-D3D7-4375-B3D7-65E7C819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55D48-3528-438B-9D1E-7AEBC9A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'Kubernetes (K8s)'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(https://raw.githubusercontent.com/kubernetes/kubernetes/master/README.md).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80180-587A-48E9-B566-2A7BC63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28A9E-AF7B-4D5A-B1D5-46EFDDE7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C2FF2-5962-45FF-9EFB-0345910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'Kubernetes (K8s)'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70C3B-BBC5-4708-9BB1-714C102F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'Kubernetes (K8s)'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C5A14-5E8D-454C-8570-9408A69B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2F830-8116-49CF-B88E-D49DC8AC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4AFD6-9D70-42A5-9E0A-87E335F7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390CE-CBAC-47FE-918B-3F8FD315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207EB-DA79-42F5-AAFB-E1D0B5ED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25546-467F-45D7-8F4C-DA79323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0485F-4C99-448D-A470-3646DB8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68166-8FC8-4BFC-AC16-1C50B335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3DC46-9FB6-41B8-B621-1D83F27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76B1A-FC9A-44C5-970F-DC150C3C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9CA3A-6310-45AE-B493-EDFA6353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21E4A-D911-49D5-80D3-4726EEFA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9AB3B-F77D-422B-A260-0967D74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5FFFB-D17A-4431-83F6-EDE8782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4A030-CFFA-4DA9-AD84-0DB4934E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F8741-DF13-46B1-B062-C02CEC0C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7C7A5-51A4-450F-807D-31E45827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F0C50-7545-4599-885D-B7FAD29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07726-88AD-4CCD-9349-EB25614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DE597-F894-4990-A8E1-E2CAD06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F806D-20A4-4249-A736-747CC76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A0FE2D-7F7C-442B-BCAA-7D946AB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52063-064B-422B-B02D-8CDE430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341AF-7ECD-4FF6-BBE1-7A16D6BD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F4482-9981-43EB-BC57-9F7AFB6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D62C43-489D-43D8-8C83-39BDEC58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34937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D44DC-BB7A-4E5A-AFAD-8A5CE7CB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7CE06-9CF8-41AB-B24D-7C30190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24BF5-27D1-437F-A74C-8A455291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BB403-68C7-4652-8363-7D25E1E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D0CF9-D3B9-4FC5-A946-D4329AE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345CA-CC06-457E-A147-62B227AA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C4D1C-0AC3-437D-9F16-4328385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C6FE4-72BD-445A-A42C-4B35B9E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80D90-E12F-4F09-B674-AAF43A0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A0D89-934E-46CB-9294-36DDEB5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BF8C7-0E71-44CB-9B10-EDE718A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5ABCF-30C6-4E51-BF50-5AAFAF73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77ACE-71D9-4B6A-912E-A71243B5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569D0-048B-4510-B411-3AC03341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6C474-1893-47C7-B4F6-F2E51661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83378-9FB9-4BEA-B59B-0A6DEA55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D87F0-61A0-4D08-B029-4DF9EDFD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0F165-306C-4766-B92C-8077A96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6BBEB-9C0A-408E-B1F1-2DF97950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54013-EFC7-4557-AF98-D0893FB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8EE71-EB61-4719-AAA1-9F54698D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632C1-8F65-4B1C-B0BC-DF8150F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C76D6-5AEE-457A-9E2C-5A56535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51EDA-F1F9-4344-9DE6-656DF42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B84F4-4585-4F3D-89FD-3C790548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C0171-BA44-40DD-B50B-5899CA5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0E0A4-5185-4DCB-BAED-23815CB9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86240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75A20-EFF9-4FFD-9376-AA0FFF6A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F2166-25EA-424B-97C5-EE3EC37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652A-72BE-431C-8BB0-3381320F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D95E2-8298-44E6-96B0-EB074D18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EE274-B782-423B-B25B-6C1AFDE7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5D7E2-8A4C-4058-8861-AEB07A24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57614-9756-4AD5-A0D8-D656E538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E9C33-2F48-4A56-B9AB-ACB2266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04458-5FF2-4D71-849B-8E2D6068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FB23C-A21A-491D-9F74-45273CC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EA4C0-8A03-4C42-B814-4A78884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C10F8-3632-4229-903B-91BD499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46FF7-003A-40F3-89C2-D46EB36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0B808-C1D2-4048-91F1-3CB5364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ED8CE-2023-44BC-B758-3F8E1A92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45D29-DAFE-4F04-8474-B51D66B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14B60-EA7C-4D8E-8974-2F1B1F3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AB7DE-AE75-464A-BC5E-CD0C694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0A64C-BA07-4523-9545-11C56A8E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F518C-88C3-457C-AB1D-0605A3D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83EB9-1733-4DB6-94CC-B6169866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42D45-A42E-40BC-8624-9C3F4DED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3E2E8-CF3E-4AB5-B373-2BCC0A04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63982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BAF47-1C75-4B04-A8F7-5A79B48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89DB1-95AD-43A5-A932-6677B632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5EBA3-864C-4370-B538-4772045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ACF69-0E73-41FF-880D-20E7E672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6B241-F1F7-49FB-9D56-010A5104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A49D3-2154-410A-923B-B0AEC184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ADB39-B186-43F2-B0AD-BB443E52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4A97C-3A57-4C86-83CE-D90B8DB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C6140-4BCE-4016-B4C9-760D2A0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16880-4773-4173-9E57-65067BB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43D84-3314-4F0B-97E3-5B2B9BFD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118ED-4B43-4E73-8DB0-DF4842C8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F73EB-6D77-4A21-BF48-3983292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D5C7C-B00B-4193-9B65-8198257D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7988B-3150-47D5-A792-445DF6A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F8C09-8ED0-48B4-BE68-0AC01A0E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9DB90-7E96-4920-BAAD-5A231EF5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93D30-9A8A-412A-860C-2A454A5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F7E70-6A99-482B-866D-5BAC90B6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B6D83-32BD-4F31-98EB-2673897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C7964-2A09-4D05-8CFB-14E2C88A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56DDE-8F7C-407B-A67C-7B321DD2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8133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2026-06-30T13:05:19.7710000Z</dcterms:created>
  <dcterms:modified xsi:type="dcterms:W3CDTF">2026-06-30T13:05:19.7710000Z</dcterms:modified>
</coreProperties>
</file>