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ackground_them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10_surface_card"/>
          <p:cNvSpPr/>
          <p:nvPr/>
        </p:nvSpPr>
        <p:spPr>
          <a:xfrm>
            <a:off x="914400" y="822960"/>
            <a:ext cx="85953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20_chart_panel"/>
          <p:cNvSpPr/>
          <p:nvPr/>
        </p:nvSpPr>
        <p:spPr>
          <a:xfrm>
            <a:off x="1463040" y="1920240"/>
            <a:ext cx="5212080" cy="3200400"/>
          </a:xfrm>
          <a:prstGeom prst="rect">
            <a:avLst/>
          </a:prstGeom>
          <a:solidFill>
            <a:srgbClr val="E9EEF5"/>
          </a:solidFill>
          <a:ln>
            <a:solidFill>
              <a:srgbClr val="C7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30_chart_bar_accent"/>
          <p:cNvSpPr/>
          <p:nvPr/>
        </p:nvSpPr>
        <p:spPr>
          <a:xfrm>
            <a:off x="2011680" y="2926080"/>
            <a:ext cx="4389120" cy="914400"/>
          </a:xfrm>
          <a:prstGeom prst="rect">
            <a:avLst/>
          </a:prstGeom>
          <a:solidFill>
            <a:srgbClr val="635BFF"/>
          </a:solidFill>
          <a:ln>
            <a:solidFill>
              <a:srgbClr val="63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40_accent_ribbon"/>
          <p:cNvSpPr/>
          <p:nvPr/>
        </p:nvSpPr>
        <p:spPr>
          <a:xfrm>
            <a:off x="5577840" y="1143000"/>
            <a:ext cx="2651760" cy="4480560"/>
          </a:xfrm>
          <a:prstGeom prst="rect">
            <a:avLst/>
          </a:prstGeom>
          <a:solidFill>
            <a:srgbClr val="00C2A8"/>
          </a:solidFill>
          <a:ln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50_callout_overlay"/>
          <p:cNvSpPr/>
          <p:nvPr/>
        </p:nvSpPr>
        <p:spPr>
          <a:xfrm>
            <a:off x="4754880" y="1965960"/>
            <a:ext cx="3931920" cy="2011680"/>
          </a:xfrm>
          <a:prstGeom prst="roundRect">
            <a:avLst/>
          </a:prstGeom>
          <a:solidFill>
            <a:srgbClr val="FFD166"/>
          </a:solidFill>
          <a:ln>
            <a:solidFill>
              <a:srgbClr val="A9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60_top_badge"/>
          <p:cNvSpPr/>
          <p:nvPr/>
        </p:nvSpPr>
        <p:spPr>
          <a:xfrm>
            <a:off x="6035040" y="2331720"/>
            <a:ext cx="1920240" cy="731520"/>
          </a:xfrm>
          <a:prstGeom prst="roundRect">
            <a:avLst/>
          </a:prstGeom>
          <a:solidFill>
            <a:srgbClr val="EF476F"/>
          </a:solidFill>
          <a:ln>
            <a:solidFill>
              <a:srgbClr val="A5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70_primary_text"/>
          <p:cNvSpPr txBox="1"/>
          <p:nvPr/>
        </p:nvSpPr>
        <p:spPr>
          <a:xfrm>
            <a:off x="6263640" y="251460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