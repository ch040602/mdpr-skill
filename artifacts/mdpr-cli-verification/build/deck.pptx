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Eval-core Verification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057400"/>
            <a:ext cx="10515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330952"/>
            <a:ext cx="2011680" cy="45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58568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34340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350008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Baseline and Guided Build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Evidence Table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4434840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Runtime Flow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BEAFE">
              <a:alpha val="80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 and Guided Build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tab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parses Markdown and renders editable PowerPoint.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spark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mdpr-skill provides weak semantic hints only.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chart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hints cannot set final coordinates, colors, z-order, typography, or renderer object IDs.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4800600"/>
            <a:ext cx="55321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7840" y="1572768"/>
            <a:ext cx="5532120" cy="29992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572768"/>
            <a:ext cx="5532120" cy="2999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Table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5998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Expected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Source hash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Matches hint manifest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 hints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Accepted without forbidden fields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PPTX and HTML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overflow or coherence errors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50992" y="4910328"/>
            <a:ext cx="5385816" cy="6035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table below states the verification claim and the expected runtime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this MDPR build.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Flow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cod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2209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 enters MDPR.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creates the plan and layout.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 hints may add weak semantics.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renders PPTX and HTML outputs.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FFFFF"/>
      </a:lt2>
      <a:accent1>
        <a:srgbClr val="2563EB"/>
      </a:accent1>
      <a:accent2>
        <a:srgbClr val="DBEAFE"/>
      </a:accent2>
      <a:accent3>
        <a:srgbClr val="2563EB"/>
      </a:accent3>
      <a:accent4>
        <a:srgbClr val="475569"/>
      </a:accent4>
      <a:accent5>
        <a:srgbClr val="E2E8F0"/>
      </a:accent5>
      <a:accent6>
        <a:srgbClr val="111827"/>
      </a:accent6>
      <a:hlink>
        <a:srgbClr val="2563EB"/>
      </a:hlink>
      <a:folHlink>
        <a:srgbClr val="DBEA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Eval-core Verification</dc:title>
  <dc:subject>Generated from Markdown through Presentation IR and Layout IR</dc:subject>
  <dc:creator>mdpresent</dc:creator>
  <cp:lastModifiedBy>mdpresent</cp:lastModifiedBy>
  <cp:revision>1</cp:revision>
  <dcterms:created xsi:type="dcterms:W3CDTF">2026-06-24T11:05:03Z</dcterms:created>
  <dcterms:modified xsi:type="dcterms:W3CDTF">2026-06-24T11:05:03Z</dcterms:modified>
</cp:coreProperties>
</file>