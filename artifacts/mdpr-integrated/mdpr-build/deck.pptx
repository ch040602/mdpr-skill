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Rules</c:v>
                </c:pt>
              </c:strCache>
            </c:strRef>
          </c:tx>
          <c:spPr>
            <a:solidFill>
              <a:srgbClr val="0F766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Core</c:v>
                  </c:pt>
                  <c:pt idx="1">
                    <c:v>Layout</c:v>
                  </c:pt>
                  <c:pt idx="2">
                    <c:v>PPTX</c:v>
                  </c:pt>
                  <c:pt idx="3">
                    <c:v>Skill</c:v>
                  </c:pt>
                </c:lvl>
              </c:multiLvlStrCache>
            </c:multiLvlStrRef>
          </c:cat>
          <c:val>
            <c:numRef>
              <c:f>Sheet1!$B$2:$B$5</c:f>
              <c:numCache>
                <c:formatCode>General</c:formatCode>
                <c:ptCount val="4"/>
                <c:pt idx="0">
                  <c:v>18</c:v>
                </c:pt>
                <c:pt idx="1">
                  <c:v>14</c:v>
                </c:pt>
                <c:pt idx="2">
                  <c:v>22</c:v>
                </c:pt>
                <c:pt idx="3">
                  <c:v>5</c:v>
                </c:pt>
              </c:numCache>
            </c:numRef>
          </c:val>
        </c:ser>
        <c:ser>
          <c:idx val="1"/>
          <c:order val="1"/>
          <c:tx>
            <c:strRef>
              <c:f>Sheet1!$C$1</c:f>
              <c:strCache>
                <c:ptCount val="1"/>
                <c:pt idx="0">
                  <c:v>Visual Assets</c:v>
                </c:pt>
              </c:strCache>
            </c:strRef>
          </c:tx>
          <c:spPr>
            <a:solidFill>
              <a:srgbClr val="760F4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Core</c:v>
                  </c:pt>
                  <c:pt idx="1">
                    <c:v>Layout</c:v>
                  </c:pt>
                  <c:pt idx="2">
                    <c:v>PPTX</c:v>
                  </c:pt>
                  <c:pt idx="3">
                    <c:v>Skill</c:v>
                  </c:pt>
                </c:lvl>
              </c:multiLvlStrCache>
            </c:multiLvlStrRef>
          </c:cat>
          <c:val>
            <c:numRef>
              <c:f>Sheet1!$C$2:$C$5</c:f>
              <c:numCache>
                <c:formatCode>General</c:formatCode>
                <c:ptCount val="4"/>
                <c:pt idx="0">
                  <c:v>3</c:v>
                </c:pt>
                <c:pt idx="1">
                  <c:v>4</c:v>
                </c:pt>
                <c:pt idx="2">
                  <c:v>9</c:v>
                </c:pt>
                <c:pt idx="3">
                  <c:v>2</c:v>
                </c:pt>
              </c:numCache>
            </c:numRef>
          </c:val>
        </c:ser>
        <c:ser>
          <c:idx val="2"/>
          <c:order val="2"/>
          <c:tx>
            <c:strRef>
              <c:f>Sheet1!$D$1</c:f>
              <c:strCache>
                <c:ptCount val="1"/>
                <c:pt idx="0">
                  <c:v>Validation Checks</c:v>
                </c:pt>
              </c:strCache>
            </c:strRef>
          </c:tx>
          <c:spPr>
            <a:solidFill>
              <a:srgbClr val="763A0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Core</c:v>
                  </c:pt>
                  <c:pt idx="1">
                    <c:v>Layout</c:v>
                  </c:pt>
                  <c:pt idx="2">
                    <c:v>PPTX</c:v>
                  </c:pt>
                  <c:pt idx="3">
                    <c:v>Skill</c:v>
                  </c:pt>
                </c:lvl>
              </c:multiLvlStrCache>
            </c:multiLvlStrRef>
          </c:cat>
          <c:val>
            <c:numRef>
              <c:f>Sheet1!$D$2:$D$5</c:f>
              <c:numCache>
                <c:formatCode>General</c:formatCode>
                <c:ptCount val="4"/>
                <c:pt idx="0">
                  <c:v>7</c:v>
                </c:pt>
                <c:pt idx="1">
                  <c:v>9</c:v>
                </c:pt>
                <c:pt idx="2">
                  <c:v>13</c:v>
                </c:pt>
                <c:pt idx="3">
                  <c:v>4</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Pretendard"/>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6D0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7534E"/>
                </a:solidFill>
                <a:latin typeface="Pretendard"/>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7534E"/>
              </a:solidFill>
              <a:latin typeface="Pretendard"/>
              <a:cs typeface="Pretendard"/>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766E"/>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0F766E"/>
          </a:solidFill>
          <a:ln w="12700">
            <a:solidFill>
              <a:srgbClr val="0F766E">
                <a:alpha val="0"/>
              </a:srgbClr>
            </a:solidFill>
            <a:prstDash val="solid"/>
          </a:ln>
        </p:spPr>
      </p:sp>
      <p:sp>
        <p:nvSpPr>
          <p:cNvPr id="3" name="Shape 1"/>
          <p:cNvSpPr/>
          <p:nvPr/>
        </p:nvSpPr>
        <p:spPr>
          <a:xfrm>
            <a:off x="11048695" y="256032"/>
            <a:ext cx="1143000" cy="73152"/>
          </a:xfrm>
          <a:prstGeom prst="rect">
            <a:avLst/>
          </a:prstGeom>
          <a:solidFill>
            <a:srgbClr val="760F4A"/>
          </a:solidFill>
          <a:ln w="12700">
            <a:solidFill>
              <a:srgbClr val="760F4A">
                <a:alpha val="0"/>
              </a:srgbClr>
            </a:solidFill>
            <a:prstDash val="solid"/>
          </a:ln>
        </p:spPr>
      </p:sp>
      <p:sp>
        <p:nvSpPr>
          <p:cNvPr id="4" name="Shape 2"/>
          <p:cNvSpPr/>
          <p:nvPr/>
        </p:nvSpPr>
        <p:spPr>
          <a:xfrm>
            <a:off x="731520" y="1207008"/>
            <a:ext cx="1325880" cy="54864"/>
          </a:xfrm>
          <a:prstGeom prst="rect">
            <a:avLst/>
          </a:prstGeom>
          <a:solidFill>
            <a:srgbClr val="763A0F"/>
          </a:solidFill>
          <a:ln w="12700">
            <a:solidFill>
              <a:srgbClr val="763A0F">
                <a:alpha val="0"/>
              </a:srgbClr>
            </a:solidFill>
            <a:prstDash val="solid"/>
          </a:ln>
        </p:spPr>
      </p:sp>
      <p:sp>
        <p:nvSpPr>
          <p:cNvPr id="5" name="Shape 3"/>
          <p:cNvSpPr/>
          <p:nvPr/>
        </p:nvSpPr>
        <p:spPr>
          <a:xfrm>
            <a:off x="0" y="5806440"/>
            <a:ext cx="12191695" cy="1051560"/>
          </a:xfrm>
          <a:prstGeom prst="rect">
            <a:avLst/>
          </a:prstGeom>
          <a:solidFill>
            <a:srgbClr val="760F4A">
              <a:alpha val="92000"/>
            </a:srgbClr>
          </a:solidFill>
          <a:ln w="12700">
            <a:solidFill>
              <a:srgbClr val="760F4A">
                <a:alpha val="0"/>
              </a:srgbClr>
            </a:solidFill>
            <a:prstDash val="solid"/>
          </a:ln>
        </p:spPr>
      </p:sp>
      <p:sp>
        <p:nvSpPr>
          <p:cNvPr id="6" name="Shape 4"/>
          <p:cNvSpPr/>
          <p:nvPr/>
        </p:nvSpPr>
        <p:spPr>
          <a:xfrm>
            <a:off x="658368" y="5559552"/>
            <a:ext cx="3749040" cy="73152"/>
          </a:xfrm>
          <a:prstGeom prst="rect">
            <a:avLst/>
          </a:prstGeom>
          <a:solidFill>
            <a:srgbClr val="FFFFFF"/>
          </a:solidFill>
          <a:ln w="12700">
            <a:solidFill>
              <a:srgbClr val="FFFFFF">
                <a:alpha val="0"/>
              </a:srgbClr>
            </a:solidFill>
            <a:prstDash val="solid"/>
          </a:ln>
        </p:spPr>
      </p:sp>
      <p:sp>
        <p:nvSpPr>
          <p:cNvPr id="7" name="Text 5"/>
          <p:cNvSpPr txBox="1"/>
          <p:nvPr/>
        </p:nvSpPr>
        <p:spPr>
          <a:xfrm>
            <a:off x="914400" y="2057400"/>
            <a:ext cx="10332720" cy="1143000"/>
          </a:xfrm>
          <a:prstGeom prst="rect">
            <a:avLst/>
          </a:prstGeom>
          <a:noFill/>
          <a:ln/>
        </p:spPr>
        <p:txBody>
          <a:bodyPr wrap="square" lIns="0" tIns="0" rIns="0" bIns="0" rtlCol="0" anchor="ctr">
            <a:normAutofit/>
          </a:bodyPr>
          <a:lstStyle/>
          <a:p>
            <a:pPr algn="ctr" indent="0" marL="0">
              <a:lnSpc>
                <a:spcPct val="120000"/>
              </a:lnSpc>
              <a:buNone/>
            </a:pPr>
            <a:r>
              <a:rPr lang="en-US" sz="4800" b="1" dirty="0">
                <a:solidFill>
                  <a:srgbClr val="FFFFFF"/>
                </a:solidFill>
                <a:latin typeface="Pretendard" pitchFamily="34" charset="0"/>
                <a:ea typeface="Pretendard" pitchFamily="34" charset="-122"/>
                <a:cs typeface="Pretendard" pitchFamily="34" charset="-120"/>
              </a:rPr>
              <a:t>MDPR Visual Diversity Integration</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F"/>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0F766E"/>
          </a:solidFill>
          <a:ln w="12700">
            <a:solidFill>
              <a:srgbClr val="0F766E">
                <a:alpha val="0"/>
              </a:srgbClr>
            </a:solidFill>
            <a:prstDash val="solid"/>
          </a:ln>
        </p:spPr>
      </p:sp>
      <p:sp>
        <p:nvSpPr>
          <p:cNvPr id="3" name="Shape 1"/>
          <p:cNvSpPr/>
          <p:nvPr/>
        </p:nvSpPr>
        <p:spPr>
          <a:xfrm>
            <a:off x="11048695" y="256032"/>
            <a:ext cx="1143000" cy="73152"/>
          </a:xfrm>
          <a:prstGeom prst="rect">
            <a:avLst/>
          </a:prstGeom>
          <a:solidFill>
            <a:srgbClr val="760F4A"/>
          </a:solidFill>
          <a:ln w="12700">
            <a:solidFill>
              <a:srgbClr val="760F4A">
                <a:alpha val="0"/>
              </a:srgbClr>
            </a:solidFill>
            <a:prstDash val="solid"/>
          </a:ln>
        </p:spPr>
      </p:sp>
      <p:sp>
        <p:nvSpPr>
          <p:cNvPr id="4" name="Shape 2"/>
          <p:cNvSpPr/>
          <p:nvPr/>
        </p:nvSpPr>
        <p:spPr>
          <a:xfrm>
            <a:off x="731520" y="1207008"/>
            <a:ext cx="1325880" cy="54864"/>
          </a:xfrm>
          <a:prstGeom prst="rect">
            <a:avLst/>
          </a:prstGeom>
          <a:solidFill>
            <a:srgbClr val="763A0F"/>
          </a:solidFill>
          <a:ln w="12700">
            <a:solidFill>
              <a:srgbClr val="763A0F">
                <a:alpha val="0"/>
              </a:srgbClr>
            </a:solidFill>
            <a:prstDash val="solid"/>
          </a:ln>
        </p:spPr>
      </p:sp>
      <p:sp>
        <p:nvSpPr>
          <p:cNvPr id="5" name="Shape 3"/>
          <p:cNvSpPr/>
          <p:nvPr/>
        </p:nvSpPr>
        <p:spPr>
          <a:xfrm>
            <a:off x="914400" y="1463040"/>
            <a:ext cx="10241280" cy="73152"/>
          </a:xfrm>
          <a:prstGeom prst="rect">
            <a:avLst/>
          </a:prstGeom>
          <a:solidFill>
            <a:srgbClr val="0F766E"/>
          </a:solidFill>
          <a:ln w="12700">
            <a:solidFill>
              <a:srgbClr val="0F766E">
                <a:alpha val="0"/>
              </a:srgbClr>
            </a:solidFill>
            <a:prstDash val="solid"/>
          </a:ln>
        </p:spPr>
      </p:sp>
      <p:sp>
        <p:nvSpPr>
          <p:cNvPr id="6" name="Text 4"/>
          <p:cNvSpPr txBox="1"/>
          <p:nvPr/>
        </p:nvSpPr>
        <p:spPr>
          <a:xfrm>
            <a:off x="731520" y="384048"/>
            <a:ext cx="10698480" cy="822960"/>
          </a:xfrm>
          <a:prstGeom prst="rect">
            <a:avLst/>
          </a:prstGeom>
          <a:noFill/>
          <a:ln/>
        </p:spPr>
        <p:txBody>
          <a:bodyPr wrap="square" lIns="0" tIns="0" rIns="0" bIns="0" rtlCol="0" anchor="ctr">
            <a:normAutofit/>
          </a:bodyPr>
          <a:lstStyle/>
          <a:p>
            <a:pPr algn="ctr" indent="0" marL="0">
              <a:lnSpc>
                <a:spcPct val="120000"/>
              </a:lnSpc>
              <a:buNone/>
            </a:pPr>
            <a:r>
              <a:rPr lang="en-US" sz="3800" b="1" dirty="0">
                <a:solidFill>
                  <a:srgbClr val="1F2937"/>
                </a:solidFill>
                <a:latin typeface="Pretendard" pitchFamily="34" charset="0"/>
                <a:ea typeface="Pretendard" pitchFamily="34" charset="-122"/>
                <a:cs typeface="Pretendard" pitchFamily="34" charset="-120"/>
              </a:rPr>
              <a:t>목차</a:t>
            </a:r>
            <a:endParaRPr lang="en-US" sz="3800" dirty="0"/>
          </a:p>
        </p:txBody>
      </p:sp>
      <p:sp>
        <p:nvSpPr>
          <p:cNvPr id="7" name="Text 5"/>
          <p:cNvSpPr txBox="1"/>
          <p:nvPr/>
        </p:nvSpPr>
        <p:spPr>
          <a:xfrm>
            <a:off x="987552" y="1572768"/>
            <a:ext cx="10094976" cy="4261104"/>
          </a:xfrm>
          <a:prstGeom prst="rect">
            <a:avLst/>
          </a:prstGeom>
          <a:noFill/>
          <a:ln/>
        </p:spPr>
        <p:txBody>
          <a:bodyPr wrap="square" lIns="0" tIns="25400" rIns="25400" bIns="0" rtlCol="0" anchor="t">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Responsibility Boundary</a:t>
            </a:r>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Pipeline After Integration</a:t>
            </a:r>
            <a:endParaRPr lang="en-US" sz="2200" dirty="0"/>
          </a:p>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Chart And Table Coherence</a:t>
            </a:r>
            <a:endParaRPr lang="en-US" sz="2200" dirty="0"/>
          </a:p>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Text Only Relief</a:t>
            </a:r>
            <a:endParaRPr lang="en-US" sz="2200" dirty="0"/>
          </a:p>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Visual Rules</a:t>
            </a:r>
            <a:endParaRPr lang="en-US" sz="2200" dirty="0"/>
          </a:p>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Design Components</a:t>
            </a:r>
            <a:endParaRPr lang="en-US" sz="2200" dirty="0"/>
          </a:p>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Validation Summary</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F"/>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0F766E"/>
          </a:solidFill>
          <a:ln w="12700">
            <a:solidFill>
              <a:srgbClr val="0F766E">
                <a:alpha val="0"/>
              </a:srgbClr>
            </a:solidFill>
            <a:prstDash val="solid"/>
          </a:ln>
        </p:spPr>
      </p:sp>
      <p:sp>
        <p:nvSpPr>
          <p:cNvPr id="3" name="Shape 1"/>
          <p:cNvSpPr/>
          <p:nvPr/>
        </p:nvSpPr>
        <p:spPr>
          <a:xfrm>
            <a:off x="11048695" y="256032"/>
            <a:ext cx="1143000" cy="73152"/>
          </a:xfrm>
          <a:prstGeom prst="rect">
            <a:avLst/>
          </a:prstGeom>
          <a:solidFill>
            <a:srgbClr val="760F4A"/>
          </a:solidFill>
          <a:ln w="12700">
            <a:solidFill>
              <a:srgbClr val="760F4A">
                <a:alpha val="0"/>
              </a:srgbClr>
            </a:solidFill>
            <a:prstDash val="solid"/>
          </a:ln>
        </p:spPr>
      </p:sp>
      <p:sp>
        <p:nvSpPr>
          <p:cNvPr id="4" name="Shape 2"/>
          <p:cNvSpPr/>
          <p:nvPr/>
        </p:nvSpPr>
        <p:spPr>
          <a:xfrm>
            <a:off x="731520" y="1207008"/>
            <a:ext cx="1325880" cy="54864"/>
          </a:xfrm>
          <a:prstGeom prst="rect">
            <a:avLst/>
          </a:prstGeom>
          <a:solidFill>
            <a:srgbClr val="763A0F"/>
          </a:solidFill>
          <a:ln w="12700">
            <a:solidFill>
              <a:srgbClr val="763A0F">
                <a:alpha val="0"/>
              </a:srgbClr>
            </a:solidFill>
            <a:prstDash val="solid"/>
          </a:ln>
        </p:spPr>
      </p:sp>
      <p:sp>
        <p:nvSpPr>
          <p:cNvPr id="5" name="Shape 3"/>
          <p:cNvSpPr/>
          <p:nvPr/>
        </p:nvSpPr>
        <p:spPr>
          <a:xfrm>
            <a:off x="822960" y="1463040"/>
            <a:ext cx="73152" cy="1920240"/>
          </a:xfrm>
          <a:prstGeom prst="rect">
            <a:avLst/>
          </a:prstGeom>
          <a:solidFill>
            <a:srgbClr val="0F766E"/>
          </a:solidFill>
          <a:ln w="12700">
            <a:solidFill>
              <a:srgbClr val="0F766E">
                <a:alpha val="0"/>
              </a:srgbClr>
            </a:solidFill>
            <a:prstDash val="solid"/>
          </a:ln>
        </p:spPr>
      </p:sp>
      <p:sp>
        <p:nvSpPr>
          <p:cNvPr id="6" name="Shape 4"/>
          <p:cNvSpPr/>
          <p:nvPr/>
        </p:nvSpPr>
        <p:spPr>
          <a:xfrm>
            <a:off x="6309360" y="1463040"/>
            <a:ext cx="73152" cy="1920240"/>
          </a:xfrm>
          <a:prstGeom prst="rect">
            <a:avLst/>
          </a:prstGeom>
          <a:solidFill>
            <a:srgbClr val="760F4A"/>
          </a:solidFill>
          <a:ln w="12700">
            <a:solidFill>
              <a:srgbClr val="760F4A">
                <a:alpha val="0"/>
              </a:srgbClr>
            </a:solidFill>
            <a:prstDash val="solid"/>
          </a:ln>
        </p:spPr>
      </p:sp>
      <p:sp>
        <p:nvSpPr>
          <p:cNvPr id="7" name="Shape 5"/>
          <p:cNvSpPr/>
          <p:nvPr/>
        </p:nvSpPr>
        <p:spPr>
          <a:xfrm>
            <a:off x="822960" y="3749040"/>
            <a:ext cx="73152" cy="1920240"/>
          </a:xfrm>
          <a:prstGeom prst="rect">
            <a:avLst/>
          </a:prstGeom>
          <a:solidFill>
            <a:srgbClr val="0F766E"/>
          </a:solidFill>
          <a:ln w="12700">
            <a:solidFill>
              <a:srgbClr val="0F766E">
                <a:alpha val="0"/>
              </a:srgbClr>
            </a:solidFill>
            <a:prstDash val="solid"/>
          </a:ln>
        </p:spPr>
      </p:sp>
      <p:sp>
        <p:nvSpPr>
          <p:cNvPr id="8" name="Shape 6"/>
          <p:cNvSpPr/>
          <p:nvPr/>
        </p:nvSpPr>
        <p:spPr>
          <a:xfrm>
            <a:off x="6309360" y="3749040"/>
            <a:ext cx="73152" cy="1920240"/>
          </a:xfrm>
          <a:prstGeom prst="rect">
            <a:avLst/>
          </a:prstGeom>
          <a:solidFill>
            <a:srgbClr val="760F4A"/>
          </a:solidFill>
          <a:ln w="12700">
            <a:solidFill>
              <a:srgbClr val="760F4A">
                <a:alpha val="0"/>
              </a:srgbClr>
            </a:solidFill>
            <a:prstDash val="solid"/>
          </a:ln>
        </p:spPr>
      </p:sp>
      <p:sp>
        <p:nvSpPr>
          <p:cNvPr id="9" name="Shape 7"/>
          <p:cNvSpPr/>
          <p:nvPr/>
        </p:nvSpPr>
        <p:spPr>
          <a:xfrm>
            <a:off x="822960" y="1463040"/>
            <a:ext cx="5029200" cy="1920240"/>
          </a:xfrm>
          <a:prstGeom prst="roundRect">
            <a:avLst>
              <a:gd name="adj" fmla="val 2857"/>
            </a:avLst>
          </a:prstGeom>
          <a:solidFill>
            <a:srgbClr val="FBF7F2"/>
          </a:solidFill>
          <a:ln w="12700">
            <a:solidFill>
              <a:srgbClr val="D6D0C2">
                <a:alpha val="90000"/>
              </a:srgbClr>
            </a:solidFill>
            <a:prstDash val="solid"/>
          </a:ln>
        </p:spPr>
      </p:sp>
      <p:sp>
        <p:nvSpPr>
          <p:cNvPr id="10" name="Shape 8"/>
          <p:cNvSpPr/>
          <p:nvPr/>
        </p:nvSpPr>
        <p:spPr>
          <a:xfrm>
            <a:off x="6309360" y="1463040"/>
            <a:ext cx="5029200" cy="1920240"/>
          </a:xfrm>
          <a:prstGeom prst="roundRect">
            <a:avLst>
              <a:gd name="adj" fmla="val 2857"/>
            </a:avLst>
          </a:prstGeom>
          <a:solidFill>
            <a:srgbClr val="FBF7F2"/>
          </a:solidFill>
          <a:ln w="12700">
            <a:solidFill>
              <a:srgbClr val="D6D0C2">
                <a:alpha val="90000"/>
              </a:srgbClr>
            </a:solidFill>
            <a:prstDash val="solid"/>
          </a:ln>
        </p:spPr>
      </p:sp>
      <p:sp>
        <p:nvSpPr>
          <p:cNvPr id="11" name="Shape 9"/>
          <p:cNvSpPr/>
          <p:nvPr/>
        </p:nvSpPr>
        <p:spPr>
          <a:xfrm>
            <a:off x="822960" y="3749040"/>
            <a:ext cx="5029200" cy="1920240"/>
          </a:xfrm>
          <a:prstGeom prst="roundRect">
            <a:avLst>
              <a:gd name="adj" fmla="val 2857"/>
            </a:avLst>
          </a:prstGeom>
          <a:solidFill>
            <a:srgbClr val="FBF7F2"/>
          </a:solidFill>
          <a:ln w="12700">
            <a:solidFill>
              <a:srgbClr val="D6D0C2">
                <a:alpha val="90000"/>
              </a:srgbClr>
            </a:solidFill>
            <a:prstDash val="solid"/>
          </a:ln>
        </p:spPr>
      </p:sp>
      <p:sp>
        <p:nvSpPr>
          <p:cNvPr id="12" name="Shape 10"/>
          <p:cNvSpPr/>
          <p:nvPr/>
        </p:nvSpPr>
        <p:spPr>
          <a:xfrm>
            <a:off x="6309360" y="3749040"/>
            <a:ext cx="5029200" cy="1920240"/>
          </a:xfrm>
          <a:prstGeom prst="roundRect">
            <a:avLst>
              <a:gd name="adj" fmla="val 2857"/>
            </a:avLst>
          </a:prstGeom>
          <a:solidFill>
            <a:srgbClr val="FBF7F2"/>
          </a:solidFill>
          <a:ln w="12700">
            <a:solidFill>
              <a:srgbClr val="D6D0C2">
                <a:alpha val="90000"/>
              </a:srgbClr>
            </a:solidFill>
            <a:prstDash val="solid"/>
          </a:ln>
        </p:spPr>
      </p:sp>
      <p:sp>
        <p:nvSpPr>
          <p:cNvPr id="13" name="Text 11"/>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1F2937"/>
                </a:solidFill>
                <a:latin typeface="Pretendard" pitchFamily="34" charset="0"/>
                <a:ea typeface="Pretendard" pitchFamily="34" charset="-122"/>
                <a:cs typeface="Pretendard" pitchFamily="34" charset="-120"/>
              </a:rPr>
              <a:t>Responsibility Boundary</a:t>
            </a:r>
            <a:endParaRPr lang="en-US" sz="3400" dirty="0"/>
          </a:p>
        </p:txBody>
      </p:sp>
      <p:sp>
        <p:nvSpPr>
          <p:cNvPr id="14" name="Shape 12"/>
          <p:cNvSpPr/>
          <p:nvPr/>
        </p:nvSpPr>
        <p:spPr>
          <a:xfrm>
            <a:off x="976122" y="2130552"/>
            <a:ext cx="585216" cy="585216"/>
          </a:xfrm>
          <a:prstGeom prst="roundRect">
            <a:avLst>
              <a:gd name="adj" fmla="val 6250"/>
            </a:avLst>
          </a:prstGeom>
          <a:solidFill>
            <a:srgbClr val="F7F3EF"/>
          </a:solidFill>
          <a:ln w="12700">
            <a:solidFill>
              <a:srgbClr val="D6D0C2"/>
            </a:solidFill>
            <a:prstDash val="solid"/>
          </a:ln>
        </p:spPr>
      </p:sp>
      <p:sp>
        <p:nvSpPr>
          <p:cNvPr id="15" name="Shape 13"/>
          <p:cNvSpPr/>
          <p:nvPr/>
        </p:nvSpPr>
        <p:spPr>
          <a:xfrm>
            <a:off x="1101943" y="2238817"/>
            <a:ext cx="210678" cy="272125"/>
          </a:xfrm>
          <a:prstGeom prst="roundRect">
            <a:avLst>
              <a:gd name="adj" fmla="val 17361"/>
            </a:avLst>
          </a:prstGeom>
          <a:solidFill>
            <a:srgbClr val="1F2937"/>
          </a:solidFill>
          <a:ln w="12700">
            <a:solidFill>
              <a:srgbClr val="1F2937">
                <a:alpha val="0"/>
              </a:srgbClr>
            </a:solidFill>
            <a:prstDash val="solid"/>
          </a:ln>
        </p:spPr>
      </p:sp>
      <p:sp>
        <p:nvSpPr>
          <p:cNvPr id="16" name="Shape 14"/>
          <p:cNvSpPr/>
          <p:nvPr/>
        </p:nvSpPr>
        <p:spPr>
          <a:xfrm>
            <a:off x="1154613" y="2309043"/>
            <a:ext cx="109728" cy="15362"/>
          </a:xfrm>
          <a:prstGeom prst="rect">
            <a:avLst/>
          </a:prstGeom>
          <a:solidFill>
            <a:srgbClr val="F7F3EF"/>
          </a:solidFill>
          <a:ln w="12700">
            <a:solidFill>
              <a:srgbClr val="F7F3EF">
                <a:alpha val="0"/>
              </a:srgbClr>
            </a:solidFill>
            <a:prstDash val="solid"/>
          </a:ln>
        </p:spPr>
      </p:sp>
      <p:sp>
        <p:nvSpPr>
          <p:cNvPr id="17" name="Shape 15"/>
          <p:cNvSpPr/>
          <p:nvPr/>
        </p:nvSpPr>
        <p:spPr>
          <a:xfrm>
            <a:off x="1154613" y="2366101"/>
            <a:ext cx="109728" cy="15362"/>
          </a:xfrm>
          <a:prstGeom prst="rect">
            <a:avLst/>
          </a:prstGeom>
          <a:solidFill>
            <a:srgbClr val="F7F3EF"/>
          </a:solidFill>
          <a:ln w="12700">
            <a:solidFill>
              <a:srgbClr val="F7F3EF">
                <a:alpha val="0"/>
              </a:srgbClr>
            </a:solidFill>
            <a:prstDash val="solid"/>
          </a:ln>
        </p:spPr>
      </p:sp>
      <p:sp>
        <p:nvSpPr>
          <p:cNvPr id="18" name="Shape 16"/>
          <p:cNvSpPr/>
          <p:nvPr/>
        </p:nvSpPr>
        <p:spPr>
          <a:xfrm>
            <a:off x="1154613" y="2423160"/>
            <a:ext cx="109728" cy="15362"/>
          </a:xfrm>
          <a:prstGeom prst="rect">
            <a:avLst/>
          </a:prstGeom>
          <a:solidFill>
            <a:srgbClr val="F7F3EF"/>
          </a:solidFill>
          <a:ln w="12700">
            <a:solidFill>
              <a:srgbClr val="F7F3EF">
                <a:alpha val="0"/>
              </a:srgbClr>
            </a:solidFill>
            <a:prstDash val="solid"/>
          </a:ln>
        </p:spPr>
      </p:sp>
      <p:sp>
        <p:nvSpPr>
          <p:cNvPr id="19" name="Text 17"/>
          <p:cNvSpPr txBox="1"/>
          <p:nvPr/>
        </p:nvSpPr>
        <p:spPr>
          <a:xfrm>
            <a:off x="1689354" y="1627632"/>
            <a:ext cx="3961638" cy="1591056"/>
          </a:xfrm>
          <a:prstGeom prst="rect">
            <a:avLst/>
          </a:prstGeom>
          <a:noFill/>
          <a:ln/>
        </p:spPr>
        <p:txBody>
          <a:bodyPr wrap="square" lIns="0" tIns="25400" rIns="25400" bIns="0" rtlCol="0" anchor="ctr">
            <a:normAutofit/>
          </a:bodyPr>
          <a:lstStyle/>
          <a:p>
            <a:pPr algn="l" indent="0" marL="0">
              <a:lnSpc>
                <a:spcPct val="120000"/>
              </a:lnSpc>
              <a:buNone/>
            </a:pPr>
            <a:r>
              <a:rPr lang="en-US" sz="2200" b="1" dirty="0">
                <a:solidFill>
                  <a:srgbClr val="0F766E"/>
                </a:solidFill>
                <a:latin typeface="Pretendard" pitchFamily="34" charset="0"/>
                <a:ea typeface="Pretendard" pitchFamily="34" charset="-122"/>
                <a:cs typeface="Pretendard" pitchFamily="34" charset="-120"/>
              </a:rPr>
              <a:t>MDPR</a:t>
            </a:r>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	parser, slide splitting, layout selection, editable PowerPoint rendering, theme colors, charts, tables, diagrams, and text fit.</a:t>
            </a:r>
            <a:endParaRPr lang="en-US" sz="2200" dirty="0"/>
          </a:p>
        </p:txBody>
      </p:sp>
      <p:sp>
        <p:nvSpPr>
          <p:cNvPr id="20" name="Shape 18"/>
          <p:cNvSpPr/>
          <p:nvPr/>
        </p:nvSpPr>
        <p:spPr>
          <a:xfrm>
            <a:off x="6462522" y="2130552"/>
            <a:ext cx="585216" cy="585216"/>
          </a:xfrm>
          <a:prstGeom prst="roundRect">
            <a:avLst>
              <a:gd name="adj" fmla="val 6250"/>
            </a:avLst>
          </a:prstGeom>
          <a:solidFill>
            <a:srgbClr val="F7F3EF"/>
          </a:solidFill>
          <a:ln w="12700">
            <a:solidFill>
              <a:srgbClr val="D6D0C2"/>
            </a:solidFill>
            <a:prstDash val="solid"/>
          </a:ln>
        </p:spPr>
      </p:sp>
      <p:sp>
        <p:nvSpPr>
          <p:cNvPr id="21" name="Shape 19"/>
          <p:cNvSpPr/>
          <p:nvPr/>
        </p:nvSpPr>
        <p:spPr>
          <a:xfrm>
            <a:off x="6588343" y="2361712"/>
            <a:ext cx="79004" cy="79004"/>
          </a:xfrm>
          <a:prstGeom prst="ellipse">
            <a:avLst/>
          </a:prstGeom>
          <a:solidFill>
            <a:srgbClr val="1F2937"/>
          </a:solidFill>
          <a:ln w="12700">
            <a:solidFill>
              <a:srgbClr val="1F2937">
                <a:alpha val="0"/>
              </a:srgbClr>
            </a:solidFill>
            <a:prstDash val="solid"/>
          </a:ln>
        </p:spPr>
      </p:sp>
      <p:sp>
        <p:nvSpPr>
          <p:cNvPr id="22" name="Shape 20"/>
          <p:cNvSpPr/>
          <p:nvPr/>
        </p:nvSpPr>
        <p:spPr>
          <a:xfrm>
            <a:off x="6755130" y="2361712"/>
            <a:ext cx="79004" cy="79004"/>
          </a:xfrm>
          <a:prstGeom prst="ellipse">
            <a:avLst/>
          </a:prstGeom>
          <a:solidFill>
            <a:srgbClr val="1F2937"/>
          </a:solidFill>
          <a:ln w="12700">
            <a:solidFill>
              <a:srgbClr val="1F2937">
                <a:alpha val="0"/>
              </a:srgbClr>
            </a:solidFill>
            <a:prstDash val="solid"/>
          </a:ln>
        </p:spPr>
      </p:sp>
      <p:sp>
        <p:nvSpPr>
          <p:cNvPr id="23" name="Shape 21"/>
          <p:cNvSpPr/>
          <p:nvPr/>
        </p:nvSpPr>
        <p:spPr>
          <a:xfrm>
            <a:off x="6921917" y="2361712"/>
            <a:ext cx="79004" cy="79004"/>
          </a:xfrm>
          <a:prstGeom prst="ellipse">
            <a:avLst/>
          </a:prstGeom>
          <a:solidFill>
            <a:srgbClr val="1F2937"/>
          </a:solidFill>
          <a:ln w="12700">
            <a:solidFill>
              <a:srgbClr val="1F2937">
                <a:alpha val="0"/>
              </a:srgbClr>
            </a:solidFill>
            <a:prstDash val="solid"/>
          </a:ln>
        </p:spPr>
      </p:sp>
      <p:sp>
        <p:nvSpPr>
          <p:cNvPr id="24" name="Shape 22"/>
          <p:cNvSpPr/>
          <p:nvPr/>
        </p:nvSpPr>
        <p:spPr>
          <a:xfrm>
            <a:off x="6662958" y="2396825"/>
            <a:ext cx="96561" cy="15362"/>
          </a:xfrm>
          <a:prstGeom prst="rect">
            <a:avLst/>
          </a:prstGeom>
          <a:solidFill>
            <a:srgbClr val="1F2937"/>
          </a:solidFill>
          <a:ln w="12700">
            <a:solidFill>
              <a:srgbClr val="1F2937">
                <a:alpha val="0"/>
              </a:srgbClr>
            </a:solidFill>
            <a:prstDash val="solid"/>
          </a:ln>
        </p:spPr>
      </p:sp>
      <p:sp>
        <p:nvSpPr>
          <p:cNvPr id="25" name="Shape 23"/>
          <p:cNvSpPr/>
          <p:nvPr/>
        </p:nvSpPr>
        <p:spPr>
          <a:xfrm>
            <a:off x="6829745" y="2396825"/>
            <a:ext cx="96561" cy="15362"/>
          </a:xfrm>
          <a:prstGeom prst="rect">
            <a:avLst/>
          </a:prstGeom>
          <a:solidFill>
            <a:srgbClr val="1F2937"/>
          </a:solidFill>
          <a:ln w="12700">
            <a:solidFill>
              <a:srgbClr val="1F2937">
                <a:alpha val="0"/>
              </a:srgbClr>
            </a:solidFill>
            <a:prstDash val="solid"/>
          </a:ln>
        </p:spPr>
      </p:sp>
      <p:sp>
        <p:nvSpPr>
          <p:cNvPr id="26" name="Text 24"/>
          <p:cNvSpPr txBox="1"/>
          <p:nvPr/>
        </p:nvSpPr>
        <p:spPr>
          <a:xfrm>
            <a:off x="7175754" y="1627632"/>
            <a:ext cx="3961638" cy="1591056"/>
          </a:xfrm>
          <a:prstGeom prst="rect">
            <a:avLst/>
          </a:prstGeom>
          <a:noFill/>
          <a:ln/>
        </p:spPr>
        <p:txBody>
          <a:bodyPr wrap="square" lIns="0" tIns="25400" rIns="25400" bIns="0" rtlCol="0" anchor="ctr">
            <a:normAutofit/>
          </a:bodyPr>
          <a:lstStyle/>
          <a:p>
            <a:pPr algn="l" indent="0" marL="0">
              <a:lnSpc>
                <a:spcPct val="120000"/>
              </a:lnSpc>
              <a:buNone/>
            </a:pPr>
            <a:r>
              <a:rPr lang="en-US" sz="2200" b="1" dirty="0">
                <a:solidFill>
                  <a:srgbClr val="0F766E"/>
                </a:solidFill>
                <a:latin typeface="Pretendard" pitchFamily="34" charset="0"/>
                <a:ea typeface="Pretendard" pitchFamily="34" charset="-122"/>
                <a:cs typeface="Pretendard" pitchFamily="34" charset="-120"/>
              </a:rPr>
              <a:t>Skill</a:t>
            </a:r>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	optional agent hints that describe emphasis, importance, and likely visual intent before MDPR makes deterministic choices.</a:t>
            </a:r>
            <a:endParaRPr lang="en-US" sz="2200" dirty="0"/>
          </a:p>
        </p:txBody>
      </p:sp>
      <p:sp>
        <p:nvSpPr>
          <p:cNvPr id="27" name="Shape 25"/>
          <p:cNvSpPr/>
          <p:nvPr/>
        </p:nvSpPr>
        <p:spPr>
          <a:xfrm>
            <a:off x="976122" y="4416552"/>
            <a:ext cx="585216" cy="585216"/>
          </a:xfrm>
          <a:prstGeom prst="roundRect">
            <a:avLst>
              <a:gd name="adj" fmla="val 6250"/>
            </a:avLst>
          </a:prstGeom>
          <a:solidFill>
            <a:srgbClr val="F7F3EF"/>
          </a:solidFill>
          <a:ln w="12700">
            <a:solidFill>
              <a:srgbClr val="D6D0C2"/>
            </a:solidFill>
            <a:prstDash val="solid"/>
          </a:ln>
        </p:spPr>
      </p:sp>
      <p:sp>
        <p:nvSpPr>
          <p:cNvPr id="28" name="Shape 26"/>
          <p:cNvSpPr/>
          <p:nvPr/>
        </p:nvSpPr>
        <p:spPr>
          <a:xfrm rot="10800000">
            <a:off x="1101943" y="4524817"/>
            <a:ext cx="241402" cy="285293"/>
          </a:xfrm>
          <a:prstGeom prst="pentagon">
            <a:avLst/>
          </a:prstGeom>
          <a:solidFill>
            <a:srgbClr val="1F2937"/>
          </a:solidFill>
          <a:ln w="12700">
            <a:solidFill>
              <a:srgbClr val="1F2937">
                <a:alpha val="0"/>
              </a:srgbClr>
            </a:solidFill>
            <a:prstDash val="solid"/>
          </a:ln>
        </p:spPr>
      </p:sp>
      <p:sp>
        <p:nvSpPr>
          <p:cNvPr id="29" name="Shape 27"/>
          <p:cNvSpPr/>
          <p:nvPr/>
        </p:nvSpPr>
        <p:spPr>
          <a:xfrm>
            <a:off x="1198504" y="4577486"/>
            <a:ext cx="43891" cy="122895"/>
          </a:xfrm>
          <a:prstGeom prst="rect">
            <a:avLst/>
          </a:prstGeom>
          <a:solidFill>
            <a:srgbClr val="F7F3EF"/>
          </a:solidFill>
          <a:ln w="12700">
            <a:solidFill>
              <a:srgbClr val="F7F3EF">
                <a:alpha val="0"/>
              </a:srgbClr>
            </a:solidFill>
            <a:prstDash val="solid"/>
          </a:ln>
        </p:spPr>
      </p:sp>
      <p:sp>
        <p:nvSpPr>
          <p:cNvPr id="30" name="Text 28"/>
          <p:cNvSpPr txBox="1"/>
          <p:nvPr/>
        </p:nvSpPr>
        <p:spPr>
          <a:xfrm>
            <a:off x="1689354" y="3913632"/>
            <a:ext cx="3961638" cy="1591056"/>
          </a:xfrm>
          <a:prstGeom prst="rect">
            <a:avLst/>
          </a:prstGeom>
          <a:noFill/>
          <a:ln/>
        </p:spPr>
        <p:txBody>
          <a:bodyPr wrap="square" lIns="0" tIns="25400" rIns="25400" bIns="0" rtlCol="0" anchor="ctr">
            <a:normAutofit/>
          </a:bodyPr>
          <a:lstStyle/>
          <a:p>
            <a:pPr algn="l" indent="0" marL="0">
              <a:lnSpc>
                <a:spcPct val="120000"/>
              </a:lnSpc>
              <a:buNone/>
            </a:pPr>
            <a:r>
              <a:rPr lang="en-US" sz="2200" b="1" dirty="0">
                <a:solidFill>
                  <a:srgbClr val="0F766E"/>
                </a:solidFill>
                <a:latin typeface="Pretendard" pitchFamily="34" charset="0"/>
                <a:ea typeface="Pretendard" pitchFamily="34" charset="-122"/>
                <a:cs typeface="Pretendard" pitchFamily="34" charset="-120"/>
              </a:rPr>
              <a:t>Validation</a:t>
            </a:r>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	PowerPoint export, PNG previews, minimum font checks, and shape-level inspection.</a:t>
            </a:r>
            <a:endParaRPr lang="en-US" sz="2200" dirty="0"/>
          </a:p>
        </p:txBody>
      </p:sp>
      <p:sp>
        <p:nvSpPr>
          <p:cNvPr id="31" name="Shape 29"/>
          <p:cNvSpPr/>
          <p:nvPr/>
        </p:nvSpPr>
        <p:spPr>
          <a:xfrm>
            <a:off x="6462522" y="4416552"/>
            <a:ext cx="585216" cy="585216"/>
          </a:xfrm>
          <a:prstGeom prst="roundRect">
            <a:avLst>
              <a:gd name="adj" fmla="val 6250"/>
            </a:avLst>
          </a:prstGeom>
          <a:solidFill>
            <a:srgbClr val="F7F3EF"/>
          </a:solidFill>
          <a:ln w="12700">
            <a:solidFill>
              <a:srgbClr val="D6D0C2"/>
            </a:solidFill>
            <a:prstDash val="solid"/>
          </a:ln>
        </p:spPr>
      </p:sp>
      <p:sp>
        <p:nvSpPr>
          <p:cNvPr id="32" name="Shape 30"/>
          <p:cNvSpPr/>
          <p:nvPr/>
        </p:nvSpPr>
        <p:spPr>
          <a:xfrm>
            <a:off x="6588343" y="4647712"/>
            <a:ext cx="79004" cy="79004"/>
          </a:xfrm>
          <a:prstGeom prst="ellipse">
            <a:avLst/>
          </a:prstGeom>
          <a:solidFill>
            <a:srgbClr val="1F2937"/>
          </a:solidFill>
          <a:ln w="12700">
            <a:solidFill>
              <a:srgbClr val="1F2937">
                <a:alpha val="0"/>
              </a:srgbClr>
            </a:solidFill>
            <a:prstDash val="solid"/>
          </a:ln>
        </p:spPr>
      </p:sp>
      <p:sp>
        <p:nvSpPr>
          <p:cNvPr id="33" name="Shape 31"/>
          <p:cNvSpPr/>
          <p:nvPr/>
        </p:nvSpPr>
        <p:spPr>
          <a:xfrm>
            <a:off x="6755130" y="4647712"/>
            <a:ext cx="79004" cy="79004"/>
          </a:xfrm>
          <a:prstGeom prst="ellipse">
            <a:avLst/>
          </a:prstGeom>
          <a:solidFill>
            <a:srgbClr val="1F2937"/>
          </a:solidFill>
          <a:ln w="12700">
            <a:solidFill>
              <a:srgbClr val="1F2937">
                <a:alpha val="0"/>
              </a:srgbClr>
            </a:solidFill>
            <a:prstDash val="solid"/>
          </a:ln>
        </p:spPr>
      </p:sp>
      <p:sp>
        <p:nvSpPr>
          <p:cNvPr id="34" name="Shape 32"/>
          <p:cNvSpPr/>
          <p:nvPr/>
        </p:nvSpPr>
        <p:spPr>
          <a:xfrm>
            <a:off x="6921917" y="4647712"/>
            <a:ext cx="79004" cy="79004"/>
          </a:xfrm>
          <a:prstGeom prst="ellipse">
            <a:avLst/>
          </a:prstGeom>
          <a:solidFill>
            <a:srgbClr val="1F2937"/>
          </a:solidFill>
          <a:ln w="12700">
            <a:solidFill>
              <a:srgbClr val="1F2937">
                <a:alpha val="0"/>
              </a:srgbClr>
            </a:solidFill>
            <a:prstDash val="solid"/>
          </a:ln>
        </p:spPr>
      </p:sp>
      <p:sp>
        <p:nvSpPr>
          <p:cNvPr id="35" name="Shape 33"/>
          <p:cNvSpPr/>
          <p:nvPr/>
        </p:nvSpPr>
        <p:spPr>
          <a:xfrm>
            <a:off x="6662958" y="4682825"/>
            <a:ext cx="96561" cy="15362"/>
          </a:xfrm>
          <a:prstGeom prst="rect">
            <a:avLst/>
          </a:prstGeom>
          <a:solidFill>
            <a:srgbClr val="1F2937"/>
          </a:solidFill>
          <a:ln w="12700">
            <a:solidFill>
              <a:srgbClr val="1F2937">
                <a:alpha val="0"/>
              </a:srgbClr>
            </a:solidFill>
            <a:prstDash val="solid"/>
          </a:ln>
        </p:spPr>
      </p:sp>
      <p:sp>
        <p:nvSpPr>
          <p:cNvPr id="36" name="Shape 34"/>
          <p:cNvSpPr/>
          <p:nvPr/>
        </p:nvSpPr>
        <p:spPr>
          <a:xfrm>
            <a:off x="6829745" y="4682825"/>
            <a:ext cx="96561" cy="15362"/>
          </a:xfrm>
          <a:prstGeom prst="rect">
            <a:avLst/>
          </a:prstGeom>
          <a:solidFill>
            <a:srgbClr val="1F2937"/>
          </a:solidFill>
          <a:ln w="12700">
            <a:solidFill>
              <a:srgbClr val="1F2937">
                <a:alpha val="0"/>
              </a:srgbClr>
            </a:solidFill>
            <a:prstDash val="solid"/>
          </a:ln>
        </p:spPr>
      </p:sp>
      <p:sp>
        <p:nvSpPr>
          <p:cNvPr id="37" name="Text 35"/>
          <p:cNvSpPr txBox="1"/>
          <p:nvPr/>
        </p:nvSpPr>
        <p:spPr>
          <a:xfrm>
            <a:off x="7175754" y="3913632"/>
            <a:ext cx="3961638" cy="1591056"/>
          </a:xfrm>
          <a:prstGeom prst="rect">
            <a:avLst/>
          </a:prstGeom>
          <a:noFill/>
          <a:ln/>
        </p:spPr>
        <p:txBody>
          <a:bodyPr wrap="square" lIns="0" tIns="25400" rIns="25400" bIns="0" rtlCol="0" anchor="ctr">
            <a:normAutofit/>
          </a:bodyPr>
          <a:lstStyle/>
          <a:p>
            <a:pPr algn="l" indent="0" marL="0">
              <a:lnSpc>
                <a:spcPct val="120000"/>
              </a:lnSpc>
              <a:buNone/>
            </a:pPr>
            <a:r>
              <a:rPr lang="en-US" sz="2200" b="1" dirty="0">
                <a:solidFill>
                  <a:srgbClr val="0F766E"/>
                </a:solidFill>
                <a:latin typeface="Pretendard" pitchFamily="34" charset="0"/>
                <a:ea typeface="Pretendard" pitchFamily="34" charset="-122"/>
                <a:cs typeface="Pretendard" pitchFamily="34" charset="-120"/>
              </a:rPr>
              <a:t>Output</a:t>
            </a:r>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	one Markdown source can produce coherent PPTX and HTML without a separate handmade renderer.</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F"/>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0F766E"/>
          </a:solidFill>
          <a:ln w="12700">
            <a:solidFill>
              <a:srgbClr val="0F766E">
                <a:alpha val="0"/>
              </a:srgbClr>
            </a:solidFill>
            <a:prstDash val="solid"/>
          </a:ln>
        </p:spPr>
      </p:sp>
      <p:sp>
        <p:nvSpPr>
          <p:cNvPr id="3" name="Shape 1"/>
          <p:cNvSpPr/>
          <p:nvPr/>
        </p:nvSpPr>
        <p:spPr>
          <a:xfrm>
            <a:off x="11048695" y="256032"/>
            <a:ext cx="1143000" cy="73152"/>
          </a:xfrm>
          <a:prstGeom prst="rect">
            <a:avLst/>
          </a:prstGeom>
          <a:solidFill>
            <a:srgbClr val="760F4A"/>
          </a:solidFill>
          <a:ln w="12700">
            <a:solidFill>
              <a:srgbClr val="760F4A">
                <a:alpha val="0"/>
              </a:srgbClr>
            </a:solidFill>
            <a:prstDash val="solid"/>
          </a:ln>
        </p:spPr>
      </p:sp>
      <p:sp>
        <p:nvSpPr>
          <p:cNvPr id="4" name="Shape 2"/>
          <p:cNvSpPr/>
          <p:nvPr/>
        </p:nvSpPr>
        <p:spPr>
          <a:xfrm>
            <a:off x="731520" y="1207008"/>
            <a:ext cx="1325880" cy="54864"/>
          </a:xfrm>
          <a:prstGeom prst="rect">
            <a:avLst/>
          </a:prstGeom>
          <a:solidFill>
            <a:srgbClr val="763A0F"/>
          </a:solidFill>
          <a:ln w="12700">
            <a:solidFill>
              <a:srgbClr val="763A0F">
                <a:alpha val="0"/>
              </a:srgbClr>
            </a:solidFill>
            <a:prstDash val="solid"/>
          </a:ln>
        </p:spPr>
      </p:sp>
      <p:sp>
        <p:nvSpPr>
          <p:cNvPr id="5" name="Text 3"/>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1F2937"/>
                </a:solidFill>
                <a:latin typeface="Pretendard" pitchFamily="34" charset="0"/>
                <a:ea typeface="Pretendard" pitchFamily="34" charset="-122"/>
                <a:cs typeface="Pretendard" pitchFamily="34" charset="-120"/>
              </a:rPr>
              <a:t>Pipeline After Integration</a:t>
            </a:r>
            <a:endParaRPr lang="en-US" sz="3400" dirty="0"/>
          </a:p>
        </p:txBody>
      </p:sp>
      <p:sp>
        <p:nvSpPr>
          <p:cNvPr id="6" name="Shape 4"/>
          <p:cNvSpPr/>
          <p:nvPr/>
        </p:nvSpPr>
        <p:spPr>
          <a:xfrm>
            <a:off x="640080" y="2510028"/>
            <a:ext cx="3435096" cy="1170432"/>
          </a:xfrm>
          <a:prstGeom prst="roundRect">
            <a:avLst>
              <a:gd name="adj" fmla="val 4688"/>
            </a:avLst>
          </a:prstGeom>
          <a:solidFill>
            <a:srgbClr val="FBF7F2"/>
          </a:solidFill>
          <a:ln w="12700">
            <a:solidFill>
              <a:srgbClr val="0F766E"/>
            </a:solidFill>
            <a:prstDash val="solid"/>
          </a:ln>
          <a:effectLst>
            <a:outerShdw sx="100000" sy="100000" kx="0" ky="0" algn="bl" rotWithShape="0" blurRad="12700" dist="50800" dir="2700000">
              <a:srgbClr val="000000">
                <a:alpha val="12000"/>
              </a:srgbClr>
            </a:outerShdw>
          </a:effectLst>
        </p:spPr>
      </p:sp>
      <p:sp>
        <p:nvSpPr>
          <p:cNvPr id="7" name="Shape 5"/>
          <p:cNvSpPr/>
          <p:nvPr/>
        </p:nvSpPr>
        <p:spPr>
          <a:xfrm>
            <a:off x="640080" y="2510028"/>
            <a:ext cx="3435096" cy="109728"/>
          </a:xfrm>
          <a:prstGeom prst="rect">
            <a:avLst/>
          </a:prstGeom>
          <a:solidFill>
            <a:srgbClr val="0F766E"/>
          </a:solidFill>
          <a:ln w="12700">
            <a:solidFill>
              <a:srgbClr val="0F766E">
                <a:alpha val="0"/>
              </a:srgbClr>
            </a:solidFill>
            <a:prstDash val="solid"/>
          </a:ln>
        </p:spPr>
      </p:sp>
      <p:sp>
        <p:nvSpPr>
          <p:cNvPr id="8" name="Shape 6"/>
          <p:cNvSpPr/>
          <p:nvPr/>
        </p:nvSpPr>
        <p:spPr>
          <a:xfrm>
            <a:off x="804672" y="2907975"/>
            <a:ext cx="374538" cy="374538"/>
          </a:xfrm>
          <a:prstGeom prst="ellipse">
            <a:avLst/>
          </a:prstGeom>
          <a:solidFill>
            <a:srgbClr val="0F766E"/>
          </a:solidFill>
          <a:ln w="12700">
            <a:solidFill>
              <a:srgbClr val="0F766E">
                <a:alpha val="0"/>
              </a:srgbClr>
            </a:solidFill>
            <a:prstDash val="solid"/>
          </a:ln>
        </p:spPr>
      </p:sp>
      <p:sp>
        <p:nvSpPr>
          <p:cNvPr id="9" name="Text 7"/>
          <p:cNvSpPr txBox="1"/>
          <p:nvPr/>
        </p:nvSpPr>
        <p:spPr>
          <a:xfrm>
            <a:off x="804672" y="2907975"/>
            <a:ext cx="374538" cy="374538"/>
          </a:xfrm>
          <a:prstGeom prst="rect">
            <a:avLst/>
          </a:prstGeom>
          <a:noFill/>
          <a:ln/>
        </p:spPr>
        <p:txBody>
          <a:bodyPr wrap="square" lIns="0" tIns="0" rIns="0" bIns="0" rtlCol="0" anchor="ctr"/>
          <a:lstStyle/>
          <a:p>
            <a:pPr algn="ctr" indent="0" marL="0">
              <a:lnSpc>
                <a:spcPct val="120000"/>
              </a:lnSpc>
              <a:buNone/>
            </a:pPr>
            <a:r>
              <a:rPr lang="en-US" sz="1500" b="1" dirty="0">
                <a:solidFill>
                  <a:srgbClr val="F7F3EF"/>
                </a:solidFill>
                <a:latin typeface="Pretendard" pitchFamily="34" charset="0"/>
                <a:ea typeface="Pretendard" pitchFamily="34" charset="-122"/>
                <a:cs typeface="Pretendard" pitchFamily="34" charset="-120"/>
              </a:rPr>
              <a:t>1</a:t>
            </a:r>
            <a:endParaRPr lang="en-US" sz="1500" dirty="0"/>
          </a:p>
        </p:txBody>
      </p:sp>
      <p:sp>
        <p:nvSpPr>
          <p:cNvPr id="10" name="Text 8"/>
          <p:cNvSpPr txBox="1"/>
          <p:nvPr/>
        </p:nvSpPr>
        <p:spPr>
          <a:xfrm>
            <a:off x="1325514" y="2638044"/>
            <a:ext cx="2585070" cy="914400"/>
          </a:xfrm>
          <a:prstGeom prst="rect">
            <a:avLst/>
          </a:prstGeom>
          <a:noFill/>
          <a:ln/>
        </p:spPr>
        <p:txBody>
          <a:bodyPr wrap="square" lIns="0" tIns="25400" rIns="25400" bIns="0" rtlCol="0" anchor="ctr">
            <a:normAutofit/>
          </a:bodyPr>
          <a:lstStyle/>
          <a:p>
            <a:pPr algn="l" indent="0" marL="0">
              <a:lnSpc>
                <a:spcPct val="92000"/>
              </a:lnSpc>
              <a:buNone/>
            </a:pPr>
            <a:r>
              <a:rPr lang="en-US" sz="1600" dirty="0">
                <a:solidFill>
                  <a:srgbClr val="1F2937"/>
                </a:solidFill>
                <a:latin typeface="Pretendard" pitchFamily="34" charset="0"/>
                <a:ea typeface="Pretendard" pitchFamily="34" charset="-122"/>
                <a:cs typeface="Pretendard" pitchFamily="34" charset="-120"/>
              </a:rPr>
              <a:t>Markdown and Pandoc AST</a:t>
            </a:r>
            <a:endParaRPr lang="en-US" sz="1600" dirty="0"/>
          </a:p>
        </p:txBody>
      </p:sp>
      <p:sp>
        <p:nvSpPr>
          <p:cNvPr id="11" name="Shape 9"/>
          <p:cNvSpPr/>
          <p:nvPr/>
        </p:nvSpPr>
        <p:spPr>
          <a:xfrm>
            <a:off x="4386072" y="2510028"/>
            <a:ext cx="3435096" cy="1170432"/>
          </a:xfrm>
          <a:prstGeom prst="roundRect">
            <a:avLst>
              <a:gd name="adj" fmla="val 4688"/>
            </a:avLst>
          </a:prstGeom>
          <a:solidFill>
            <a:srgbClr val="FBF7F2"/>
          </a:solidFill>
          <a:ln w="12700">
            <a:solidFill>
              <a:srgbClr val="0F766E"/>
            </a:solidFill>
            <a:prstDash val="solid"/>
          </a:ln>
          <a:effectLst>
            <a:outerShdw sx="100000" sy="100000" kx="0" ky="0" algn="bl" rotWithShape="0" blurRad="12700" dist="50800" dir="2700000">
              <a:srgbClr val="000000">
                <a:alpha val="12000"/>
              </a:srgbClr>
            </a:outerShdw>
          </a:effectLst>
        </p:spPr>
      </p:sp>
      <p:sp>
        <p:nvSpPr>
          <p:cNvPr id="12" name="Shape 10"/>
          <p:cNvSpPr/>
          <p:nvPr/>
        </p:nvSpPr>
        <p:spPr>
          <a:xfrm>
            <a:off x="4386072" y="2510028"/>
            <a:ext cx="3435096" cy="109728"/>
          </a:xfrm>
          <a:prstGeom prst="rect">
            <a:avLst/>
          </a:prstGeom>
          <a:solidFill>
            <a:srgbClr val="0F766E"/>
          </a:solidFill>
          <a:ln w="12700">
            <a:solidFill>
              <a:srgbClr val="0F766E">
                <a:alpha val="0"/>
              </a:srgbClr>
            </a:solidFill>
            <a:prstDash val="solid"/>
          </a:ln>
        </p:spPr>
      </p:sp>
      <p:sp>
        <p:nvSpPr>
          <p:cNvPr id="13" name="Shape 11"/>
          <p:cNvSpPr/>
          <p:nvPr/>
        </p:nvSpPr>
        <p:spPr>
          <a:xfrm>
            <a:off x="4550664" y="2907975"/>
            <a:ext cx="374538" cy="374538"/>
          </a:xfrm>
          <a:prstGeom prst="ellipse">
            <a:avLst/>
          </a:prstGeom>
          <a:solidFill>
            <a:srgbClr val="0F766E"/>
          </a:solidFill>
          <a:ln w="12700">
            <a:solidFill>
              <a:srgbClr val="0F766E">
                <a:alpha val="0"/>
              </a:srgbClr>
            </a:solidFill>
            <a:prstDash val="solid"/>
          </a:ln>
        </p:spPr>
      </p:sp>
      <p:sp>
        <p:nvSpPr>
          <p:cNvPr id="14" name="Text 12"/>
          <p:cNvSpPr txBox="1"/>
          <p:nvPr/>
        </p:nvSpPr>
        <p:spPr>
          <a:xfrm>
            <a:off x="4550664" y="2907975"/>
            <a:ext cx="374538" cy="374538"/>
          </a:xfrm>
          <a:prstGeom prst="rect">
            <a:avLst/>
          </a:prstGeom>
          <a:noFill/>
          <a:ln/>
        </p:spPr>
        <p:txBody>
          <a:bodyPr wrap="square" lIns="0" tIns="0" rIns="0" bIns="0" rtlCol="0" anchor="ctr"/>
          <a:lstStyle/>
          <a:p>
            <a:pPr algn="ctr" indent="0" marL="0">
              <a:lnSpc>
                <a:spcPct val="120000"/>
              </a:lnSpc>
              <a:buNone/>
            </a:pPr>
            <a:r>
              <a:rPr lang="en-US" sz="1500" b="1" dirty="0">
                <a:solidFill>
                  <a:srgbClr val="F7F3EF"/>
                </a:solidFill>
                <a:latin typeface="Pretendard" pitchFamily="34" charset="0"/>
                <a:ea typeface="Pretendard" pitchFamily="34" charset="-122"/>
                <a:cs typeface="Pretendard" pitchFamily="34" charset="-120"/>
              </a:rPr>
              <a:t>2</a:t>
            </a:r>
            <a:endParaRPr lang="en-US" sz="1500" dirty="0"/>
          </a:p>
        </p:txBody>
      </p:sp>
      <p:sp>
        <p:nvSpPr>
          <p:cNvPr id="15" name="Text 13"/>
          <p:cNvSpPr txBox="1"/>
          <p:nvPr/>
        </p:nvSpPr>
        <p:spPr>
          <a:xfrm>
            <a:off x="5071506" y="2638044"/>
            <a:ext cx="2585070" cy="914400"/>
          </a:xfrm>
          <a:prstGeom prst="rect">
            <a:avLst/>
          </a:prstGeom>
          <a:noFill/>
          <a:ln/>
        </p:spPr>
        <p:txBody>
          <a:bodyPr wrap="square" lIns="0" tIns="25400" rIns="25400" bIns="0" rtlCol="0" anchor="ctr">
            <a:normAutofit/>
          </a:bodyPr>
          <a:lstStyle/>
          <a:p>
            <a:pPr algn="l" indent="0" marL="0">
              <a:lnSpc>
                <a:spcPct val="92000"/>
              </a:lnSpc>
              <a:buNone/>
            </a:pPr>
            <a:r>
              <a:rPr lang="en-US" sz="1600" dirty="0">
                <a:solidFill>
                  <a:srgbClr val="1F2937"/>
                </a:solidFill>
                <a:latin typeface="Pretendard" pitchFamily="34" charset="0"/>
                <a:ea typeface="Pretendard" pitchFamily="34" charset="-122"/>
                <a:cs typeface="Pretendard" pitchFamily="34" charset="-120"/>
              </a:rPr>
              <a:t>Presentation IR</a:t>
            </a:r>
            <a:endParaRPr lang="en-US" sz="1600" dirty="0"/>
          </a:p>
        </p:txBody>
      </p:sp>
      <p:sp>
        <p:nvSpPr>
          <p:cNvPr id="16" name="Shape 14"/>
          <p:cNvSpPr/>
          <p:nvPr/>
        </p:nvSpPr>
        <p:spPr>
          <a:xfrm>
            <a:off x="8132064" y="2510028"/>
            <a:ext cx="3435096" cy="1170432"/>
          </a:xfrm>
          <a:prstGeom prst="roundRect">
            <a:avLst>
              <a:gd name="adj" fmla="val 4688"/>
            </a:avLst>
          </a:prstGeom>
          <a:solidFill>
            <a:srgbClr val="FBF7F2"/>
          </a:solidFill>
          <a:ln w="12700">
            <a:solidFill>
              <a:srgbClr val="0F766E"/>
            </a:solidFill>
            <a:prstDash val="solid"/>
          </a:ln>
          <a:effectLst>
            <a:outerShdw sx="100000" sy="100000" kx="0" ky="0" algn="bl" rotWithShape="0" blurRad="12700" dist="50800" dir="2700000">
              <a:srgbClr val="000000">
                <a:alpha val="12000"/>
              </a:srgbClr>
            </a:outerShdw>
          </a:effectLst>
        </p:spPr>
      </p:sp>
      <p:sp>
        <p:nvSpPr>
          <p:cNvPr id="17" name="Shape 15"/>
          <p:cNvSpPr/>
          <p:nvPr/>
        </p:nvSpPr>
        <p:spPr>
          <a:xfrm>
            <a:off x="8132064" y="2510028"/>
            <a:ext cx="3435096" cy="109728"/>
          </a:xfrm>
          <a:prstGeom prst="rect">
            <a:avLst/>
          </a:prstGeom>
          <a:solidFill>
            <a:srgbClr val="0F766E"/>
          </a:solidFill>
          <a:ln w="12700">
            <a:solidFill>
              <a:srgbClr val="0F766E">
                <a:alpha val="0"/>
              </a:srgbClr>
            </a:solidFill>
            <a:prstDash val="solid"/>
          </a:ln>
        </p:spPr>
      </p:sp>
      <p:sp>
        <p:nvSpPr>
          <p:cNvPr id="18" name="Shape 16"/>
          <p:cNvSpPr/>
          <p:nvPr/>
        </p:nvSpPr>
        <p:spPr>
          <a:xfrm>
            <a:off x="8296656" y="2907975"/>
            <a:ext cx="374538" cy="374538"/>
          </a:xfrm>
          <a:prstGeom prst="ellipse">
            <a:avLst/>
          </a:prstGeom>
          <a:solidFill>
            <a:srgbClr val="0F766E"/>
          </a:solidFill>
          <a:ln w="12700">
            <a:solidFill>
              <a:srgbClr val="0F766E">
                <a:alpha val="0"/>
              </a:srgbClr>
            </a:solidFill>
            <a:prstDash val="solid"/>
          </a:ln>
        </p:spPr>
      </p:sp>
      <p:sp>
        <p:nvSpPr>
          <p:cNvPr id="19" name="Text 17"/>
          <p:cNvSpPr txBox="1"/>
          <p:nvPr/>
        </p:nvSpPr>
        <p:spPr>
          <a:xfrm>
            <a:off x="8296656" y="2907975"/>
            <a:ext cx="374538" cy="374538"/>
          </a:xfrm>
          <a:prstGeom prst="rect">
            <a:avLst/>
          </a:prstGeom>
          <a:noFill/>
          <a:ln/>
        </p:spPr>
        <p:txBody>
          <a:bodyPr wrap="square" lIns="0" tIns="0" rIns="0" bIns="0" rtlCol="0" anchor="ctr"/>
          <a:lstStyle/>
          <a:p>
            <a:pPr algn="ctr" indent="0" marL="0">
              <a:lnSpc>
                <a:spcPct val="120000"/>
              </a:lnSpc>
              <a:buNone/>
            </a:pPr>
            <a:r>
              <a:rPr lang="en-US" sz="1500" b="1" dirty="0">
                <a:solidFill>
                  <a:srgbClr val="F7F3EF"/>
                </a:solidFill>
                <a:latin typeface="Pretendard" pitchFamily="34" charset="0"/>
                <a:ea typeface="Pretendard" pitchFamily="34" charset="-122"/>
                <a:cs typeface="Pretendard" pitchFamily="34" charset="-120"/>
              </a:rPr>
              <a:t>3</a:t>
            </a:r>
            <a:endParaRPr lang="en-US" sz="1500" dirty="0"/>
          </a:p>
        </p:txBody>
      </p:sp>
      <p:sp>
        <p:nvSpPr>
          <p:cNvPr id="20" name="Text 18"/>
          <p:cNvSpPr txBox="1"/>
          <p:nvPr/>
        </p:nvSpPr>
        <p:spPr>
          <a:xfrm>
            <a:off x="8817498" y="2638044"/>
            <a:ext cx="2585070" cy="914400"/>
          </a:xfrm>
          <a:prstGeom prst="rect">
            <a:avLst/>
          </a:prstGeom>
          <a:noFill/>
          <a:ln/>
        </p:spPr>
        <p:txBody>
          <a:bodyPr wrap="square" lIns="0" tIns="25400" rIns="25400" bIns="0" rtlCol="0" anchor="ctr">
            <a:normAutofit/>
          </a:bodyPr>
          <a:lstStyle/>
          <a:p>
            <a:pPr algn="l" indent="0" marL="0">
              <a:lnSpc>
                <a:spcPct val="92000"/>
              </a:lnSpc>
              <a:buNone/>
            </a:pPr>
            <a:r>
              <a:rPr lang="en-US" sz="1600" dirty="0">
                <a:solidFill>
                  <a:srgbClr val="1F2937"/>
                </a:solidFill>
                <a:latin typeface="Pretendard" pitchFamily="34" charset="0"/>
                <a:ea typeface="Pretendard" pitchFamily="34" charset="-122"/>
                <a:cs typeface="Pretendard" pitchFamily="34" charset="-120"/>
              </a:rPr>
              <a:t>Layout IR</a:t>
            </a:r>
            <a:endParaRPr lang="en-US" sz="1600" dirty="0"/>
          </a:p>
        </p:txBody>
      </p:sp>
      <p:sp>
        <p:nvSpPr>
          <p:cNvPr id="21" name="Shape 19"/>
          <p:cNvSpPr/>
          <p:nvPr/>
        </p:nvSpPr>
        <p:spPr>
          <a:xfrm>
            <a:off x="8132064" y="3991356"/>
            <a:ext cx="3435096" cy="1170432"/>
          </a:xfrm>
          <a:prstGeom prst="roundRect">
            <a:avLst>
              <a:gd name="adj" fmla="val 4688"/>
            </a:avLst>
          </a:prstGeom>
          <a:solidFill>
            <a:srgbClr val="FBF7F2"/>
          </a:solidFill>
          <a:ln w="12700">
            <a:solidFill>
              <a:srgbClr val="0F766E"/>
            </a:solidFill>
            <a:prstDash val="solid"/>
          </a:ln>
          <a:effectLst>
            <a:outerShdw sx="100000" sy="100000" kx="0" ky="0" algn="bl" rotWithShape="0" blurRad="12700" dist="50800" dir="2700000">
              <a:srgbClr val="000000">
                <a:alpha val="12000"/>
              </a:srgbClr>
            </a:outerShdw>
          </a:effectLst>
        </p:spPr>
      </p:sp>
      <p:sp>
        <p:nvSpPr>
          <p:cNvPr id="22" name="Shape 20"/>
          <p:cNvSpPr/>
          <p:nvPr/>
        </p:nvSpPr>
        <p:spPr>
          <a:xfrm>
            <a:off x="8132064" y="3991356"/>
            <a:ext cx="3435096" cy="109728"/>
          </a:xfrm>
          <a:prstGeom prst="rect">
            <a:avLst/>
          </a:prstGeom>
          <a:solidFill>
            <a:srgbClr val="0F766E"/>
          </a:solidFill>
          <a:ln w="12700">
            <a:solidFill>
              <a:srgbClr val="0F766E">
                <a:alpha val="0"/>
              </a:srgbClr>
            </a:solidFill>
            <a:prstDash val="solid"/>
          </a:ln>
        </p:spPr>
      </p:sp>
      <p:sp>
        <p:nvSpPr>
          <p:cNvPr id="23" name="Shape 21"/>
          <p:cNvSpPr/>
          <p:nvPr/>
        </p:nvSpPr>
        <p:spPr>
          <a:xfrm>
            <a:off x="8296656" y="4389303"/>
            <a:ext cx="374538" cy="374538"/>
          </a:xfrm>
          <a:prstGeom prst="ellipse">
            <a:avLst/>
          </a:prstGeom>
          <a:solidFill>
            <a:srgbClr val="0F766E"/>
          </a:solidFill>
          <a:ln w="12700">
            <a:solidFill>
              <a:srgbClr val="0F766E">
                <a:alpha val="0"/>
              </a:srgbClr>
            </a:solidFill>
            <a:prstDash val="solid"/>
          </a:ln>
        </p:spPr>
      </p:sp>
      <p:sp>
        <p:nvSpPr>
          <p:cNvPr id="24" name="Text 22"/>
          <p:cNvSpPr txBox="1"/>
          <p:nvPr/>
        </p:nvSpPr>
        <p:spPr>
          <a:xfrm>
            <a:off x="8296656" y="4389303"/>
            <a:ext cx="374538" cy="374538"/>
          </a:xfrm>
          <a:prstGeom prst="rect">
            <a:avLst/>
          </a:prstGeom>
          <a:noFill/>
          <a:ln/>
        </p:spPr>
        <p:txBody>
          <a:bodyPr wrap="square" lIns="0" tIns="0" rIns="0" bIns="0" rtlCol="0" anchor="ctr"/>
          <a:lstStyle/>
          <a:p>
            <a:pPr algn="ctr" indent="0" marL="0">
              <a:lnSpc>
                <a:spcPct val="120000"/>
              </a:lnSpc>
              <a:buNone/>
            </a:pPr>
            <a:r>
              <a:rPr lang="en-US" sz="1500" b="1" dirty="0">
                <a:solidFill>
                  <a:srgbClr val="F7F3EF"/>
                </a:solidFill>
                <a:latin typeface="Pretendard" pitchFamily="34" charset="0"/>
                <a:ea typeface="Pretendard" pitchFamily="34" charset="-122"/>
                <a:cs typeface="Pretendard" pitchFamily="34" charset="-120"/>
              </a:rPr>
              <a:t>4</a:t>
            </a:r>
            <a:endParaRPr lang="en-US" sz="1500" dirty="0"/>
          </a:p>
        </p:txBody>
      </p:sp>
      <p:sp>
        <p:nvSpPr>
          <p:cNvPr id="25" name="Text 23"/>
          <p:cNvSpPr txBox="1"/>
          <p:nvPr/>
        </p:nvSpPr>
        <p:spPr>
          <a:xfrm>
            <a:off x="8817498" y="4119372"/>
            <a:ext cx="2585070" cy="914400"/>
          </a:xfrm>
          <a:prstGeom prst="rect">
            <a:avLst/>
          </a:prstGeom>
          <a:noFill/>
          <a:ln/>
        </p:spPr>
        <p:txBody>
          <a:bodyPr wrap="square" lIns="0" tIns="25400" rIns="25400" bIns="0" rtlCol="0" anchor="ctr">
            <a:normAutofit/>
          </a:bodyPr>
          <a:lstStyle/>
          <a:p>
            <a:pPr algn="l" indent="0" marL="0">
              <a:lnSpc>
                <a:spcPct val="92000"/>
              </a:lnSpc>
              <a:buNone/>
            </a:pPr>
            <a:r>
              <a:rPr lang="en-US" sz="1600" dirty="0">
                <a:solidFill>
                  <a:srgbClr val="1F2937"/>
                </a:solidFill>
                <a:latin typeface="Pretendard" pitchFamily="34" charset="0"/>
                <a:ea typeface="Pretendard" pitchFamily="34" charset="-122"/>
                <a:cs typeface="Pretendard" pitchFamily="34" charset="-120"/>
              </a:rPr>
              <a:t>PowerPoint Renderer</a:t>
            </a:r>
            <a:endParaRPr lang="en-US" sz="1600" dirty="0"/>
          </a:p>
        </p:txBody>
      </p:sp>
      <p:sp>
        <p:nvSpPr>
          <p:cNvPr id="26" name="Shape 24"/>
          <p:cNvSpPr/>
          <p:nvPr/>
        </p:nvSpPr>
        <p:spPr>
          <a:xfrm>
            <a:off x="4386072" y="3991356"/>
            <a:ext cx="3435096" cy="1170432"/>
          </a:xfrm>
          <a:prstGeom prst="roundRect">
            <a:avLst>
              <a:gd name="adj" fmla="val 4688"/>
            </a:avLst>
          </a:prstGeom>
          <a:solidFill>
            <a:srgbClr val="FBF7F2"/>
          </a:solidFill>
          <a:ln w="12700">
            <a:solidFill>
              <a:srgbClr val="0F766E"/>
            </a:solidFill>
            <a:prstDash val="solid"/>
          </a:ln>
          <a:effectLst>
            <a:outerShdw sx="100000" sy="100000" kx="0" ky="0" algn="bl" rotWithShape="0" blurRad="12700" dist="50800" dir="2700000">
              <a:srgbClr val="000000">
                <a:alpha val="12000"/>
              </a:srgbClr>
            </a:outerShdw>
          </a:effectLst>
        </p:spPr>
      </p:sp>
      <p:sp>
        <p:nvSpPr>
          <p:cNvPr id="27" name="Shape 25"/>
          <p:cNvSpPr/>
          <p:nvPr/>
        </p:nvSpPr>
        <p:spPr>
          <a:xfrm>
            <a:off x="4386072" y="3991356"/>
            <a:ext cx="3435096" cy="109728"/>
          </a:xfrm>
          <a:prstGeom prst="rect">
            <a:avLst/>
          </a:prstGeom>
          <a:solidFill>
            <a:srgbClr val="0F766E"/>
          </a:solidFill>
          <a:ln w="12700">
            <a:solidFill>
              <a:srgbClr val="0F766E">
                <a:alpha val="0"/>
              </a:srgbClr>
            </a:solidFill>
            <a:prstDash val="solid"/>
          </a:ln>
        </p:spPr>
      </p:sp>
      <p:sp>
        <p:nvSpPr>
          <p:cNvPr id="28" name="Shape 26"/>
          <p:cNvSpPr/>
          <p:nvPr/>
        </p:nvSpPr>
        <p:spPr>
          <a:xfrm>
            <a:off x="4550664" y="4389303"/>
            <a:ext cx="374538" cy="374538"/>
          </a:xfrm>
          <a:prstGeom prst="ellipse">
            <a:avLst/>
          </a:prstGeom>
          <a:solidFill>
            <a:srgbClr val="0F766E"/>
          </a:solidFill>
          <a:ln w="12700">
            <a:solidFill>
              <a:srgbClr val="0F766E">
                <a:alpha val="0"/>
              </a:srgbClr>
            </a:solidFill>
            <a:prstDash val="solid"/>
          </a:ln>
        </p:spPr>
      </p:sp>
      <p:sp>
        <p:nvSpPr>
          <p:cNvPr id="29" name="Text 27"/>
          <p:cNvSpPr txBox="1"/>
          <p:nvPr/>
        </p:nvSpPr>
        <p:spPr>
          <a:xfrm>
            <a:off x="4550664" y="4389303"/>
            <a:ext cx="374538" cy="374538"/>
          </a:xfrm>
          <a:prstGeom prst="rect">
            <a:avLst/>
          </a:prstGeom>
          <a:noFill/>
          <a:ln/>
        </p:spPr>
        <p:txBody>
          <a:bodyPr wrap="square" lIns="0" tIns="0" rIns="0" bIns="0" rtlCol="0" anchor="ctr"/>
          <a:lstStyle/>
          <a:p>
            <a:pPr algn="ctr" indent="0" marL="0">
              <a:lnSpc>
                <a:spcPct val="120000"/>
              </a:lnSpc>
              <a:buNone/>
            </a:pPr>
            <a:r>
              <a:rPr lang="en-US" sz="1500" b="1" dirty="0">
                <a:solidFill>
                  <a:srgbClr val="F7F3EF"/>
                </a:solidFill>
                <a:latin typeface="Pretendard" pitchFamily="34" charset="0"/>
                <a:ea typeface="Pretendard" pitchFamily="34" charset="-122"/>
                <a:cs typeface="Pretendard" pitchFamily="34" charset="-120"/>
              </a:rPr>
              <a:t>5</a:t>
            </a:r>
            <a:endParaRPr lang="en-US" sz="1500" dirty="0"/>
          </a:p>
        </p:txBody>
      </p:sp>
      <p:sp>
        <p:nvSpPr>
          <p:cNvPr id="30" name="Text 28"/>
          <p:cNvSpPr txBox="1"/>
          <p:nvPr/>
        </p:nvSpPr>
        <p:spPr>
          <a:xfrm>
            <a:off x="5071506" y="4119372"/>
            <a:ext cx="2585070" cy="914400"/>
          </a:xfrm>
          <a:prstGeom prst="rect">
            <a:avLst/>
          </a:prstGeom>
          <a:noFill/>
          <a:ln/>
        </p:spPr>
        <p:txBody>
          <a:bodyPr wrap="square" lIns="0" tIns="25400" rIns="25400" bIns="0" rtlCol="0" anchor="ctr">
            <a:normAutofit/>
          </a:bodyPr>
          <a:lstStyle/>
          <a:p>
            <a:pPr algn="l" indent="0" marL="0">
              <a:lnSpc>
                <a:spcPct val="92000"/>
              </a:lnSpc>
              <a:buNone/>
            </a:pPr>
            <a:r>
              <a:rPr lang="en-US" sz="1600" dirty="0">
                <a:solidFill>
                  <a:srgbClr val="1F2937"/>
                </a:solidFill>
                <a:latin typeface="Pretendard" pitchFamily="34" charset="0"/>
                <a:ea typeface="Pretendard" pitchFamily="34" charset="-122"/>
                <a:cs typeface="Pretendard" pitchFamily="34" charset="-120"/>
              </a:rPr>
              <a:t>Visual Validation</a:t>
            </a:r>
            <a:endParaRPr lang="en-US" sz="1600" dirty="0"/>
          </a:p>
        </p:txBody>
      </p:sp>
      <p:sp>
        <p:nvSpPr>
          <p:cNvPr id="31" name="Shape 29"/>
          <p:cNvSpPr/>
          <p:nvPr/>
        </p:nvSpPr>
        <p:spPr>
          <a:xfrm>
            <a:off x="4047744" y="3095244"/>
            <a:ext cx="365760" cy="0"/>
          </a:xfrm>
          <a:prstGeom prst="line">
            <a:avLst/>
          </a:prstGeom>
          <a:noFill/>
          <a:ln w="12700">
            <a:solidFill>
              <a:srgbClr val="763A0F"/>
            </a:solidFill>
            <a:prstDash val="solid"/>
            <a:tailEnd type="triangle"/>
          </a:ln>
        </p:spPr>
      </p:sp>
      <p:sp>
        <p:nvSpPr>
          <p:cNvPr id="32" name="Shape 30"/>
          <p:cNvSpPr/>
          <p:nvPr/>
        </p:nvSpPr>
        <p:spPr>
          <a:xfrm>
            <a:off x="7793736" y="3095244"/>
            <a:ext cx="365760" cy="0"/>
          </a:xfrm>
          <a:prstGeom prst="line">
            <a:avLst/>
          </a:prstGeom>
          <a:noFill/>
          <a:ln w="12700">
            <a:solidFill>
              <a:srgbClr val="763A0F"/>
            </a:solidFill>
            <a:prstDash val="solid"/>
            <a:tailEnd type="triangle"/>
          </a:ln>
        </p:spPr>
      </p:sp>
      <p:sp>
        <p:nvSpPr>
          <p:cNvPr id="33" name="Shape 31"/>
          <p:cNvSpPr/>
          <p:nvPr/>
        </p:nvSpPr>
        <p:spPr>
          <a:xfrm>
            <a:off x="9849612" y="3653028"/>
            <a:ext cx="0" cy="365760"/>
          </a:xfrm>
          <a:prstGeom prst="line">
            <a:avLst/>
          </a:prstGeom>
          <a:noFill/>
          <a:ln w="12700">
            <a:solidFill>
              <a:srgbClr val="763A0F"/>
            </a:solidFill>
            <a:prstDash val="solid"/>
            <a:tailEnd type="triangle"/>
          </a:ln>
        </p:spPr>
      </p:sp>
      <p:sp>
        <p:nvSpPr>
          <p:cNvPr id="34" name="Shape 32"/>
          <p:cNvSpPr/>
          <p:nvPr/>
        </p:nvSpPr>
        <p:spPr>
          <a:xfrm>
            <a:off x="7793736" y="4576572"/>
            <a:ext cx="365760" cy="0"/>
          </a:xfrm>
          <a:prstGeom prst="line">
            <a:avLst/>
          </a:prstGeom>
          <a:noFill/>
          <a:ln w="12700">
            <a:solidFill>
              <a:srgbClr val="763A0F"/>
            </a:solidFill>
            <a:prstDash val="solid"/>
            <a:headEnd type="triangle"/>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F"/>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0F766E"/>
          </a:solidFill>
          <a:ln w="12700">
            <a:solidFill>
              <a:srgbClr val="0F766E">
                <a:alpha val="0"/>
              </a:srgbClr>
            </a:solidFill>
            <a:prstDash val="solid"/>
          </a:ln>
        </p:spPr>
      </p:sp>
      <p:sp>
        <p:nvSpPr>
          <p:cNvPr id="3" name="Shape 1"/>
          <p:cNvSpPr/>
          <p:nvPr/>
        </p:nvSpPr>
        <p:spPr>
          <a:xfrm>
            <a:off x="11048695" y="256032"/>
            <a:ext cx="1143000" cy="73152"/>
          </a:xfrm>
          <a:prstGeom prst="rect">
            <a:avLst/>
          </a:prstGeom>
          <a:solidFill>
            <a:srgbClr val="760F4A"/>
          </a:solidFill>
          <a:ln w="12700">
            <a:solidFill>
              <a:srgbClr val="760F4A">
                <a:alpha val="0"/>
              </a:srgbClr>
            </a:solidFill>
            <a:prstDash val="solid"/>
          </a:ln>
        </p:spPr>
      </p:sp>
      <p:sp>
        <p:nvSpPr>
          <p:cNvPr id="4" name="Shape 2"/>
          <p:cNvSpPr/>
          <p:nvPr/>
        </p:nvSpPr>
        <p:spPr>
          <a:xfrm>
            <a:off x="731520" y="1207008"/>
            <a:ext cx="1325880" cy="54864"/>
          </a:xfrm>
          <a:prstGeom prst="rect">
            <a:avLst/>
          </a:prstGeom>
          <a:solidFill>
            <a:srgbClr val="763A0F"/>
          </a:solidFill>
          <a:ln w="12700">
            <a:solidFill>
              <a:srgbClr val="763A0F">
                <a:alpha val="0"/>
              </a:srgbClr>
            </a:solidFill>
            <a:prstDash val="solid"/>
          </a:ln>
        </p:spPr>
      </p:sp>
      <p:sp>
        <p:nvSpPr>
          <p:cNvPr id="5" name="Shape 3"/>
          <p:cNvSpPr/>
          <p:nvPr/>
        </p:nvSpPr>
        <p:spPr>
          <a:xfrm>
            <a:off x="749808" y="1508760"/>
            <a:ext cx="4617720" cy="3429000"/>
          </a:xfrm>
          <a:prstGeom prst="roundRect">
            <a:avLst>
              <a:gd name="adj" fmla="val 1600"/>
            </a:avLst>
          </a:prstGeom>
          <a:solidFill>
            <a:srgbClr val="FBF7F2"/>
          </a:solidFill>
          <a:ln w="12700">
            <a:solidFill>
              <a:srgbClr val="D6D0C2">
                <a:alpha val="90000"/>
              </a:srgbClr>
            </a:solidFill>
            <a:prstDash val="solid"/>
          </a:ln>
        </p:spPr>
      </p:sp>
      <p:sp>
        <p:nvSpPr>
          <p:cNvPr id="6" name="Shape 4"/>
          <p:cNvSpPr/>
          <p:nvPr/>
        </p:nvSpPr>
        <p:spPr>
          <a:xfrm>
            <a:off x="5577840" y="1572768"/>
            <a:ext cx="5532120" cy="2999232"/>
          </a:xfrm>
          <a:prstGeom prst="roundRect">
            <a:avLst>
              <a:gd name="adj" fmla="val 1829"/>
            </a:avLst>
          </a:prstGeom>
          <a:solidFill>
            <a:srgbClr val="FBF7F2"/>
          </a:solidFill>
          <a:ln w="12700">
            <a:solidFill>
              <a:srgbClr val="D6D0C2">
                <a:alpha val="90000"/>
              </a:srgbClr>
            </a:solidFill>
            <a:prstDash val="solid"/>
          </a:ln>
        </p:spPr>
      </p:sp>
      <p:sp>
        <p:nvSpPr>
          <p:cNvPr id="7" name="Text 5"/>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1F2937"/>
                </a:solidFill>
                <a:latin typeface="Pretendard" pitchFamily="34" charset="0"/>
                <a:ea typeface="Pretendard" pitchFamily="34" charset="-122"/>
                <a:cs typeface="Pretendard" pitchFamily="34" charset="-120"/>
              </a:rPr>
              <a:t>Chart And Table Coherence</a:t>
            </a:r>
            <a:endParaRPr lang="en-US" sz="3400" dirty="0"/>
          </a:p>
        </p:txBody>
      </p:sp>
      <p:graphicFrame>
        <p:nvGraphicFramePr>
          <p:cNvPr id="8" name="Chart 0" descr=""/>
          <p:cNvGraphicFramePr/>
          <p:nvPr/>
        </p:nvGraphicFramePr>
        <p:xfrm>
          <a:off x="877824" y="1655064"/>
          <a:ext cx="4361688" cy="3136392"/>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577840" y="1572768"/>
          <a:ext cx="5532120" cy="2999232"/>
        </p:xfrm>
        <a:graphic>
          <a:graphicData uri="http://schemas.openxmlformats.org/drawingml/2006/table">
            <a:tbl>
              <a:tblPr/>
              <a:tblGrid>
                <a:gridCol w="1844040"/>
                <a:gridCol w="1844040"/>
                <a:gridCol w="1844040"/>
              </a:tblGrid>
              <a:tr h="599846">
                <a:tc>
                  <a:txBody>
                    <a:bodyP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Area</a:t>
                      </a:r>
                      <a:endParaRPr lang="en-US" sz="16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solidFill>
                      <a:srgbClr val="0F766E"/>
                    </a:solidFill>
                  </a:tcPr>
                </a:tc>
                <a:tc>
                  <a:txBody>
                    <a:bodyP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MDPR-owned behavior</a:t>
                      </a:r>
                      <a:endParaRPr lang="en-US" sz="16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solidFill>
                      <a:srgbClr val="0F766E"/>
                    </a:solidFill>
                  </a:tcPr>
                </a:tc>
                <a:tc>
                  <a:txBody>
                    <a:bodyP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Skill-owned behavior</a:t>
                      </a:r>
                      <a:endParaRPr lang="en-US" sz="16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solidFill>
                      <a:srgbClr val="0F766E"/>
                    </a:solidFill>
                  </a:tcPr>
                </a:tc>
              </a:tr>
              <a:tr h="599846">
                <a:tc>
                  <a:txBody>
                    <a:bodyPr/>
                    <a:lstStyle/>
                    <a:p>
                      <a:pPr algn="l" indent="0" marL="0">
                        <a:buNone/>
                      </a:pPr>
                      <a:r>
                        <a:rPr lang="en-US" sz="1500" dirty="0">
                          <a:solidFill>
                            <a:srgbClr val="1F2937"/>
                          </a:solidFill>
                          <a:latin typeface="Pretendard" pitchFamily="34" charset="0"/>
                          <a:ea typeface="Pretendard" pitchFamily="34" charset="-122"/>
                          <a:cs typeface="Pretendard" pitchFamily="34" charset="-120"/>
                        </a:rPr>
                        <a:t>Theme</a:t>
                      </a:r>
                      <a:endParaRPr lang="en-US" sz="15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tcPr>
                </a:tc>
                <a:tc>
                  <a:txBody>
                    <a:bodyPr/>
                    <a:lstStyle/>
                    <a:p>
                      <a:pPr algn="l" indent="0" marL="0">
                        <a:buNone/>
                      </a:pPr>
                      <a:r>
                        <a:rPr lang="en-US" sz="1500" dirty="0">
                          <a:solidFill>
                            <a:srgbClr val="1F2937"/>
                          </a:solidFill>
                          <a:latin typeface="Pretendard" pitchFamily="34" charset="0"/>
                          <a:ea typeface="Pretendard" pitchFamily="34" charset="-122"/>
                          <a:cs typeface="Pretendard" pitchFamily="34" charset="-120"/>
                        </a:rPr>
                        <a:t>Adobe-style color combination and PPT theme colors</a:t>
                      </a:r>
                      <a:endParaRPr lang="en-US" sz="15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tcPr>
                </a:tc>
                <a:tc>
                  <a:txBody>
                    <a:bodyPr/>
                    <a:lstStyle/>
                    <a:p>
                      <a:pPr algn="l" indent="0" marL="0">
                        <a:buNone/>
                      </a:pPr>
                      <a:r>
                        <a:rPr lang="en-US" sz="1500" dirty="0">
                          <a:solidFill>
                            <a:srgbClr val="1F2937"/>
                          </a:solidFill>
                          <a:latin typeface="Pretendard" pitchFamily="34" charset="0"/>
                          <a:ea typeface="Pretendard" pitchFamily="34" charset="-122"/>
                          <a:cs typeface="Pretendard" pitchFamily="34" charset="-120"/>
                        </a:rPr>
                        <a:t>Suggest emphasis only</a:t>
                      </a:r>
                      <a:endParaRPr lang="en-US" sz="15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tcPr>
                </a:tc>
              </a:tr>
              <a:tr h="599846">
                <a:tc>
                  <a:txBody>
                    <a:bodyPr/>
                    <a:lstStyle/>
                    <a:p>
                      <a:pPr algn="l" indent="0" marL="0">
                        <a:buNone/>
                      </a:pPr>
                      <a:r>
                        <a:rPr lang="en-US" sz="1500" dirty="0">
                          <a:solidFill>
                            <a:srgbClr val="1F2937"/>
                          </a:solidFill>
                          <a:latin typeface="Pretendard" pitchFamily="34" charset="0"/>
                          <a:ea typeface="Pretendard" pitchFamily="34" charset="-122"/>
                          <a:cs typeface="Pretendard" pitchFamily="34" charset="-120"/>
                        </a:rPr>
                        <a:t>Chart</a:t>
                      </a:r>
                      <a:endParaRPr lang="en-US" sz="15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tcPr>
                </a:tc>
                <a:tc>
                  <a:txBody>
                    <a:bodyPr/>
                    <a:lstStyle/>
                    <a:p>
                      <a:pPr algn="l" indent="0" marL="0">
                        <a:buNone/>
                      </a:pPr>
                      <a:r>
                        <a:rPr lang="en-US" sz="1500" dirty="0">
                          <a:solidFill>
                            <a:srgbClr val="1F2937"/>
                          </a:solidFill>
                          <a:latin typeface="Pretendard" pitchFamily="34" charset="0"/>
                          <a:ea typeface="Pretendard" pitchFamily="34" charset="-122"/>
                          <a:cs typeface="Pretendard" pitchFamily="34" charset="-120"/>
                        </a:rPr>
                        <a:t>Native editable PowerPoint chart</a:t>
                      </a:r>
                      <a:endParaRPr lang="en-US" sz="15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tcPr>
                </a:tc>
                <a:tc>
                  <a:txBody>
                    <a:bodyPr/>
                    <a:lstStyle/>
                    <a:p>
                      <a:pPr algn="l" indent="0" marL="0">
                        <a:buNone/>
                      </a:pPr>
                      <a:r>
                        <a:rPr lang="en-US" sz="1500" dirty="0">
                          <a:solidFill>
                            <a:srgbClr val="1F2937"/>
                          </a:solidFill>
                          <a:latin typeface="Pretendard" pitchFamily="34" charset="0"/>
                          <a:ea typeface="Pretendard" pitchFamily="34" charset="-122"/>
                          <a:cs typeface="Pretendard" pitchFamily="34" charset="-120"/>
                        </a:rPr>
                        <a:t>Provide data importance hints</a:t>
                      </a:r>
                      <a:endParaRPr lang="en-US" sz="15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tcPr>
                </a:tc>
              </a:tr>
              <a:tr h="599846">
                <a:tc>
                  <a:txBody>
                    <a:bodyPr/>
                    <a:lstStyle/>
                    <a:p>
                      <a:pPr algn="l" indent="0" marL="0">
                        <a:buNone/>
                      </a:pPr>
                      <a:r>
                        <a:rPr lang="en-US" sz="1500" dirty="0">
                          <a:solidFill>
                            <a:srgbClr val="1F2937"/>
                          </a:solidFill>
                          <a:latin typeface="Pretendard" pitchFamily="34" charset="0"/>
                          <a:ea typeface="Pretendard" pitchFamily="34" charset="-122"/>
                          <a:cs typeface="Pretendard" pitchFamily="34" charset="-120"/>
                        </a:rPr>
                        <a:t>Table</a:t>
                      </a:r>
                      <a:endParaRPr lang="en-US" sz="15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tcPr>
                </a:tc>
                <a:tc>
                  <a:txBody>
                    <a:bodyPr/>
                    <a:lstStyle/>
                    <a:p>
                      <a:pPr algn="l" indent="0" marL="0">
                        <a:buNone/>
                      </a:pPr>
                      <a:r>
                        <a:rPr lang="en-US" sz="1500" dirty="0">
                          <a:solidFill>
                            <a:srgbClr val="1F2937"/>
                          </a:solidFill>
                          <a:latin typeface="Pretendard" pitchFamily="34" charset="0"/>
                          <a:ea typeface="Pretendard" pitchFamily="34" charset="-122"/>
                          <a:cs typeface="Pretendard" pitchFamily="34" charset="-120"/>
                        </a:rPr>
                        <a:t>Middle vertical alignment and compact text</a:t>
                      </a:r>
                      <a:endParaRPr lang="en-US" sz="15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tcPr>
                </a:tc>
                <a:tc>
                  <a:txBody>
                    <a:bodyPr/>
                    <a:lstStyle/>
                    <a:p>
                      <a:pPr algn="l" indent="0" marL="0">
                        <a:buNone/>
                      </a:pPr>
                      <a:r>
                        <a:rPr lang="en-US" sz="1500" dirty="0">
                          <a:solidFill>
                            <a:srgbClr val="1F2937"/>
                          </a:solidFill>
                          <a:latin typeface="Pretendard" pitchFamily="34" charset="0"/>
                          <a:ea typeface="Pretendard" pitchFamily="34" charset="-122"/>
                          <a:cs typeface="Pretendard" pitchFamily="34" charset="-120"/>
                        </a:rPr>
                        <a:t>Identify comparison intent</a:t>
                      </a:r>
                      <a:endParaRPr lang="en-US" sz="15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tcPr>
                </a:tc>
              </a:tr>
              <a:tr h="599846">
                <a:tc>
                  <a:txBody>
                    <a:bodyPr/>
                    <a:lstStyle/>
                    <a:p>
                      <a:pPr algn="l" indent="0" marL="0">
                        <a:buNone/>
                      </a:pPr>
                      <a:r>
                        <a:rPr lang="en-US" sz="1500" dirty="0">
                          <a:solidFill>
                            <a:srgbClr val="1F2937"/>
                          </a:solidFill>
                          <a:latin typeface="Pretendard" pitchFamily="34" charset="0"/>
                          <a:ea typeface="Pretendard" pitchFamily="34" charset="-122"/>
                          <a:cs typeface="Pretendard" pitchFamily="34" charset="-120"/>
                        </a:rPr>
                        <a:t>Layout</a:t>
                      </a:r>
                      <a:endParaRPr lang="en-US" sz="15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tcPr>
                </a:tc>
                <a:tc>
                  <a:txBody>
                    <a:bodyPr/>
                    <a:lstStyle/>
                    <a:p>
                      <a:pPr algn="l" indent="0" marL="0">
                        <a:buNone/>
                      </a:pPr>
                      <a:r>
                        <a:rPr lang="en-US" sz="1500" dirty="0">
                          <a:solidFill>
                            <a:srgbClr val="1F2937"/>
                          </a:solidFill>
                          <a:latin typeface="Pretendard" pitchFamily="34" charset="0"/>
                          <a:ea typeface="Pretendard" pitchFamily="34" charset="-122"/>
                          <a:cs typeface="Pretendard" pitchFamily="34" charset="-120"/>
                        </a:rPr>
                        <a:t>No chart/table split across slides</a:t>
                      </a:r>
                      <a:endParaRPr lang="en-US" sz="15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tcPr>
                </a:tc>
                <a:tc>
                  <a:txBody>
                    <a:bodyPr/>
                    <a:lstStyle/>
                    <a:p>
                      <a:pPr algn="l" indent="0" marL="0">
                        <a:buNone/>
                      </a:pPr>
                      <a:r>
                        <a:rPr lang="en-US" sz="1500" dirty="0">
                          <a:solidFill>
                            <a:srgbClr val="1F2937"/>
                          </a:solidFill>
                          <a:latin typeface="Pretendard" pitchFamily="34" charset="0"/>
                          <a:ea typeface="Pretendard" pitchFamily="34" charset="-122"/>
                          <a:cs typeface="Pretendard" pitchFamily="34" charset="-120"/>
                        </a:rPr>
                        <a:t>Warn about visual density</a:t>
                      </a:r>
                      <a:endParaRPr lang="en-US" sz="1500" dirty="0">
                        <a:latin typeface="Pretendard" charset="0"/>
                        <a:ea typeface="Pretendard" charset="0"/>
                        <a:cs typeface="Pretendard" charset="0"/>
                      </a:endParaRPr>
                    </a:p>
                  </a:txBody>
                  <a:tcPr marL="54864" marR="54864" marT="36576" marB="36576" anchor="ctr">
                    <a:lnL w="12700" cap="flat" cmpd="sng" algn="ctr">
                      <a:solidFill>
                        <a:srgbClr val="D6D0C2"/>
                      </a:solidFill>
                      <a:prstDash val="solid"/>
                      <a:round/>
                      <a:headEnd type="none" w="med" len="med"/>
                      <a:tailEnd type="none" w="med" len="med"/>
                    </a:lnL>
                    <a:lnR w="12700" cap="flat" cmpd="sng" algn="ctr">
                      <a:solidFill>
                        <a:srgbClr val="D6D0C2"/>
                      </a:solidFill>
                      <a:prstDash val="solid"/>
                      <a:round/>
                      <a:headEnd type="none" w="med" len="med"/>
                      <a:tailEnd type="none" w="med" len="med"/>
                    </a:lnR>
                    <a:lnT w="12700" cap="flat" cmpd="sng" algn="ctr">
                      <a:solidFill>
                        <a:srgbClr val="D6D0C2"/>
                      </a:solidFill>
                      <a:prstDash val="solid"/>
                      <a:round/>
                      <a:headEnd type="none" w="med" len="med"/>
                      <a:tailEnd type="none" w="med" len="med"/>
                    </a:lnT>
                    <a:lnB w="12700" cap="flat" cmpd="sng" algn="ctr">
                      <a:solidFill>
                        <a:srgbClr val="D6D0C2"/>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F"/>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0F766E"/>
          </a:solidFill>
          <a:ln w="12700">
            <a:solidFill>
              <a:srgbClr val="0F766E">
                <a:alpha val="0"/>
              </a:srgbClr>
            </a:solidFill>
            <a:prstDash val="solid"/>
          </a:ln>
        </p:spPr>
      </p:sp>
      <p:sp>
        <p:nvSpPr>
          <p:cNvPr id="3" name="Shape 1"/>
          <p:cNvSpPr/>
          <p:nvPr/>
        </p:nvSpPr>
        <p:spPr>
          <a:xfrm>
            <a:off x="11048695" y="256032"/>
            <a:ext cx="1143000" cy="73152"/>
          </a:xfrm>
          <a:prstGeom prst="rect">
            <a:avLst/>
          </a:prstGeom>
          <a:solidFill>
            <a:srgbClr val="760F4A"/>
          </a:solidFill>
          <a:ln w="12700">
            <a:solidFill>
              <a:srgbClr val="760F4A">
                <a:alpha val="0"/>
              </a:srgbClr>
            </a:solidFill>
            <a:prstDash val="solid"/>
          </a:ln>
        </p:spPr>
      </p:sp>
      <p:sp>
        <p:nvSpPr>
          <p:cNvPr id="4" name="Shape 2"/>
          <p:cNvSpPr/>
          <p:nvPr/>
        </p:nvSpPr>
        <p:spPr>
          <a:xfrm>
            <a:off x="731520" y="1207008"/>
            <a:ext cx="1325880" cy="54864"/>
          </a:xfrm>
          <a:prstGeom prst="rect">
            <a:avLst/>
          </a:prstGeom>
          <a:solidFill>
            <a:srgbClr val="763A0F"/>
          </a:solidFill>
          <a:ln w="12700">
            <a:solidFill>
              <a:srgbClr val="763A0F">
                <a:alpha val="0"/>
              </a:srgbClr>
            </a:solidFill>
            <a:prstDash val="solid"/>
          </a:ln>
        </p:spPr>
      </p:sp>
      <p:sp>
        <p:nvSpPr>
          <p:cNvPr id="5" name="Shape 3"/>
          <p:cNvSpPr/>
          <p:nvPr/>
        </p:nvSpPr>
        <p:spPr>
          <a:xfrm>
            <a:off x="822960" y="1572768"/>
            <a:ext cx="6629400" cy="73152"/>
          </a:xfrm>
          <a:prstGeom prst="rect">
            <a:avLst/>
          </a:prstGeom>
          <a:solidFill>
            <a:srgbClr val="0F766E"/>
          </a:solidFill>
          <a:ln w="12700">
            <a:solidFill>
              <a:srgbClr val="0F766E">
                <a:alpha val="0"/>
              </a:srgbClr>
            </a:solidFill>
            <a:prstDash val="solid"/>
          </a:ln>
        </p:spPr>
      </p:sp>
      <p:sp>
        <p:nvSpPr>
          <p:cNvPr id="6" name="Shape 4"/>
          <p:cNvSpPr/>
          <p:nvPr/>
        </p:nvSpPr>
        <p:spPr>
          <a:xfrm>
            <a:off x="7955280" y="1993392"/>
            <a:ext cx="2139696" cy="2139696"/>
          </a:xfrm>
          <a:prstGeom prst="roundRect">
            <a:avLst>
              <a:gd name="adj" fmla="val 3419"/>
            </a:avLst>
          </a:prstGeom>
          <a:solidFill>
            <a:srgbClr val="FBF7F2"/>
          </a:solidFill>
          <a:ln w="12700">
            <a:solidFill>
              <a:srgbClr val="D6D0C2"/>
            </a:solidFill>
            <a:prstDash val="solid"/>
          </a:ln>
          <a:effectLst>
            <a:outerShdw sx="100000" sy="100000" kx="0" ky="0" algn="bl" rotWithShape="0" blurRad="12700" dist="50800" dir="2700000">
              <a:srgbClr val="000000">
                <a:alpha val="8000"/>
              </a:srgbClr>
            </a:outerShdw>
          </a:effectLst>
        </p:spPr>
      </p:sp>
      <p:sp>
        <p:nvSpPr>
          <p:cNvPr id="7" name="Shape 5"/>
          <p:cNvSpPr/>
          <p:nvPr/>
        </p:nvSpPr>
        <p:spPr>
          <a:xfrm>
            <a:off x="8511601" y="2464125"/>
            <a:ext cx="575150" cy="742902"/>
          </a:xfrm>
          <a:prstGeom prst="roundRect">
            <a:avLst>
              <a:gd name="adj" fmla="val 6359"/>
            </a:avLst>
          </a:prstGeom>
          <a:solidFill>
            <a:srgbClr val="1F2937"/>
          </a:solidFill>
          <a:ln w="12700">
            <a:solidFill>
              <a:srgbClr val="1F2937">
                <a:alpha val="0"/>
              </a:srgbClr>
            </a:solidFill>
            <a:prstDash val="solid"/>
          </a:ln>
        </p:spPr>
      </p:sp>
      <p:sp>
        <p:nvSpPr>
          <p:cNvPr id="8" name="Shape 6"/>
          <p:cNvSpPr/>
          <p:nvPr/>
        </p:nvSpPr>
        <p:spPr>
          <a:xfrm>
            <a:off x="8655389" y="2655842"/>
            <a:ext cx="299557" cy="41938"/>
          </a:xfrm>
          <a:prstGeom prst="rect">
            <a:avLst/>
          </a:prstGeom>
          <a:solidFill>
            <a:srgbClr val="FBF7F2"/>
          </a:solidFill>
          <a:ln w="12700">
            <a:solidFill>
              <a:srgbClr val="FBF7F2">
                <a:alpha val="0"/>
              </a:srgbClr>
            </a:solidFill>
            <a:prstDash val="solid"/>
          </a:ln>
        </p:spPr>
      </p:sp>
      <p:sp>
        <p:nvSpPr>
          <p:cNvPr id="9" name="Shape 7"/>
          <p:cNvSpPr/>
          <p:nvPr/>
        </p:nvSpPr>
        <p:spPr>
          <a:xfrm>
            <a:off x="8655389" y="2811612"/>
            <a:ext cx="299557" cy="41938"/>
          </a:xfrm>
          <a:prstGeom prst="rect">
            <a:avLst/>
          </a:prstGeom>
          <a:solidFill>
            <a:srgbClr val="FBF7F2"/>
          </a:solidFill>
          <a:ln w="12700">
            <a:solidFill>
              <a:srgbClr val="FBF7F2">
                <a:alpha val="0"/>
              </a:srgbClr>
            </a:solidFill>
            <a:prstDash val="solid"/>
          </a:ln>
        </p:spPr>
      </p:sp>
      <p:sp>
        <p:nvSpPr>
          <p:cNvPr id="10" name="Shape 8"/>
          <p:cNvSpPr/>
          <p:nvPr/>
        </p:nvSpPr>
        <p:spPr>
          <a:xfrm>
            <a:off x="8655389" y="2967382"/>
            <a:ext cx="299557" cy="41938"/>
          </a:xfrm>
          <a:prstGeom prst="rect">
            <a:avLst/>
          </a:prstGeom>
          <a:solidFill>
            <a:srgbClr val="FBF7F2"/>
          </a:solidFill>
          <a:ln w="12700">
            <a:solidFill>
              <a:srgbClr val="FBF7F2">
                <a:alpha val="0"/>
              </a:srgbClr>
            </a:solidFill>
            <a:prstDash val="solid"/>
          </a:ln>
        </p:spPr>
      </p:sp>
      <p:sp>
        <p:nvSpPr>
          <p:cNvPr id="11" name="Shape 9"/>
          <p:cNvSpPr/>
          <p:nvPr/>
        </p:nvSpPr>
        <p:spPr>
          <a:xfrm>
            <a:off x="822960" y="1572768"/>
            <a:ext cx="6629400" cy="3310128"/>
          </a:xfrm>
          <a:prstGeom prst="roundRect">
            <a:avLst>
              <a:gd name="adj" fmla="val 1657"/>
            </a:avLst>
          </a:prstGeom>
          <a:solidFill>
            <a:srgbClr val="FBF7F2"/>
          </a:solidFill>
          <a:ln w="12700">
            <a:solidFill>
              <a:srgbClr val="D6D0C2">
                <a:alpha val="90000"/>
              </a:srgbClr>
            </a:solidFill>
            <a:prstDash val="solid"/>
          </a:ln>
        </p:spPr>
      </p:sp>
      <p:sp>
        <p:nvSpPr>
          <p:cNvPr id="12" name="Text 10"/>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1F2937"/>
                </a:solidFill>
                <a:latin typeface="Pretendard" pitchFamily="34" charset="0"/>
                <a:ea typeface="Pretendard" pitchFamily="34" charset="-122"/>
                <a:cs typeface="Pretendard" pitchFamily="34" charset="-120"/>
              </a:rPr>
              <a:t>Text Only Relief</a:t>
            </a:r>
            <a:endParaRPr lang="en-US" sz="3400" dirty="0"/>
          </a:p>
        </p:txBody>
      </p:sp>
      <p:sp>
        <p:nvSpPr>
          <p:cNvPr id="13" name="Text 11"/>
          <p:cNvSpPr txBox="1"/>
          <p:nvPr/>
        </p:nvSpPr>
        <p:spPr>
          <a:xfrm>
            <a:off x="1115568" y="1773936"/>
            <a:ext cx="6044184" cy="2907792"/>
          </a:xfrm>
          <a:prstGeom prst="rect">
            <a:avLst/>
          </a:prstGeom>
          <a:noFill/>
          <a:ln/>
        </p:spPr>
        <p:txBody>
          <a:bodyPr wrap="square" lIns="0" tIns="25400" rIns="25400" bIns="0" rtlCol="0" anchor="ctr">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Long text-only slides should not become plain prose walls. MDPR can add a restrained black or white icon aside, keep it secondary, and preserve enough breathing room around the copy. The icon is decorative, the text remains editable, and the minimum readable font size is still enforced by the renderer.</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F"/>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0F766E"/>
          </a:solidFill>
          <a:ln w="12700">
            <a:solidFill>
              <a:srgbClr val="0F766E">
                <a:alpha val="0"/>
              </a:srgbClr>
            </a:solidFill>
            <a:prstDash val="solid"/>
          </a:ln>
        </p:spPr>
      </p:sp>
      <p:sp>
        <p:nvSpPr>
          <p:cNvPr id="3" name="Shape 1"/>
          <p:cNvSpPr/>
          <p:nvPr/>
        </p:nvSpPr>
        <p:spPr>
          <a:xfrm>
            <a:off x="11048695" y="256032"/>
            <a:ext cx="1143000" cy="73152"/>
          </a:xfrm>
          <a:prstGeom prst="rect">
            <a:avLst/>
          </a:prstGeom>
          <a:solidFill>
            <a:srgbClr val="760F4A"/>
          </a:solidFill>
          <a:ln w="12700">
            <a:solidFill>
              <a:srgbClr val="760F4A">
                <a:alpha val="0"/>
              </a:srgbClr>
            </a:solidFill>
            <a:prstDash val="solid"/>
          </a:ln>
        </p:spPr>
      </p:sp>
      <p:sp>
        <p:nvSpPr>
          <p:cNvPr id="4" name="Shape 2"/>
          <p:cNvSpPr/>
          <p:nvPr/>
        </p:nvSpPr>
        <p:spPr>
          <a:xfrm>
            <a:off x="731520" y="1207008"/>
            <a:ext cx="1325880" cy="54864"/>
          </a:xfrm>
          <a:prstGeom prst="rect">
            <a:avLst/>
          </a:prstGeom>
          <a:solidFill>
            <a:srgbClr val="763A0F"/>
          </a:solidFill>
          <a:ln w="12700">
            <a:solidFill>
              <a:srgbClr val="763A0F">
                <a:alpha val="0"/>
              </a:srgbClr>
            </a:solidFill>
            <a:prstDash val="solid"/>
          </a:ln>
        </p:spPr>
      </p:sp>
      <p:sp>
        <p:nvSpPr>
          <p:cNvPr id="5" name="Shape 3"/>
          <p:cNvSpPr/>
          <p:nvPr/>
        </p:nvSpPr>
        <p:spPr>
          <a:xfrm>
            <a:off x="822960" y="1463040"/>
            <a:ext cx="73152" cy="1920240"/>
          </a:xfrm>
          <a:prstGeom prst="rect">
            <a:avLst/>
          </a:prstGeom>
          <a:solidFill>
            <a:srgbClr val="0F766E"/>
          </a:solidFill>
          <a:ln w="12700">
            <a:solidFill>
              <a:srgbClr val="0F766E">
                <a:alpha val="0"/>
              </a:srgbClr>
            </a:solidFill>
            <a:prstDash val="solid"/>
          </a:ln>
        </p:spPr>
      </p:sp>
      <p:sp>
        <p:nvSpPr>
          <p:cNvPr id="6" name="Shape 4"/>
          <p:cNvSpPr/>
          <p:nvPr/>
        </p:nvSpPr>
        <p:spPr>
          <a:xfrm>
            <a:off x="6309360" y="1463040"/>
            <a:ext cx="73152" cy="1920240"/>
          </a:xfrm>
          <a:prstGeom prst="rect">
            <a:avLst/>
          </a:prstGeom>
          <a:solidFill>
            <a:srgbClr val="760F4A"/>
          </a:solidFill>
          <a:ln w="12700">
            <a:solidFill>
              <a:srgbClr val="760F4A">
                <a:alpha val="0"/>
              </a:srgbClr>
            </a:solidFill>
            <a:prstDash val="solid"/>
          </a:ln>
        </p:spPr>
      </p:sp>
      <p:sp>
        <p:nvSpPr>
          <p:cNvPr id="7" name="Shape 5"/>
          <p:cNvSpPr/>
          <p:nvPr/>
        </p:nvSpPr>
        <p:spPr>
          <a:xfrm>
            <a:off x="822960" y="3749040"/>
            <a:ext cx="73152" cy="1920240"/>
          </a:xfrm>
          <a:prstGeom prst="rect">
            <a:avLst/>
          </a:prstGeom>
          <a:solidFill>
            <a:srgbClr val="0F766E"/>
          </a:solidFill>
          <a:ln w="12700">
            <a:solidFill>
              <a:srgbClr val="0F766E">
                <a:alpha val="0"/>
              </a:srgbClr>
            </a:solidFill>
            <a:prstDash val="solid"/>
          </a:ln>
        </p:spPr>
      </p:sp>
      <p:sp>
        <p:nvSpPr>
          <p:cNvPr id="8" name="Shape 6"/>
          <p:cNvSpPr/>
          <p:nvPr/>
        </p:nvSpPr>
        <p:spPr>
          <a:xfrm>
            <a:off x="6309360" y="3749040"/>
            <a:ext cx="73152" cy="1920240"/>
          </a:xfrm>
          <a:prstGeom prst="rect">
            <a:avLst/>
          </a:prstGeom>
          <a:solidFill>
            <a:srgbClr val="760F4A"/>
          </a:solidFill>
          <a:ln w="12700">
            <a:solidFill>
              <a:srgbClr val="760F4A">
                <a:alpha val="0"/>
              </a:srgbClr>
            </a:solidFill>
            <a:prstDash val="solid"/>
          </a:ln>
        </p:spPr>
      </p:sp>
      <p:sp>
        <p:nvSpPr>
          <p:cNvPr id="9" name="Shape 7"/>
          <p:cNvSpPr/>
          <p:nvPr/>
        </p:nvSpPr>
        <p:spPr>
          <a:xfrm>
            <a:off x="822960" y="1463040"/>
            <a:ext cx="5029200" cy="1920240"/>
          </a:xfrm>
          <a:prstGeom prst="roundRect">
            <a:avLst>
              <a:gd name="adj" fmla="val 2857"/>
            </a:avLst>
          </a:prstGeom>
          <a:solidFill>
            <a:srgbClr val="FBF7F2"/>
          </a:solidFill>
          <a:ln w="12700">
            <a:solidFill>
              <a:srgbClr val="D6D0C2">
                <a:alpha val="90000"/>
              </a:srgbClr>
            </a:solidFill>
            <a:prstDash val="solid"/>
          </a:ln>
        </p:spPr>
      </p:sp>
      <p:sp>
        <p:nvSpPr>
          <p:cNvPr id="10" name="Shape 8"/>
          <p:cNvSpPr/>
          <p:nvPr/>
        </p:nvSpPr>
        <p:spPr>
          <a:xfrm>
            <a:off x="6309360" y="1463040"/>
            <a:ext cx="5029200" cy="1920240"/>
          </a:xfrm>
          <a:prstGeom prst="roundRect">
            <a:avLst>
              <a:gd name="adj" fmla="val 2857"/>
            </a:avLst>
          </a:prstGeom>
          <a:solidFill>
            <a:srgbClr val="FBF7F2"/>
          </a:solidFill>
          <a:ln w="12700">
            <a:solidFill>
              <a:srgbClr val="D6D0C2">
                <a:alpha val="90000"/>
              </a:srgbClr>
            </a:solidFill>
            <a:prstDash val="solid"/>
          </a:ln>
        </p:spPr>
      </p:sp>
      <p:sp>
        <p:nvSpPr>
          <p:cNvPr id="11" name="Shape 9"/>
          <p:cNvSpPr/>
          <p:nvPr/>
        </p:nvSpPr>
        <p:spPr>
          <a:xfrm>
            <a:off x="822960" y="3749040"/>
            <a:ext cx="5029200" cy="1920240"/>
          </a:xfrm>
          <a:prstGeom prst="roundRect">
            <a:avLst>
              <a:gd name="adj" fmla="val 2857"/>
            </a:avLst>
          </a:prstGeom>
          <a:solidFill>
            <a:srgbClr val="FBF7F2"/>
          </a:solidFill>
          <a:ln w="12700">
            <a:solidFill>
              <a:srgbClr val="D6D0C2">
                <a:alpha val="90000"/>
              </a:srgbClr>
            </a:solidFill>
            <a:prstDash val="solid"/>
          </a:ln>
        </p:spPr>
      </p:sp>
      <p:sp>
        <p:nvSpPr>
          <p:cNvPr id="12" name="Shape 10"/>
          <p:cNvSpPr/>
          <p:nvPr/>
        </p:nvSpPr>
        <p:spPr>
          <a:xfrm>
            <a:off x="6309360" y="3749040"/>
            <a:ext cx="5029200" cy="1920240"/>
          </a:xfrm>
          <a:prstGeom prst="roundRect">
            <a:avLst>
              <a:gd name="adj" fmla="val 2857"/>
            </a:avLst>
          </a:prstGeom>
          <a:solidFill>
            <a:srgbClr val="FBF7F2"/>
          </a:solidFill>
          <a:ln w="12700">
            <a:solidFill>
              <a:srgbClr val="D6D0C2">
                <a:alpha val="90000"/>
              </a:srgbClr>
            </a:solidFill>
            <a:prstDash val="solid"/>
          </a:ln>
        </p:spPr>
      </p:sp>
      <p:sp>
        <p:nvSpPr>
          <p:cNvPr id="13" name="Text 11"/>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1F2937"/>
                </a:solidFill>
                <a:latin typeface="Pretendard" pitchFamily="34" charset="0"/>
                <a:ea typeface="Pretendard" pitchFamily="34" charset="-122"/>
                <a:cs typeface="Pretendard" pitchFamily="34" charset="-120"/>
              </a:rPr>
              <a:t>Visual Rules</a:t>
            </a:r>
            <a:endParaRPr lang="en-US" sz="3400" dirty="0"/>
          </a:p>
        </p:txBody>
      </p:sp>
      <p:sp>
        <p:nvSpPr>
          <p:cNvPr id="14" name="Shape 12"/>
          <p:cNvSpPr/>
          <p:nvPr/>
        </p:nvSpPr>
        <p:spPr>
          <a:xfrm>
            <a:off x="976122" y="2130552"/>
            <a:ext cx="585216" cy="585216"/>
          </a:xfrm>
          <a:prstGeom prst="roundRect">
            <a:avLst>
              <a:gd name="adj" fmla="val 6250"/>
            </a:avLst>
          </a:prstGeom>
          <a:solidFill>
            <a:srgbClr val="F7F3EF"/>
          </a:solidFill>
          <a:ln w="12700">
            <a:solidFill>
              <a:srgbClr val="D6D0C2"/>
            </a:solidFill>
            <a:prstDash val="solid"/>
          </a:ln>
        </p:spPr>
      </p:sp>
      <p:sp>
        <p:nvSpPr>
          <p:cNvPr id="15" name="Shape 13"/>
          <p:cNvSpPr/>
          <p:nvPr/>
        </p:nvSpPr>
        <p:spPr>
          <a:xfrm>
            <a:off x="1101943" y="2238817"/>
            <a:ext cx="210678" cy="272125"/>
          </a:xfrm>
          <a:prstGeom prst="roundRect">
            <a:avLst>
              <a:gd name="adj" fmla="val 17361"/>
            </a:avLst>
          </a:prstGeom>
          <a:solidFill>
            <a:srgbClr val="1F2937"/>
          </a:solidFill>
          <a:ln w="12700">
            <a:solidFill>
              <a:srgbClr val="1F2937">
                <a:alpha val="0"/>
              </a:srgbClr>
            </a:solidFill>
            <a:prstDash val="solid"/>
          </a:ln>
        </p:spPr>
      </p:sp>
      <p:sp>
        <p:nvSpPr>
          <p:cNvPr id="16" name="Shape 14"/>
          <p:cNvSpPr/>
          <p:nvPr/>
        </p:nvSpPr>
        <p:spPr>
          <a:xfrm>
            <a:off x="1154613" y="2309043"/>
            <a:ext cx="109728" cy="15362"/>
          </a:xfrm>
          <a:prstGeom prst="rect">
            <a:avLst/>
          </a:prstGeom>
          <a:solidFill>
            <a:srgbClr val="F7F3EF"/>
          </a:solidFill>
          <a:ln w="12700">
            <a:solidFill>
              <a:srgbClr val="F7F3EF">
                <a:alpha val="0"/>
              </a:srgbClr>
            </a:solidFill>
            <a:prstDash val="solid"/>
          </a:ln>
        </p:spPr>
      </p:sp>
      <p:sp>
        <p:nvSpPr>
          <p:cNvPr id="17" name="Shape 15"/>
          <p:cNvSpPr/>
          <p:nvPr/>
        </p:nvSpPr>
        <p:spPr>
          <a:xfrm>
            <a:off x="1154613" y="2366101"/>
            <a:ext cx="109728" cy="15362"/>
          </a:xfrm>
          <a:prstGeom prst="rect">
            <a:avLst/>
          </a:prstGeom>
          <a:solidFill>
            <a:srgbClr val="F7F3EF"/>
          </a:solidFill>
          <a:ln w="12700">
            <a:solidFill>
              <a:srgbClr val="F7F3EF">
                <a:alpha val="0"/>
              </a:srgbClr>
            </a:solidFill>
            <a:prstDash val="solid"/>
          </a:ln>
        </p:spPr>
      </p:sp>
      <p:sp>
        <p:nvSpPr>
          <p:cNvPr id="18" name="Shape 16"/>
          <p:cNvSpPr/>
          <p:nvPr/>
        </p:nvSpPr>
        <p:spPr>
          <a:xfrm>
            <a:off x="1154613" y="2423160"/>
            <a:ext cx="109728" cy="15362"/>
          </a:xfrm>
          <a:prstGeom prst="rect">
            <a:avLst/>
          </a:prstGeom>
          <a:solidFill>
            <a:srgbClr val="F7F3EF"/>
          </a:solidFill>
          <a:ln w="12700">
            <a:solidFill>
              <a:srgbClr val="F7F3EF">
                <a:alpha val="0"/>
              </a:srgbClr>
            </a:solidFill>
            <a:prstDash val="solid"/>
          </a:ln>
        </p:spPr>
      </p:sp>
      <p:sp>
        <p:nvSpPr>
          <p:cNvPr id="19" name="Text 17"/>
          <p:cNvSpPr txBox="1"/>
          <p:nvPr/>
        </p:nvSpPr>
        <p:spPr>
          <a:xfrm>
            <a:off x="1689354" y="1627632"/>
            <a:ext cx="3961638" cy="1591056"/>
          </a:xfrm>
          <a:prstGeom prst="rect">
            <a:avLst/>
          </a:prstGeom>
          <a:noFill/>
          <a:ln/>
        </p:spPr>
        <p:txBody>
          <a:bodyPr wrap="square" lIns="0" tIns="25400" rIns="25400" bIns="0" rtlCol="0" anchor="ctr">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Parent labels use font sizes greater than or equal to child labels.</a:t>
            </a:r>
            <a:endParaRPr lang="en-US" sz="2200" dirty="0"/>
          </a:p>
        </p:txBody>
      </p:sp>
      <p:sp>
        <p:nvSpPr>
          <p:cNvPr id="20" name="Shape 18"/>
          <p:cNvSpPr/>
          <p:nvPr/>
        </p:nvSpPr>
        <p:spPr>
          <a:xfrm>
            <a:off x="6462522" y="2130552"/>
            <a:ext cx="585216" cy="585216"/>
          </a:xfrm>
          <a:prstGeom prst="roundRect">
            <a:avLst>
              <a:gd name="adj" fmla="val 6250"/>
            </a:avLst>
          </a:prstGeom>
          <a:solidFill>
            <a:srgbClr val="F7F3EF"/>
          </a:solidFill>
          <a:ln w="12700">
            <a:solidFill>
              <a:srgbClr val="D6D0C2"/>
            </a:solidFill>
            <a:prstDash val="solid"/>
          </a:ln>
        </p:spPr>
      </p:sp>
      <p:sp>
        <p:nvSpPr>
          <p:cNvPr id="21" name="Shape 19"/>
          <p:cNvSpPr/>
          <p:nvPr/>
        </p:nvSpPr>
        <p:spPr>
          <a:xfrm>
            <a:off x="6588343" y="2361712"/>
            <a:ext cx="79004" cy="79004"/>
          </a:xfrm>
          <a:prstGeom prst="ellipse">
            <a:avLst/>
          </a:prstGeom>
          <a:solidFill>
            <a:srgbClr val="1F2937"/>
          </a:solidFill>
          <a:ln w="12700">
            <a:solidFill>
              <a:srgbClr val="1F2937">
                <a:alpha val="0"/>
              </a:srgbClr>
            </a:solidFill>
            <a:prstDash val="solid"/>
          </a:ln>
        </p:spPr>
      </p:sp>
      <p:sp>
        <p:nvSpPr>
          <p:cNvPr id="22" name="Shape 20"/>
          <p:cNvSpPr/>
          <p:nvPr/>
        </p:nvSpPr>
        <p:spPr>
          <a:xfrm>
            <a:off x="6755130" y="2361712"/>
            <a:ext cx="79004" cy="79004"/>
          </a:xfrm>
          <a:prstGeom prst="ellipse">
            <a:avLst/>
          </a:prstGeom>
          <a:solidFill>
            <a:srgbClr val="1F2937"/>
          </a:solidFill>
          <a:ln w="12700">
            <a:solidFill>
              <a:srgbClr val="1F2937">
                <a:alpha val="0"/>
              </a:srgbClr>
            </a:solidFill>
            <a:prstDash val="solid"/>
          </a:ln>
        </p:spPr>
      </p:sp>
      <p:sp>
        <p:nvSpPr>
          <p:cNvPr id="23" name="Shape 21"/>
          <p:cNvSpPr/>
          <p:nvPr/>
        </p:nvSpPr>
        <p:spPr>
          <a:xfrm>
            <a:off x="6921917" y="2361712"/>
            <a:ext cx="79004" cy="79004"/>
          </a:xfrm>
          <a:prstGeom prst="ellipse">
            <a:avLst/>
          </a:prstGeom>
          <a:solidFill>
            <a:srgbClr val="1F2937"/>
          </a:solidFill>
          <a:ln w="12700">
            <a:solidFill>
              <a:srgbClr val="1F2937">
                <a:alpha val="0"/>
              </a:srgbClr>
            </a:solidFill>
            <a:prstDash val="solid"/>
          </a:ln>
        </p:spPr>
      </p:sp>
      <p:sp>
        <p:nvSpPr>
          <p:cNvPr id="24" name="Shape 22"/>
          <p:cNvSpPr/>
          <p:nvPr/>
        </p:nvSpPr>
        <p:spPr>
          <a:xfrm>
            <a:off x="6662958" y="2396825"/>
            <a:ext cx="96561" cy="15362"/>
          </a:xfrm>
          <a:prstGeom prst="rect">
            <a:avLst/>
          </a:prstGeom>
          <a:solidFill>
            <a:srgbClr val="1F2937"/>
          </a:solidFill>
          <a:ln w="12700">
            <a:solidFill>
              <a:srgbClr val="1F2937">
                <a:alpha val="0"/>
              </a:srgbClr>
            </a:solidFill>
            <a:prstDash val="solid"/>
          </a:ln>
        </p:spPr>
      </p:sp>
      <p:sp>
        <p:nvSpPr>
          <p:cNvPr id="25" name="Shape 23"/>
          <p:cNvSpPr/>
          <p:nvPr/>
        </p:nvSpPr>
        <p:spPr>
          <a:xfrm>
            <a:off x="6829745" y="2396825"/>
            <a:ext cx="96561" cy="15362"/>
          </a:xfrm>
          <a:prstGeom prst="rect">
            <a:avLst/>
          </a:prstGeom>
          <a:solidFill>
            <a:srgbClr val="1F2937"/>
          </a:solidFill>
          <a:ln w="12700">
            <a:solidFill>
              <a:srgbClr val="1F2937">
                <a:alpha val="0"/>
              </a:srgbClr>
            </a:solidFill>
            <a:prstDash val="solid"/>
          </a:ln>
        </p:spPr>
      </p:sp>
      <p:sp>
        <p:nvSpPr>
          <p:cNvPr id="26" name="Text 24"/>
          <p:cNvSpPr txBox="1"/>
          <p:nvPr/>
        </p:nvSpPr>
        <p:spPr>
          <a:xfrm>
            <a:off x="7175754" y="1627632"/>
            <a:ext cx="3961638" cy="1591056"/>
          </a:xfrm>
          <a:prstGeom prst="rect">
            <a:avLst/>
          </a:prstGeom>
          <a:noFill/>
          <a:ln/>
        </p:spPr>
        <p:txBody>
          <a:bodyPr wrap="square" lIns="0" tIns="25400" rIns="25400" bIns="0" rtlCol="0" anchor="ctr">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Text boxes use internal alignment and margins so text does not visually drift inside a shape.</a:t>
            </a:r>
            <a:endParaRPr lang="en-US" sz="2200" dirty="0"/>
          </a:p>
        </p:txBody>
      </p:sp>
      <p:sp>
        <p:nvSpPr>
          <p:cNvPr id="27" name="Shape 25"/>
          <p:cNvSpPr/>
          <p:nvPr/>
        </p:nvSpPr>
        <p:spPr>
          <a:xfrm>
            <a:off x="976122" y="4416552"/>
            <a:ext cx="585216" cy="585216"/>
          </a:xfrm>
          <a:prstGeom prst="roundRect">
            <a:avLst>
              <a:gd name="adj" fmla="val 6250"/>
            </a:avLst>
          </a:prstGeom>
          <a:solidFill>
            <a:srgbClr val="F7F3EF"/>
          </a:solidFill>
          <a:ln w="12700">
            <a:solidFill>
              <a:srgbClr val="D6D0C2"/>
            </a:solidFill>
            <a:prstDash val="solid"/>
          </a:ln>
        </p:spPr>
      </p:sp>
      <p:sp>
        <p:nvSpPr>
          <p:cNvPr id="28" name="Shape 26"/>
          <p:cNvSpPr/>
          <p:nvPr/>
        </p:nvSpPr>
        <p:spPr>
          <a:xfrm rot="10800000">
            <a:off x="1101943" y="4524817"/>
            <a:ext cx="241402" cy="285293"/>
          </a:xfrm>
          <a:prstGeom prst="pentagon">
            <a:avLst/>
          </a:prstGeom>
          <a:solidFill>
            <a:srgbClr val="1F2937"/>
          </a:solidFill>
          <a:ln w="12700">
            <a:solidFill>
              <a:srgbClr val="1F2937">
                <a:alpha val="0"/>
              </a:srgbClr>
            </a:solidFill>
            <a:prstDash val="solid"/>
          </a:ln>
        </p:spPr>
      </p:sp>
      <p:sp>
        <p:nvSpPr>
          <p:cNvPr id="29" name="Shape 27"/>
          <p:cNvSpPr/>
          <p:nvPr/>
        </p:nvSpPr>
        <p:spPr>
          <a:xfrm>
            <a:off x="1198504" y="4577486"/>
            <a:ext cx="43891" cy="122895"/>
          </a:xfrm>
          <a:prstGeom prst="rect">
            <a:avLst/>
          </a:prstGeom>
          <a:solidFill>
            <a:srgbClr val="F7F3EF"/>
          </a:solidFill>
          <a:ln w="12700">
            <a:solidFill>
              <a:srgbClr val="F7F3EF">
                <a:alpha val="0"/>
              </a:srgbClr>
            </a:solidFill>
            <a:prstDash val="solid"/>
          </a:ln>
        </p:spPr>
      </p:sp>
      <p:sp>
        <p:nvSpPr>
          <p:cNvPr id="30" name="Text 28"/>
          <p:cNvSpPr txBox="1"/>
          <p:nvPr/>
        </p:nvSpPr>
        <p:spPr>
          <a:xfrm>
            <a:off x="1689354" y="3913632"/>
            <a:ext cx="3961638" cy="1591056"/>
          </a:xfrm>
          <a:prstGeom prst="rect">
            <a:avLst/>
          </a:prstGeom>
          <a:noFill/>
          <a:ln/>
        </p:spPr>
        <p:txBody>
          <a:bodyPr wrap="square" lIns="0" tIns="25400" rIns="25400" bIns="0" rtlCol="0" anchor="ctr">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Bullets and small lead symbols are vertically centered against their text.</a:t>
            </a:r>
            <a:endParaRPr lang="en-US" sz="2200" dirty="0"/>
          </a:p>
        </p:txBody>
      </p:sp>
      <p:sp>
        <p:nvSpPr>
          <p:cNvPr id="31" name="Shape 29"/>
          <p:cNvSpPr/>
          <p:nvPr/>
        </p:nvSpPr>
        <p:spPr>
          <a:xfrm>
            <a:off x="6462522" y="4416552"/>
            <a:ext cx="585216" cy="585216"/>
          </a:xfrm>
          <a:prstGeom prst="roundRect">
            <a:avLst>
              <a:gd name="adj" fmla="val 6250"/>
            </a:avLst>
          </a:prstGeom>
          <a:solidFill>
            <a:srgbClr val="F7F3EF"/>
          </a:solidFill>
          <a:ln w="12700">
            <a:solidFill>
              <a:srgbClr val="D6D0C2"/>
            </a:solidFill>
            <a:prstDash val="solid"/>
          </a:ln>
        </p:spPr>
      </p:sp>
      <p:sp>
        <p:nvSpPr>
          <p:cNvPr id="32" name="Shape 30"/>
          <p:cNvSpPr/>
          <p:nvPr/>
        </p:nvSpPr>
        <p:spPr>
          <a:xfrm>
            <a:off x="6588343" y="4647712"/>
            <a:ext cx="79004" cy="79004"/>
          </a:xfrm>
          <a:prstGeom prst="ellipse">
            <a:avLst/>
          </a:prstGeom>
          <a:solidFill>
            <a:srgbClr val="1F2937"/>
          </a:solidFill>
          <a:ln w="12700">
            <a:solidFill>
              <a:srgbClr val="1F2937">
                <a:alpha val="0"/>
              </a:srgbClr>
            </a:solidFill>
            <a:prstDash val="solid"/>
          </a:ln>
        </p:spPr>
      </p:sp>
      <p:sp>
        <p:nvSpPr>
          <p:cNvPr id="33" name="Shape 31"/>
          <p:cNvSpPr/>
          <p:nvPr/>
        </p:nvSpPr>
        <p:spPr>
          <a:xfrm>
            <a:off x="6755130" y="4647712"/>
            <a:ext cx="79004" cy="79004"/>
          </a:xfrm>
          <a:prstGeom prst="ellipse">
            <a:avLst/>
          </a:prstGeom>
          <a:solidFill>
            <a:srgbClr val="1F2937"/>
          </a:solidFill>
          <a:ln w="12700">
            <a:solidFill>
              <a:srgbClr val="1F2937">
                <a:alpha val="0"/>
              </a:srgbClr>
            </a:solidFill>
            <a:prstDash val="solid"/>
          </a:ln>
        </p:spPr>
      </p:sp>
      <p:sp>
        <p:nvSpPr>
          <p:cNvPr id="34" name="Shape 32"/>
          <p:cNvSpPr/>
          <p:nvPr/>
        </p:nvSpPr>
        <p:spPr>
          <a:xfrm>
            <a:off x="6921917" y="4647712"/>
            <a:ext cx="79004" cy="79004"/>
          </a:xfrm>
          <a:prstGeom prst="ellipse">
            <a:avLst/>
          </a:prstGeom>
          <a:solidFill>
            <a:srgbClr val="1F2937"/>
          </a:solidFill>
          <a:ln w="12700">
            <a:solidFill>
              <a:srgbClr val="1F2937">
                <a:alpha val="0"/>
              </a:srgbClr>
            </a:solidFill>
            <a:prstDash val="solid"/>
          </a:ln>
        </p:spPr>
      </p:sp>
      <p:sp>
        <p:nvSpPr>
          <p:cNvPr id="35" name="Shape 33"/>
          <p:cNvSpPr/>
          <p:nvPr/>
        </p:nvSpPr>
        <p:spPr>
          <a:xfrm>
            <a:off x="6662958" y="4682825"/>
            <a:ext cx="96561" cy="15362"/>
          </a:xfrm>
          <a:prstGeom prst="rect">
            <a:avLst/>
          </a:prstGeom>
          <a:solidFill>
            <a:srgbClr val="1F2937"/>
          </a:solidFill>
          <a:ln w="12700">
            <a:solidFill>
              <a:srgbClr val="1F2937">
                <a:alpha val="0"/>
              </a:srgbClr>
            </a:solidFill>
            <a:prstDash val="solid"/>
          </a:ln>
        </p:spPr>
      </p:sp>
      <p:sp>
        <p:nvSpPr>
          <p:cNvPr id="36" name="Shape 34"/>
          <p:cNvSpPr/>
          <p:nvPr/>
        </p:nvSpPr>
        <p:spPr>
          <a:xfrm>
            <a:off x="6829745" y="4682825"/>
            <a:ext cx="96561" cy="15362"/>
          </a:xfrm>
          <a:prstGeom prst="rect">
            <a:avLst/>
          </a:prstGeom>
          <a:solidFill>
            <a:srgbClr val="1F2937"/>
          </a:solidFill>
          <a:ln w="12700">
            <a:solidFill>
              <a:srgbClr val="1F2937">
                <a:alpha val="0"/>
              </a:srgbClr>
            </a:solidFill>
            <a:prstDash val="solid"/>
          </a:ln>
        </p:spPr>
      </p:sp>
      <p:sp>
        <p:nvSpPr>
          <p:cNvPr id="37" name="Text 35"/>
          <p:cNvSpPr txBox="1"/>
          <p:nvPr/>
        </p:nvSpPr>
        <p:spPr>
          <a:xfrm>
            <a:off x="7175754" y="3913632"/>
            <a:ext cx="3961638" cy="1591056"/>
          </a:xfrm>
          <a:prstGeom prst="rect">
            <a:avLst/>
          </a:prstGeom>
          <a:noFill/>
          <a:ln/>
        </p:spPr>
        <p:txBody>
          <a:bodyPr wrap="square" lIns="0" tIns="25400" rIns="25400" bIns="0" rtlCol="0" anchor="ctr">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Shadows, accent rules, and card surfaces are applied by PPT-compatible renderer rules.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F"/>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0F766E"/>
          </a:solidFill>
          <a:ln w="12700">
            <a:solidFill>
              <a:srgbClr val="0F766E">
                <a:alpha val="0"/>
              </a:srgbClr>
            </a:solidFill>
            <a:prstDash val="solid"/>
          </a:ln>
        </p:spPr>
      </p:sp>
      <p:sp>
        <p:nvSpPr>
          <p:cNvPr id="3" name="Shape 1"/>
          <p:cNvSpPr/>
          <p:nvPr/>
        </p:nvSpPr>
        <p:spPr>
          <a:xfrm>
            <a:off x="11048695" y="256032"/>
            <a:ext cx="1143000" cy="73152"/>
          </a:xfrm>
          <a:prstGeom prst="rect">
            <a:avLst/>
          </a:prstGeom>
          <a:solidFill>
            <a:srgbClr val="760F4A"/>
          </a:solidFill>
          <a:ln w="12700">
            <a:solidFill>
              <a:srgbClr val="760F4A">
                <a:alpha val="0"/>
              </a:srgbClr>
            </a:solidFill>
            <a:prstDash val="solid"/>
          </a:ln>
        </p:spPr>
      </p:sp>
      <p:sp>
        <p:nvSpPr>
          <p:cNvPr id="4" name="Shape 2"/>
          <p:cNvSpPr/>
          <p:nvPr/>
        </p:nvSpPr>
        <p:spPr>
          <a:xfrm>
            <a:off x="731520" y="1207008"/>
            <a:ext cx="1325880" cy="54864"/>
          </a:xfrm>
          <a:prstGeom prst="rect">
            <a:avLst/>
          </a:prstGeom>
          <a:solidFill>
            <a:srgbClr val="763A0F"/>
          </a:solidFill>
          <a:ln w="12700">
            <a:solidFill>
              <a:srgbClr val="763A0F">
                <a:alpha val="0"/>
              </a:srgbClr>
            </a:solidFill>
            <a:prstDash val="solid"/>
          </a:ln>
        </p:spPr>
      </p:sp>
      <p:sp>
        <p:nvSpPr>
          <p:cNvPr id="5" name="Shape 3"/>
          <p:cNvSpPr/>
          <p:nvPr/>
        </p:nvSpPr>
        <p:spPr>
          <a:xfrm>
            <a:off x="4663440" y="1280160"/>
            <a:ext cx="73152" cy="1097280"/>
          </a:xfrm>
          <a:prstGeom prst="rect">
            <a:avLst/>
          </a:prstGeom>
          <a:solidFill>
            <a:srgbClr val="0F766E"/>
          </a:solidFill>
          <a:ln w="12700">
            <a:solidFill>
              <a:srgbClr val="0F766E">
                <a:alpha val="0"/>
              </a:srgbClr>
            </a:solidFill>
            <a:prstDash val="solid"/>
          </a:ln>
        </p:spPr>
      </p:sp>
      <p:sp>
        <p:nvSpPr>
          <p:cNvPr id="6" name="Shape 4"/>
          <p:cNvSpPr/>
          <p:nvPr/>
        </p:nvSpPr>
        <p:spPr>
          <a:xfrm>
            <a:off x="7680960" y="2560320"/>
            <a:ext cx="73152" cy="1097280"/>
          </a:xfrm>
          <a:prstGeom prst="rect">
            <a:avLst/>
          </a:prstGeom>
          <a:solidFill>
            <a:srgbClr val="760F4A"/>
          </a:solidFill>
          <a:ln w="12700">
            <a:solidFill>
              <a:srgbClr val="760F4A">
                <a:alpha val="0"/>
              </a:srgbClr>
            </a:solidFill>
            <a:prstDash val="solid"/>
          </a:ln>
        </p:spPr>
      </p:sp>
      <p:sp>
        <p:nvSpPr>
          <p:cNvPr id="7" name="Shape 5"/>
          <p:cNvSpPr/>
          <p:nvPr/>
        </p:nvSpPr>
        <p:spPr>
          <a:xfrm>
            <a:off x="6492240" y="4572000"/>
            <a:ext cx="73152" cy="1097280"/>
          </a:xfrm>
          <a:prstGeom prst="rect">
            <a:avLst/>
          </a:prstGeom>
          <a:solidFill>
            <a:srgbClr val="0F766E"/>
          </a:solidFill>
          <a:ln w="12700">
            <a:solidFill>
              <a:srgbClr val="0F766E">
                <a:alpha val="0"/>
              </a:srgbClr>
            </a:solidFill>
            <a:prstDash val="solid"/>
          </a:ln>
        </p:spPr>
      </p:sp>
      <p:sp>
        <p:nvSpPr>
          <p:cNvPr id="8" name="Shape 6"/>
          <p:cNvSpPr/>
          <p:nvPr/>
        </p:nvSpPr>
        <p:spPr>
          <a:xfrm>
            <a:off x="2926080" y="4572000"/>
            <a:ext cx="73152" cy="1097280"/>
          </a:xfrm>
          <a:prstGeom prst="rect">
            <a:avLst/>
          </a:prstGeom>
          <a:solidFill>
            <a:srgbClr val="760F4A"/>
          </a:solidFill>
          <a:ln w="12700">
            <a:solidFill>
              <a:srgbClr val="760F4A">
                <a:alpha val="0"/>
              </a:srgbClr>
            </a:solidFill>
            <a:prstDash val="solid"/>
          </a:ln>
        </p:spPr>
      </p:sp>
      <p:sp>
        <p:nvSpPr>
          <p:cNvPr id="9" name="Shape 7"/>
          <p:cNvSpPr/>
          <p:nvPr/>
        </p:nvSpPr>
        <p:spPr>
          <a:xfrm>
            <a:off x="1737360" y="2560320"/>
            <a:ext cx="73152" cy="1097280"/>
          </a:xfrm>
          <a:prstGeom prst="rect">
            <a:avLst/>
          </a:prstGeom>
          <a:solidFill>
            <a:srgbClr val="0F766E"/>
          </a:solidFill>
          <a:ln w="12700">
            <a:solidFill>
              <a:srgbClr val="0F766E">
                <a:alpha val="0"/>
              </a:srgbClr>
            </a:solidFill>
            <a:prstDash val="solid"/>
          </a:ln>
        </p:spPr>
      </p:sp>
      <p:sp>
        <p:nvSpPr>
          <p:cNvPr id="10" name="Shape 8"/>
          <p:cNvSpPr/>
          <p:nvPr/>
        </p:nvSpPr>
        <p:spPr>
          <a:xfrm>
            <a:off x="6035040" y="1828800"/>
            <a:ext cx="3017520" cy="1280160"/>
          </a:xfrm>
          <a:prstGeom prst="line">
            <a:avLst/>
          </a:prstGeom>
          <a:noFill/>
          <a:ln w="12700">
            <a:solidFill>
              <a:srgbClr val="760F4A">
                <a:alpha val="88000"/>
              </a:srgbClr>
            </a:solidFill>
            <a:prstDash val="solid"/>
          </a:ln>
        </p:spPr>
      </p:sp>
      <p:sp>
        <p:nvSpPr>
          <p:cNvPr id="11" name="Shape 9"/>
          <p:cNvSpPr/>
          <p:nvPr/>
        </p:nvSpPr>
        <p:spPr>
          <a:xfrm>
            <a:off x="7863840" y="5120640"/>
            <a:ext cx="1188720" cy="0"/>
          </a:xfrm>
          <a:prstGeom prst="line">
            <a:avLst/>
          </a:prstGeom>
          <a:noFill/>
          <a:ln w="12700">
            <a:solidFill>
              <a:srgbClr val="760F4A">
                <a:alpha val="88000"/>
              </a:srgbClr>
            </a:solidFill>
            <a:prstDash val="solid"/>
          </a:ln>
        </p:spPr>
      </p:sp>
      <p:sp>
        <p:nvSpPr>
          <p:cNvPr id="12" name="Shape 10"/>
          <p:cNvSpPr/>
          <p:nvPr/>
        </p:nvSpPr>
        <p:spPr>
          <a:xfrm>
            <a:off x="4297680" y="5120640"/>
            <a:ext cx="3566160" cy="0"/>
          </a:xfrm>
          <a:prstGeom prst="line">
            <a:avLst/>
          </a:prstGeom>
          <a:noFill/>
          <a:ln w="12700">
            <a:solidFill>
              <a:srgbClr val="760F4A">
                <a:alpha val="88000"/>
              </a:srgbClr>
            </a:solidFill>
            <a:prstDash val="solid"/>
          </a:ln>
        </p:spPr>
      </p:sp>
      <p:sp>
        <p:nvSpPr>
          <p:cNvPr id="13" name="Shape 11"/>
          <p:cNvSpPr/>
          <p:nvPr/>
        </p:nvSpPr>
        <p:spPr>
          <a:xfrm>
            <a:off x="3108960" y="3108960"/>
            <a:ext cx="1188720" cy="2011680"/>
          </a:xfrm>
          <a:prstGeom prst="line">
            <a:avLst/>
          </a:prstGeom>
          <a:noFill/>
          <a:ln w="12700">
            <a:solidFill>
              <a:srgbClr val="760F4A">
                <a:alpha val="88000"/>
              </a:srgbClr>
            </a:solidFill>
            <a:prstDash val="solid"/>
          </a:ln>
        </p:spPr>
      </p:sp>
      <p:sp>
        <p:nvSpPr>
          <p:cNvPr id="14" name="Shape 12"/>
          <p:cNvSpPr/>
          <p:nvPr/>
        </p:nvSpPr>
        <p:spPr>
          <a:xfrm>
            <a:off x="6035040" y="1828800"/>
            <a:ext cx="0" cy="1280160"/>
          </a:xfrm>
          <a:prstGeom prst="line">
            <a:avLst/>
          </a:prstGeom>
          <a:noFill/>
          <a:ln w="12700">
            <a:solidFill>
              <a:srgbClr val="760F4A">
                <a:alpha val="88000"/>
              </a:srgbClr>
            </a:solidFill>
            <a:prstDash val="solid"/>
          </a:ln>
        </p:spPr>
      </p:sp>
      <p:sp>
        <p:nvSpPr>
          <p:cNvPr id="15" name="Shape 13"/>
          <p:cNvSpPr/>
          <p:nvPr/>
        </p:nvSpPr>
        <p:spPr>
          <a:xfrm>
            <a:off x="4663440" y="1280160"/>
            <a:ext cx="2743200" cy="1097280"/>
          </a:xfrm>
          <a:prstGeom prst="roundRect">
            <a:avLst>
              <a:gd name="adj" fmla="val 5000"/>
            </a:avLst>
          </a:prstGeom>
          <a:solidFill>
            <a:srgbClr val="FBF7F2"/>
          </a:solidFill>
          <a:ln w="12700">
            <a:solidFill>
              <a:srgbClr val="D6D0C2">
                <a:alpha val="90000"/>
              </a:srgbClr>
            </a:solidFill>
            <a:prstDash val="solid"/>
          </a:ln>
        </p:spPr>
      </p:sp>
      <p:sp>
        <p:nvSpPr>
          <p:cNvPr id="16" name="Shape 14"/>
          <p:cNvSpPr/>
          <p:nvPr/>
        </p:nvSpPr>
        <p:spPr>
          <a:xfrm>
            <a:off x="7680960" y="2560320"/>
            <a:ext cx="2743200" cy="1097280"/>
          </a:xfrm>
          <a:prstGeom prst="roundRect">
            <a:avLst>
              <a:gd name="adj" fmla="val 5000"/>
            </a:avLst>
          </a:prstGeom>
          <a:solidFill>
            <a:srgbClr val="FBF7F2"/>
          </a:solidFill>
          <a:ln w="12700">
            <a:solidFill>
              <a:srgbClr val="D6D0C2">
                <a:alpha val="90000"/>
              </a:srgbClr>
            </a:solidFill>
            <a:prstDash val="solid"/>
          </a:ln>
        </p:spPr>
      </p:sp>
      <p:sp>
        <p:nvSpPr>
          <p:cNvPr id="17" name="Shape 15"/>
          <p:cNvSpPr/>
          <p:nvPr/>
        </p:nvSpPr>
        <p:spPr>
          <a:xfrm>
            <a:off x="6492240" y="4572000"/>
            <a:ext cx="2743200" cy="1097280"/>
          </a:xfrm>
          <a:prstGeom prst="roundRect">
            <a:avLst>
              <a:gd name="adj" fmla="val 5000"/>
            </a:avLst>
          </a:prstGeom>
          <a:solidFill>
            <a:srgbClr val="FBF7F2"/>
          </a:solidFill>
          <a:ln w="12700">
            <a:solidFill>
              <a:srgbClr val="D6D0C2">
                <a:alpha val="90000"/>
              </a:srgbClr>
            </a:solidFill>
            <a:prstDash val="solid"/>
          </a:ln>
        </p:spPr>
      </p:sp>
      <p:sp>
        <p:nvSpPr>
          <p:cNvPr id="18" name="Shape 16"/>
          <p:cNvSpPr/>
          <p:nvPr/>
        </p:nvSpPr>
        <p:spPr>
          <a:xfrm>
            <a:off x="2926080" y="4572000"/>
            <a:ext cx="2743200" cy="1097280"/>
          </a:xfrm>
          <a:prstGeom prst="roundRect">
            <a:avLst>
              <a:gd name="adj" fmla="val 5000"/>
            </a:avLst>
          </a:prstGeom>
          <a:solidFill>
            <a:srgbClr val="FBF7F2"/>
          </a:solidFill>
          <a:ln w="12700">
            <a:solidFill>
              <a:srgbClr val="D6D0C2">
                <a:alpha val="90000"/>
              </a:srgbClr>
            </a:solidFill>
            <a:prstDash val="solid"/>
          </a:ln>
        </p:spPr>
      </p:sp>
      <p:sp>
        <p:nvSpPr>
          <p:cNvPr id="19" name="Shape 17"/>
          <p:cNvSpPr/>
          <p:nvPr/>
        </p:nvSpPr>
        <p:spPr>
          <a:xfrm>
            <a:off x="1737360" y="2560320"/>
            <a:ext cx="2743200" cy="1097280"/>
          </a:xfrm>
          <a:prstGeom prst="roundRect">
            <a:avLst>
              <a:gd name="adj" fmla="val 5000"/>
            </a:avLst>
          </a:prstGeom>
          <a:solidFill>
            <a:srgbClr val="FBF7F2"/>
          </a:solidFill>
          <a:ln w="12700">
            <a:solidFill>
              <a:srgbClr val="D6D0C2">
                <a:alpha val="90000"/>
              </a:srgbClr>
            </a:solidFill>
            <a:prstDash val="solid"/>
          </a:ln>
        </p:spPr>
      </p:sp>
      <p:sp>
        <p:nvSpPr>
          <p:cNvPr id="20" name="Text 18"/>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1F2937"/>
                </a:solidFill>
                <a:latin typeface="Pretendard" pitchFamily="34" charset="0"/>
                <a:ea typeface="Pretendard" pitchFamily="34" charset="-122"/>
                <a:cs typeface="Pretendard" pitchFamily="34" charset="-120"/>
              </a:rPr>
              <a:t>Design Components</a:t>
            </a:r>
            <a:endParaRPr lang="en-US" sz="3400" dirty="0"/>
          </a:p>
        </p:txBody>
      </p:sp>
      <p:sp>
        <p:nvSpPr>
          <p:cNvPr id="21" name="Shape 19"/>
          <p:cNvSpPr/>
          <p:nvPr/>
        </p:nvSpPr>
        <p:spPr>
          <a:xfrm>
            <a:off x="4736592" y="1580083"/>
            <a:ext cx="497434" cy="497434"/>
          </a:xfrm>
          <a:prstGeom prst="roundRect">
            <a:avLst>
              <a:gd name="adj" fmla="val 7353"/>
            </a:avLst>
          </a:prstGeom>
          <a:solidFill>
            <a:srgbClr val="F7F3EF"/>
          </a:solidFill>
          <a:ln w="12700">
            <a:solidFill>
              <a:srgbClr val="D6D0C2"/>
            </a:solidFill>
            <a:prstDash val="solid"/>
          </a:ln>
        </p:spPr>
      </p:sp>
      <p:sp>
        <p:nvSpPr>
          <p:cNvPr id="22" name="Shape 20"/>
          <p:cNvSpPr/>
          <p:nvPr/>
        </p:nvSpPr>
        <p:spPr>
          <a:xfrm>
            <a:off x="4851880" y="1681326"/>
            <a:ext cx="168542" cy="217700"/>
          </a:xfrm>
          <a:prstGeom prst="roundRect">
            <a:avLst>
              <a:gd name="adj" fmla="val 21701"/>
            </a:avLst>
          </a:prstGeom>
          <a:solidFill>
            <a:srgbClr val="1F2937"/>
          </a:solidFill>
          <a:ln w="12700">
            <a:solidFill>
              <a:srgbClr val="1F2937">
                <a:alpha val="0"/>
              </a:srgbClr>
            </a:solidFill>
            <a:prstDash val="solid"/>
          </a:ln>
        </p:spPr>
      </p:sp>
      <p:sp>
        <p:nvSpPr>
          <p:cNvPr id="23" name="Shape 21"/>
          <p:cNvSpPr/>
          <p:nvPr/>
        </p:nvSpPr>
        <p:spPr>
          <a:xfrm>
            <a:off x="4894015" y="1737506"/>
            <a:ext cx="87782" cy="12290"/>
          </a:xfrm>
          <a:prstGeom prst="rect">
            <a:avLst/>
          </a:prstGeom>
          <a:solidFill>
            <a:srgbClr val="F7F3EF"/>
          </a:solidFill>
          <a:ln w="12700">
            <a:solidFill>
              <a:srgbClr val="F7F3EF">
                <a:alpha val="0"/>
              </a:srgbClr>
            </a:solidFill>
            <a:prstDash val="solid"/>
          </a:ln>
        </p:spPr>
      </p:sp>
      <p:sp>
        <p:nvSpPr>
          <p:cNvPr id="24" name="Shape 22"/>
          <p:cNvSpPr/>
          <p:nvPr/>
        </p:nvSpPr>
        <p:spPr>
          <a:xfrm>
            <a:off x="4894015" y="1783153"/>
            <a:ext cx="87782" cy="12290"/>
          </a:xfrm>
          <a:prstGeom prst="rect">
            <a:avLst/>
          </a:prstGeom>
          <a:solidFill>
            <a:srgbClr val="F7F3EF"/>
          </a:solidFill>
          <a:ln w="12700">
            <a:solidFill>
              <a:srgbClr val="F7F3EF">
                <a:alpha val="0"/>
              </a:srgbClr>
            </a:solidFill>
            <a:prstDash val="solid"/>
          </a:ln>
        </p:spPr>
      </p:sp>
      <p:sp>
        <p:nvSpPr>
          <p:cNvPr id="25" name="Shape 23"/>
          <p:cNvSpPr/>
          <p:nvPr/>
        </p:nvSpPr>
        <p:spPr>
          <a:xfrm>
            <a:off x="4894015" y="1828800"/>
            <a:ext cx="87782" cy="12290"/>
          </a:xfrm>
          <a:prstGeom prst="rect">
            <a:avLst/>
          </a:prstGeom>
          <a:solidFill>
            <a:srgbClr val="F7F3EF"/>
          </a:solidFill>
          <a:ln w="12700">
            <a:solidFill>
              <a:srgbClr val="F7F3EF">
                <a:alpha val="0"/>
              </a:srgbClr>
            </a:solidFill>
            <a:prstDash val="solid"/>
          </a:ln>
        </p:spPr>
      </p:sp>
      <p:sp>
        <p:nvSpPr>
          <p:cNvPr id="26" name="Text 24"/>
          <p:cNvSpPr txBox="1"/>
          <p:nvPr/>
        </p:nvSpPr>
        <p:spPr>
          <a:xfrm>
            <a:off x="5362042" y="1378915"/>
            <a:ext cx="1843430" cy="899770"/>
          </a:xfrm>
          <a:prstGeom prst="rect">
            <a:avLst/>
          </a:prstGeom>
          <a:noFill/>
          <a:ln/>
        </p:spPr>
        <p:txBody>
          <a:bodyPr wrap="square" lIns="0" tIns="25400" rIns="25400" bIns="0" rtlCol="0" anchor="ctr">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Native charts for quantitative summaries.</a:t>
            </a:r>
            <a:endParaRPr lang="en-US" sz="2200" dirty="0"/>
          </a:p>
        </p:txBody>
      </p:sp>
      <p:sp>
        <p:nvSpPr>
          <p:cNvPr id="27" name="Shape 25"/>
          <p:cNvSpPr/>
          <p:nvPr/>
        </p:nvSpPr>
        <p:spPr>
          <a:xfrm>
            <a:off x="7754112" y="2860243"/>
            <a:ext cx="497434" cy="497434"/>
          </a:xfrm>
          <a:prstGeom prst="roundRect">
            <a:avLst>
              <a:gd name="adj" fmla="val 7353"/>
            </a:avLst>
          </a:prstGeom>
          <a:solidFill>
            <a:srgbClr val="F7F3EF"/>
          </a:solidFill>
          <a:ln w="12700">
            <a:solidFill>
              <a:srgbClr val="D6D0C2"/>
            </a:solidFill>
            <a:prstDash val="solid"/>
          </a:ln>
        </p:spPr>
      </p:sp>
      <p:sp>
        <p:nvSpPr>
          <p:cNvPr id="28" name="Shape 26"/>
          <p:cNvSpPr/>
          <p:nvPr/>
        </p:nvSpPr>
        <p:spPr>
          <a:xfrm>
            <a:off x="7869400" y="3059802"/>
            <a:ext cx="63203" cy="63203"/>
          </a:xfrm>
          <a:prstGeom prst="ellipse">
            <a:avLst/>
          </a:prstGeom>
          <a:solidFill>
            <a:srgbClr val="1F2937"/>
          </a:solidFill>
          <a:ln w="12700">
            <a:solidFill>
              <a:srgbClr val="1F2937">
                <a:alpha val="0"/>
              </a:srgbClr>
            </a:solidFill>
            <a:prstDash val="solid"/>
          </a:ln>
        </p:spPr>
      </p:sp>
      <p:sp>
        <p:nvSpPr>
          <p:cNvPr id="29" name="Shape 27"/>
          <p:cNvSpPr/>
          <p:nvPr/>
        </p:nvSpPr>
        <p:spPr>
          <a:xfrm>
            <a:off x="8002829" y="3059802"/>
            <a:ext cx="63203" cy="63203"/>
          </a:xfrm>
          <a:prstGeom prst="ellipse">
            <a:avLst/>
          </a:prstGeom>
          <a:solidFill>
            <a:srgbClr val="1F2937"/>
          </a:solidFill>
          <a:ln w="12700">
            <a:solidFill>
              <a:srgbClr val="1F2937">
                <a:alpha val="0"/>
              </a:srgbClr>
            </a:solidFill>
            <a:prstDash val="solid"/>
          </a:ln>
        </p:spPr>
      </p:sp>
      <p:sp>
        <p:nvSpPr>
          <p:cNvPr id="30" name="Shape 28"/>
          <p:cNvSpPr/>
          <p:nvPr/>
        </p:nvSpPr>
        <p:spPr>
          <a:xfrm>
            <a:off x="8136258" y="3059802"/>
            <a:ext cx="63203" cy="63203"/>
          </a:xfrm>
          <a:prstGeom prst="ellipse">
            <a:avLst/>
          </a:prstGeom>
          <a:solidFill>
            <a:srgbClr val="1F2937"/>
          </a:solidFill>
          <a:ln w="12700">
            <a:solidFill>
              <a:srgbClr val="1F2937">
                <a:alpha val="0"/>
              </a:srgbClr>
            </a:solidFill>
            <a:prstDash val="solid"/>
          </a:ln>
        </p:spPr>
      </p:sp>
      <p:sp>
        <p:nvSpPr>
          <p:cNvPr id="31" name="Shape 29"/>
          <p:cNvSpPr/>
          <p:nvPr/>
        </p:nvSpPr>
        <p:spPr>
          <a:xfrm>
            <a:off x="7929092" y="3087892"/>
            <a:ext cx="77249" cy="12290"/>
          </a:xfrm>
          <a:prstGeom prst="rect">
            <a:avLst/>
          </a:prstGeom>
          <a:solidFill>
            <a:srgbClr val="1F2937"/>
          </a:solidFill>
          <a:ln w="12700">
            <a:solidFill>
              <a:srgbClr val="1F2937">
                <a:alpha val="0"/>
              </a:srgbClr>
            </a:solidFill>
            <a:prstDash val="solid"/>
          </a:ln>
        </p:spPr>
      </p:sp>
      <p:sp>
        <p:nvSpPr>
          <p:cNvPr id="32" name="Shape 30"/>
          <p:cNvSpPr/>
          <p:nvPr/>
        </p:nvSpPr>
        <p:spPr>
          <a:xfrm>
            <a:off x="8062521" y="3087892"/>
            <a:ext cx="77249" cy="12290"/>
          </a:xfrm>
          <a:prstGeom prst="rect">
            <a:avLst/>
          </a:prstGeom>
          <a:solidFill>
            <a:srgbClr val="1F2937"/>
          </a:solidFill>
          <a:ln w="12700">
            <a:solidFill>
              <a:srgbClr val="1F2937">
                <a:alpha val="0"/>
              </a:srgbClr>
            </a:solidFill>
            <a:prstDash val="solid"/>
          </a:ln>
        </p:spPr>
      </p:sp>
      <p:sp>
        <p:nvSpPr>
          <p:cNvPr id="33" name="Text 31"/>
          <p:cNvSpPr txBox="1"/>
          <p:nvPr/>
        </p:nvSpPr>
        <p:spPr>
          <a:xfrm>
            <a:off x="8379562" y="2659075"/>
            <a:ext cx="1843430" cy="899770"/>
          </a:xfrm>
          <a:prstGeom prst="rect">
            <a:avLst/>
          </a:prstGeom>
          <a:noFill/>
          <a:ln/>
        </p:spPr>
        <p:txBody>
          <a:bodyPr wrap="square" lIns="0" tIns="25400" rIns="25400" bIns="0" rtlCol="0" anchor="ctr">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Tables for exact comparisons.</a:t>
            </a:r>
            <a:endParaRPr lang="en-US" sz="2200" dirty="0"/>
          </a:p>
        </p:txBody>
      </p:sp>
      <p:sp>
        <p:nvSpPr>
          <p:cNvPr id="34" name="Shape 32"/>
          <p:cNvSpPr/>
          <p:nvPr/>
        </p:nvSpPr>
        <p:spPr>
          <a:xfrm>
            <a:off x="6565392" y="4871923"/>
            <a:ext cx="497434" cy="497434"/>
          </a:xfrm>
          <a:prstGeom prst="roundRect">
            <a:avLst>
              <a:gd name="adj" fmla="val 7353"/>
            </a:avLst>
          </a:prstGeom>
          <a:solidFill>
            <a:srgbClr val="F7F3EF"/>
          </a:solidFill>
          <a:ln w="12700">
            <a:solidFill>
              <a:srgbClr val="D6D0C2"/>
            </a:solidFill>
            <a:prstDash val="solid"/>
          </a:ln>
        </p:spPr>
      </p:sp>
      <p:sp>
        <p:nvSpPr>
          <p:cNvPr id="35" name="Shape 33"/>
          <p:cNvSpPr/>
          <p:nvPr/>
        </p:nvSpPr>
        <p:spPr>
          <a:xfrm rot="10800000">
            <a:off x="6680680" y="4973166"/>
            <a:ext cx="193121" cy="228234"/>
          </a:xfrm>
          <a:prstGeom prst="pentagon">
            <a:avLst/>
          </a:prstGeom>
          <a:solidFill>
            <a:srgbClr val="1F2937"/>
          </a:solidFill>
          <a:ln w="12700">
            <a:solidFill>
              <a:srgbClr val="1F2937">
                <a:alpha val="0"/>
              </a:srgbClr>
            </a:solidFill>
            <a:prstDash val="solid"/>
          </a:ln>
        </p:spPr>
      </p:sp>
      <p:sp>
        <p:nvSpPr>
          <p:cNvPr id="36" name="Shape 34"/>
          <p:cNvSpPr/>
          <p:nvPr/>
        </p:nvSpPr>
        <p:spPr>
          <a:xfrm>
            <a:off x="6757928" y="5015301"/>
            <a:ext cx="35113" cy="98316"/>
          </a:xfrm>
          <a:prstGeom prst="rect">
            <a:avLst/>
          </a:prstGeom>
          <a:solidFill>
            <a:srgbClr val="F7F3EF"/>
          </a:solidFill>
          <a:ln w="12700">
            <a:solidFill>
              <a:srgbClr val="F7F3EF">
                <a:alpha val="0"/>
              </a:srgbClr>
            </a:solidFill>
            <a:prstDash val="solid"/>
          </a:ln>
        </p:spPr>
      </p:sp>
      <p:sp>
        <p:nvSpPr>
          <p:cNvPr id="37" name="Text 35"/>
          <p:cNvSpPr txBox="1"/>
          <p:nvPr/>
        </p:nvSpPr>
        <p:spPr>
          <a:xfrm>
            <a:off x="7190842" y="4670755"/>
            <a:ext cx="1843430" cy="899770"/>
          </a:xfrm>
          <a:prstGeom prst="rect">
            <a:avLst/>
          </a:prstGeom>
          <a:noFill/>
          <a:ln/>
        </p:spPr>
        <p:txBody>
          <a:bodyPr wrap="square" lIns="0" tIns="25400" rIns="25400" bIns="0" rtlCol="0" anchor="ctr">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Pipeline diagrams for ordered process and responsibility flow.</a:t>
            </a:r>
            <a:endParaRPr lang="en-US" sz="2200" dirty="0"/>
          </a:p>
        </p:txBody>
      </p:sp>
      <p:sp>
        <p:nvSpPr>
          <p:cNvPr id="38" name="Shape 36"/>
          <p:cNvSpPr/>
          <p:nvPr/>
        </p:nvSpPr>
        <p:spPr>
          <a:xfrm>
            <a:off x="2999232" y="4871923"/>
            <a:ext cx="497434" cy="497434"/>
          </a:xfrm>
          <a:prstGeom prst="roundRect">
            <a:avLst>
              <a:gd name="adj" fmla="val 7353"/>
            </a:avLst>
          </a:prstGeom>
          <a:solidFill>
            <a:srgbClr val="F7F3EF"/>
          </a:solidFill>
          <a:ln w="12700">
            <a:solidFill>
              <a:srgbClr val="D6D0C2"/>
            </a:solidFill>
            <a:prstDash val="solid"/>
          </a:ln>
        </p:spPr>
      </p:sp>
      <p:sp>
        <p:nvSpPr>
          <p:cNvPr id="39" name="Shape 37"/>
          <p:cNvSpPr/>
          <p:nvPr/>
        </p:nvSpPr>
        <p:spPr>
          <a:xfrm>
            <a:off x="3114520" y="5071482"/>
            <a:ext cx="63203" cy="63203"/>
          </a:xfrm>
          <a:prstGeom prst="ellipse">
            <a:avLst/>
          </a:prstGeom>
          <a:solidFill>
            <a:srgbClr val="1F2937"/>
          </a:solidFill>
          <a:ln w="12700">
            <a:solidFill>
              <a:srgbClr val="1F2937">
                <a:alpha val="0"/>
              </a:srgbClr>
            </a:solidFill>
            <a:prstDash val="solid"/>
          </a:ln>
        </p:spPr>
      </p:sp>
      <p:sp>
        <p:nvSpPr>
          <p:cNvPr id="40" name="Shape 38"/>
          <p:cNvSpPr/>
          <p:nvPr/>
        </p:nvSpPr>
        <p:spPr>
          <a:xfrm>
            <a:off x="3247949" y="5071482"/>
            <a:ext cx="63203" cy="63203"/>
          </a:xfrm>
          <a:prstGeom prst="ellipse">
            <a:avLst/>
          </a:prstGeom>
          <a:solidFill>
            <a:srgbClr val="1F2937"/>
          </a:solidFill>
          <a:ln w="12700">
            <a:solidFill>
              <a:srgbClr val="1F2937">
                <a:alpha val="0"/>
              </a:srgbClr>
            </a:solidFill>
            <a:prstDash val="solid"/>
          </a:ln>
        </p:spPr>
      </p:sp>
      <p:sp>
        <p:nvSpPr>
          <p:cNvPr id="41" name="Shape 39"/>
          <p:cNvSpPr/>
          <p:nvPr/>
        </p:nvSpPr>
        <p:spPr>
          <a:xfrm>
            <a:off x="3381378" y="5071482"/>
            <a:ext cx="63203" cy="63203"/>
          </a:xfrm>
          <a:prstGeom prst="ellipse">
            <a:avLst/>
          </a:prstGeom>
          <a:solidFill>
            <a:srgbClr val="1F2937"/>
          </a:solidFill>
          <a:ln w="12700">
            <a:solidFill>
              <a:srgbClr val="1F2937">
                <a:alpha val="0"/>
              </a:srgbClr>
            </a:solidFill>
            <a:prstDash val="solid"/>
          </a:ln>
        </p:spPr>
      </p:sp>
      <p:sp>
        <p:nvSpPr>
          <p:cNvPr id="42" name="Shape 40"/>
          <p:cNvSpPr/>
          <p:nvPr/>
        </p:nvSpPr>
        <p:spPr>
          <a:xfrm>
            <a:off x="3174212" y="5099572"/>
            <a:ext cx="77249" cy="12290"/>
          </a:xfrm>
          <a:prstGeom prst="rect">
            <a:avLst/>
          </a:prstGeom>
          <a:solidFill>
            <a:srgbClr val="1F2937"/>
          </a:solidFill>
          <a:ln w="12700">
            <a:solidFill>
              <a:srgbClr val="1F2937">
                <a:alpha val="0"/>
              </a:srgbClr>
            </a:solidFill>
            <a:prstDash val="solid"/>
          </a:ln>
        </p:spPr>
      </p:sp>
      <p:sp>
        <p:nvSpPr>
          <p:cNvPr id="43" name="Shape 41"/>
          <p:cNvSpPr/>
          <p:nvPr/>
        </p:nvSpPr>
        <p:spPr>
          <a:xfrm>
            <a:off x="3307641" y="5099572"/>
            <a:ext cx="77249" cy="12290"/>
          </a:xfrm>
          <a:prstGeom prst="rect">
            <a:avLst/>
          </a:prstGeom>
          <a:solidFill>
            <a:srgbClr val="1F2937"/>
          </a:solidFill>
          <a:ln w="12700">
            <a:solidFill>
              <a:srgbClr val="1F2937">
                <a:alpha val="0"/>
              </a:srgbClr>
            </a:solidFill>
            <a:prstDash val="solid"/>
          </a:ln>
        </p:spPr>
      </p:sp>
      <p:sp>
        <p:nvSpPr>
          <p:cNvPr id="44" name="Text 42"/>
          <p:cNvSpPr txBox="1"/>
          <p:nvPr/>
        </p:nvSpPr>
        <p:spPr>
          <a:xfrm>
            <a:off x="3624682" y="4670755"/>
            <a:ext cx="1843430" cy="899770"/>
          </a:xfrm>
          <a:prstGeom prst="rect">
            <a:avLst/>
          </a:prstGeom>
          <a:noFill/>
          <a:ln/>
        </p:spPr>
        <p:txBody>
          <a:bodyPr wrap="square" lIns="0" tIns="25400" rIns="25400" bIns="0" rtlCol="0" anchor="ctr">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Item cards for compact rule sets.</a:t>
            </a:r>
            <a:endParaRPr lang="en-US" sz="2200" dirty="0"/>
          </a:p>
        </p:txBody>
      </p:sp>
      <p:sp>
        <p:nvSpPr>
          <p:cNvPr id="45" name="Shape 43"/>
          <p:cNvSpPr/>
          <p:nvPr/>
        </p:nvSpPr>
        <p:spPr>
          <a:xfrm>
            <a:off x="1810512" y="2860243"/>
            <a:ext cx="497434" cy="497434"/>
          </a:xfrm>
          <a:prstGeom prst="roundRect">
            <a:avLst>
              <a:gd name="adj" fmla="val 7353"/>
            </a:avLst>
          </a:prstGeom>
          <a:solidFill>
            <a:srgbClr val="F7F3EF"/>
          </a:solidFill>
          <a:ln w="12700">
            <a:solidFill>
              <a:srgbClr val="D6D0C2"/>
            </a:solidFill>
            <a:prstDash val="solid"/>
          </a:ln>
        </p:spPr>
      </p:sp>
      <p:sp>
        <p:nvSpPr>
          <p:cNvPr id="46" name="Shape 44"/>
          <p:cNvSpPr/>
          <p:nvPr/>
        </p:nvSpPr>
        <p:spPr>
          <a:xfrm>
            <a:off x="1925800" y="2961486"/>
            <a:ext cx="168542" cy="217700"/>
          </a:xfrm>
          <a:prstGeom prst="roundRect">
            <a:avLst>
              <a:gd name="adj" fmla="val 21701"/>
            </a:avLst>
          </a:prstGeom>
          <a:solidFill>
            <a:srgbClr val="1F2937"/>
          </a:solidFill>
          <a:ln w="12700">
            <a:solidFill>
              <a:srgbClr val="1F2937">
                <a:alpha val="0"/>
              </a:srgbClr>
            </a:solidFill>
            <a:prstDash val="solid"/>
          </a:ln>
        </p:spPr>
      </p:sp>
      <p:sp>
        <p:nvSpPr>
          <p:cNvPr id="47" name="Shape 45"/>
          <p:cNvSpPr/>
          <p:nvPr/>
        </p:nvSpPr>
        <p:spPr>
          <a:xfrm>
            <a:off x="1967935" y="3017666"/>
            <a:ext cx="87782" cy="12290"/>
          </a:xfrm>
          <a:prstGeom prst="rect">
            <a:avLst/>
          </a:prstGeom>
          <a:solidFill>
            <a:srgbClr val="F7F3EF"/>
          </a:solidFill>
          <a:ln w="12700">
            <a:solidFill>
              <a:srgbClr val="F7F3EF">
                <a:alpha val="0"/>
              </a:srgbClr>
            </a:solidFill>
            <a:prstDash val="solid"/>
          </a:ln>
        </p:spPr>
      </p:sp>
      <p:sp>
        <p:nvSpPr>
          <p:cNvPr id="48" name="Shape 46"/>
          <p:cNvSpPr/>
          <p:nvPr/>
        </p:nvSpPr>
        <p:spPr>
          <a:xfrm>
            <a:off x="1967935" y="3063313"/>
            <a:ext cx="87782" cy="12290"/>
          </a:xfrm>
          <a:prstGeom prst="rect">
            <a:avLst/>
          </a:prstGeom>
          <a:solidFill>
            <a:srgbClr val="F7F3EF"/>
          </a:solidFill>
          <a:ln w="12700">
            <a:solidFill>
              <a:srgbClr val="F7F3EF">
                <a:alpha val="0"/>
              </a:srgbClr>
            </a:solidFill>
            <a:prstDash val="solid"/>
          </a:ln>
        </p:spPr>
      </p:sp>
      <p:sp>
        <p:nvSpPr>
          <p:cNvPr id="49" name="Shape 47"/>
          <p:cNvSpPr/>
          <p:nvPr/>
        </p:nvSpPr>
        <p:spPr>
          <a:xfrm>
            <a:off x="1967935" y="3108960"/>
            <a:ext cx="87782" cy="12290"/>
          </a:xfrm>
          <a:prstGeom prst="rect">
            <a:avLst/>
          </a:prstGeom>
          <a:solidFill>
            <a:srgbClr val="F7F3EF"/>
          </a:solidFill>
          <a:ln w="12700">
            <a:solidFill>
              <a:srgbClr val="F7F3EF">
                <a:alpha val="0"/>
              </a:srgbClr>
            </a:solidFill>
            <a:prstDash val="solid"/>
          </a:ln>
        </p:spPr>
      </p:sp>
      <p:sp>
        <p:nvSpPr>
          <p:cNvPr id="50" name="Text 48"/>
          <p:cNvSpPr txBox="1"/>
          <p:nvPr/>
        </p:nvSpPr>
        <p:spPr>
          <a:xfrm>
            <a:off x="2435962" y="2659075"/>
            <a:ext cx="1843430" cy="899770"/>
          </a:xfrm>
          <a:prstGeom prst="rect">
            <a:avLst/>
          </a:prstGeom>
          <a:noFill/>
          <a:ln/>
        </p:spPr>
        <p:txBody>
          <a:bodyPr wrap="square" lIns="0" tIns="25400" rIns="25400" bIns="0" rtlCol="0" anchor="ctr">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Monotone icons only when a text-only slide needs a quiet visual anchor.</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F"/>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0F766E"/>
          </a:solidFill>
          <a:ln w="12700">
            <a:solidFill>
              <a:srgbClr val="0F766E">
                <a:alpha val="0"/>
              </a:srgbClr>
            </a:solidFill>
            <a:prstDash val="solid"/>
          </a:ln>
        </p:spPr>
      </p:sp>
      <p:sp>
        <p:nvSpPr>
          <p:cNvPr id="3" name="Shape 1"/>
          <p:cNvSpPr/>
          <p:nvPr/>
        </p:nvSpPr>
        <p:spPr>
          <a:xfrm>
            <a:off x="11048695" y="256032"/>
            <a:ext cx="1143000" cy="73152"/>
          </a:xfrm>
          <a:prstGeom prst="rect">
            <a:avLst/>
          </a:prstGeom>
          <a:solidFill>
            <a:srgbClr val="760F4A"/>
          </a:solidFill>
          <a:ln w="12700">
            <a:solidFill>
              <a:srgbClr val="760F4A">
                <a:alpha val="0"/>
              </a:srgbClr>
            </a:solidFill>
            <a:prstDash val="solid"/>
          </a:ln>
        </p:spPr>
      </p:sp>
      <p:sp>
        <p:nvSpPr>
          <p:cNvPr id="4" name="Shape 2"/>
          <p:cNvSpPr/>
          <p:nvPr/>
        </p:nvSpPr>
        <p:spPr>
          <a:xfrm>
            <a:off x="731520" y="1207008"/>
            <a:ext cx="1325880" cy="54864"/>
          </a:xfrm>
          <a:prstGeom prst="rect">
            <a:avLst/>
          </a:prstGeom>
          <a:solidFill>
            <a:srgbClr val="763A0F"/>
          </a:solidFill>
          <a:ln w="12700">
            <a:solidFill>
              <a:srgbClr val="763A0F">
                <a:alpha val="0"/>
              </a:srgbClr>
            </a:solidFill>
            <a:prstDash val="solid"/>
          </a:ln>
        </p:spPr>
      </p:sp>
      <p:sp>
        <p:nvSpPr>
          <p:cNvPr id="5" name="Shape 3"/>
          <p:cNvSpPr/>
          <p:nvPr/>
        </p:nvSpPr>
        <p:spPr>
          <a:xfrm>
            <a:off x="822960" y="1572768"/>
            <a:ext cx="6629400" cy="73152"/>
          </a:xfrm>
          <a:prstGeom prst="rect">
            <a:avLst/>
          </a:prstGeom>
          <a:solidFill>
            <a:srgbClr val="0F766E"/>
          </a:solidFill>
          <a:ln w="12700">
            <a:solidFill>
              <a:srgbClr val="0F766E">
                <a:alpha val="0"/>
              </a:srgbClr>
            </a:solidFill>
            <a:prstDash val="solid"/>
          </a:ln>
        </p:spPr>
      </p:sp>
      <p:sp>
        <p:nvSpPr>
          <p:cNvPr id="6" name="Shape 4"/>
          <p:cNvSpPr/>
          <p:nvPr/>
        </p:nvSpPr>
        <p:spPr>
          <a:xfrm>
            <a:off x="7955280" y="1993392"/>
            <a:ext cx="2139696" cy="2139696"/>
          </a:xfrm>
          <a:prstGeom prst="roundRect">
            <a:avLst>
              <a:gd name="adj" fmla="val 3419"/>
            </a:avLst>
          </a:prstGeom>
          <a:solidFill>
            <a:srgbClr val="FBF7F2"/>
          </a:solidFill>
          <a:ln w="12700">
            <a:solidFill>
              <a:srgbClr val="D6D0C2"/>
            </a:solidFill>
            <a:prstDash val="solid"/>
          </a:ln>
          <a:effectLst>
            <a:outerShdw sx="100000" sy="100000" kx="0" ky="0" algn="bl" rotWithShape="0" blurRad="12700" dist="50800" dir="2700000">
              <a:srgbClr val="000000">
                <a:alpha val="8000"/>
              </a:srgbClr>
            </a:outerShdw>
          </a:effectLst>
        </p:spPr>
      </p:sp>
      <p:sp>
        <p:nvSpPr>
          <p:cNvPr id="7" name="Shape 5"/>
          <p:cNvSpPr/>
          <p:nvPr/>
        </p:nvSpPr>
        <p:spPr>
          <a:xfrm rot="10800000">
            <a:off x="8511601" y="2464125"/>
            <a:ext cx="659026" cy="778849"/>
          </a:xfrm>
          <a:prstGeom prst="pentagon">
            <a:avLst/>
          </a:prstGeom>
          <a:solidFill>
            <a:srgbClr val="1F2937"/>
          </a:solidFill>
          <a:ln w="12700">
            <a:solidFill>
              <a:srgbClr val="1F2937">
                <a:alpha val="0"/>
              </a:srgbClr>
            </a:solidFill>
            <a:prstDash val="solid"/>
          </a:ln>
        </p:spPr>
      </p:sp>
      <p:sp>
        <p:nvSpPr>
          <p:cNvPr id="8" name="Shape 6"/>
          <p:cNvSpPr/>
          <p:nvPr/>
        </p:nvSpPr>
        <p:spPr>
          <a:xfrm>
            <a:off x="8775212" y="2607913"/>
            <a:ext cx="119823" cy="335504"/>
          </a:xfrm>
          <a:prstGeom prst="rect">
            <a:avLst/>
          </a:prstGeom>
          <a:solidFill>
            <a:srgbClr val="FBF7F2"/>
          </a:solidFill>
          <a:ln w="12700">
            <a:solidFill>
              <a:srgbClr val="FBF7F2">
                <a:alpha val="0"/>
              </a:srgbClr>
            </a:solidFill>
            <a:prstDash val="solid"/>
          </a:ln>
        </p:spPr>
      </p:sp>
      <p:sp>
        <p:nvSpPr>
          <p:cNvPr id="9" name="Shape 7"/>
          <p:cNvSpPr/>
          <p:nvPr/>
        </p:nvSpPr>
        <p:spPr>
          <a:xfrm>
            <a:off x="822960" y="1572768"/>
            <a:ext cx="6629400" cy="3310128"/>
          </a:xfrm>
          <a:prstGeom prst="roundRect">
            <a:avLst>
              <a:gd name="adj" fmla="val 1657"/>
            </a:avLst>
          </a:prstGeom>
          <a:solidFill>
            <a:srgbClr val="FBF7F2"/>
          </a:solidFill>
          <a:ln w="12700">
            <a:solidFill>
              <a:srgbClr val="D6D0C2">
                <a:alpha val="90000"/>
              </a:srgbClr>
            </a:solidFill>
            <a:prstDash val="solid"/>
          </a:ln>
        </p:spPr>
      </p:sp>
      <p:sp>
        <p:nvSpPr>
          <p:cNvPr id="10" name="Text 8"/>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1F2937"/>
                </a:solidFill>
                <a:latin typeface="Pretendard" pitchFamily="34" charset="0"/>
                <a:ea typeface="Pretendard" pitchFamily="34" charset="-122"/>
                <a:cs typeface="Pretendard" pitchFamily="34" charset="-120"/>
              </a:rPr>
              <a:t>Validation Summary</a:t>
            </a:r>
            <a:endParaRPr lang="en-US" sz="3400" dirty="0"/>
          </a:p>
        </p:txBody>
      </p:sp>
      <p:sp>
        <p:nvSpPr>
          <p:cNvPr id="11" name="Text 9"/>
          <p:cNvSpPr txBox="1"/>
          <p:nvPr/>
        </p:nvSpPr>
        <p:spPr>
          <a:xfrm>
            <a:off x="1115568" y="1773936"/>
            <a:ext cx="6044184" cy="2907792"/>
          </a:xfrm>
          <a:prstGeom prst="rect">
            <a:avLst/>
          </a:prstGeom>
          <a:noFill/>
          <a:ln/>
        </p:spPr>
        <p:txBody>
          <a:bodyPr wrap="square" lIns="0" tIns="25400" rIns="25400" bIns="0" rtlCol="0" anchor="ctr">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The generated deck should contain editable text boxes, native charts, table objects, diagram shapes, icon-aside decoration, and consistent theme colors. The PNG preview is exported from Microsoft PowerPoint so visual validation checks actual PPT rendering, not only XML structure.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rgbClr val="1F2937"/>
      </a:dk1>
      <a:lt1>
        <a:srgbClr val="F7F3EF"/>
      </a:lt1>
      <a:dk2>
        <a:srgbClr val="57534E"/>
      </a:dk2>
      <a:lt2>
        <a:srgbClr val="FBF7F2"/>
      </a:lt2>
      <a:accent1>
        <a:srgbClr val="0F766E"/>
      </a:accent1>
      <a:accent2>
        <a:srgbClr val="760F4A"/>
      </a:accent2>
      <a:accent3>
        <a:srgbClr val="763A0F"/>
      </a:accent3>
      <a:accent4>
        <a:srgbClr val="0F763A"/>
      </a:accent4>
      <a:accent5>
        <a:srgbClr val="0F4B76"/>
      </a:accent5>
      <a:accent6>
        <a:srgbClr val="D6D0C2"/>
      </a:accent6>
      <a:hlink>
        <a:srgbClr val="0F766E"/>
      </a:hlink>
      <a:folHlink>
        <a:srgbClr val="760F4A"/>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mdpresent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MDPR Visual Diversity Integration</dc:title>
  <dc:subject>Generated from Markdown through Presentation IR and Layout IR</dc:subject>
  <dc:creator>mdpresent</dc:creator>
  <cp:lastModifiedBy>mdpresent</cp:lastModifiedBy>
  <cp:revision>1</cp:revision>
  <dcterms:created xsi:type="dcterms:W3CDTF">2026-06-19T14:43:07Z</dcterms:created>
  <dcterms:modified xsi:type="dcterms:W3CDTF">2026-06-19T14:43:07Z</dcterms:modified>
</cp:coreProperties>
</file>