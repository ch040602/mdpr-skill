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97,847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389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66,941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22,241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68,167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22,241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