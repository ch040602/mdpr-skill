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 + ADR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185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102,167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32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344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5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69,918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23,584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 + ADR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71,144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23,584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