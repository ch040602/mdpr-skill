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96,298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440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65,954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21,679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67,180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21,679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