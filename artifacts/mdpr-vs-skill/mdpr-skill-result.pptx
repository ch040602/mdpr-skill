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97,285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392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66,941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21,679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68,167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21,679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