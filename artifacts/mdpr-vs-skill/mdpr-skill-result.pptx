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 + ADR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186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104,352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32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344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5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71,930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23,757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9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0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1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6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7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18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3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4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5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0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1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2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37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38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39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44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45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 + ADR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73,156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23,757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