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12" name="mdpr:example-decks-from-mdpr-1f8782:item-1:block-26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basic/deck.md · comparison/deck.md</a:t>
            </a:r>
            <a:endParaRPr lang="en-US" sz="2200" dirty="0"/>
          </a:p>
        </p:txBody>
      </p:sp>
      <p:sp>
        <p:nvSpPr>
          <p:cNvPr id="13" name="mdpr:example-decks-from-mdpr-1f8782:item-2:block-26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pipeline/deck.md · diagram-arrangements/deck.md</a:t>
            </a:r>
            <a:endParaRPr lang="en-US" sz="2200" dirty="0"/>
          </a:p>
        </p:txBody>
      </p:sp>
      <p:sp>
        <p:nvSpPr>
          <p:cNvPr id="14" name="mdpr:example-decks-from-mdpr-1f8782:item-3:block-26"/>
          <p:cNvSpPr txBox="1"/>
          <p:nvPr/>
        </p:nvSpPr>
        <p:spPr>
          <a:xfrm>
            <a:off x="1133856" y="4639056"/>
            <a:ext cx="98206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five-methods/deck.md — Five-Item Layout Example · theme-preview-en/deck.md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6" name="mdpr:2-2-a2c94a:item-1:block-32-chunk-2"/>
          <p:cNvSpPr txBox="1"/>
          <p:nvPr/>
        </p:nvSpPr>
        <p:spPr>
          <a:xfrm>
            <a:off x="1243584" y="2982468"/>
            <a:ext cx="262432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7" name="mdpr:2-2-a2c94a:item-2:block-32-chunk-2"/>
          <p:cNvSpPr txBox="1"/>
          <p:nvPr/>
        </p:nvSpPr>
        <p:spPr>
          <a:xfrm>
            <a:off x="4764024" y="2982468"/>
            <a:ext cx="262432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8" name="mdpr:2-2-a2c94a:item-3:block-32-chunk-2"/>
          <p:cNvSpPr txBox="1"/>
          <p:nvPr/>
        </p:nvSpPr>
        <p:spPr>
          <a:xfrm>
            <a:off x="8284464" y="2982468"/>
            <a:ext cx="262432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2026-07-15T06:31:43Z</dcterms:created>
  <dcterms:modified xsi:type="dcterms:W3CDTF">2026-07-15T06:31:43Z</dcterms:modified>
</cp:coreProperties>
</file>