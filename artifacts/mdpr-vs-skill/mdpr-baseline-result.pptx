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image" Target="../media/image-30-3.png"/><Relationship Id="rId4" Type="http://schemas.openxmlformats.org/officeDocument/2006/relationships/image" Target="../media/image-30-4.svg"/><Relationship Id="rId5" Type="http://schemas.openxmlformats.org/officeDocument/2006/relationships/image" Target="../media/image-30-5.png"/><Relationship Id="rId6" Type="http://schemas.openxmlformats.org/officeDocument/2006/relationships/image" Target="../media/image-30-6.svg"/><Relationship Id="rId7" Type="http://schemas.openxmlformats.org/officeDocument/2006/relationships/image" Target="../media/image-30-7.png"/><Relationship Id="rId8" Type="http://schemas.openxmlformats.org/officeDocument/2006/relationships/image" Target="../media/image-30-8.svg"/><Relationship Id="rId9" Type="http://schemas.openxmlformats.org/officeDocument/2006/relationships/image" Target="../media/image-30-9.png"/><Relationship Id="rId10" Type="http://schemas.openxmlformats.org/officeDocument/2006/relationships/image" Target="../media/image-30-10.sv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image" Target="../media/image-34-3.png"/><Relationship Id="rId4" Type="http://schemas.openxmlformats.org/officeDocument/2006/relationships/image" Target="../media/image-34-4.svg"/><Relationship Id="rId5" Type="http://schemas.openxmlformats.org/officeDocument/2006/relationships/image" Target="../media/image-34-5.png"/><Relationship Id="rId6" Type="http://schemas.openxmlformats.org/officeDocument/2006/relationships/image" Target="../media/image-34-6.svg"/><Relationship Id="rId7" Type="http://schemas.openxmlformats.org/officeDocument/2006/relationships/image" Target="../media/image-34-7.png"/><Relationship Id="rId8" Type="http://schemas.openxmlformats.org/officeDocument/2006/relationships/image" Target="../media/image-3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7e86e7:title:__title:1-3-7e86e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sp>
        <p:nvSpPr>
          <p:cNvPr id="15" name="mdpr:1-3-7e86e7:item-1:block-2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 Automation Proposal</a:t>
            </a:r>
            <a:endParaRPr lang="en-US" sz="2200" dirty="0"/>
          </a:p>
        </p:txBody>
      </p:sp>
      <p:sp>
        <p:nvSpPr>
          <p:cNvPr id="16" name="mdpr:1-3-7e86e7:item-2:block-2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 Definition</a:t>
            </a:r>
            <a:endParaRPr lang="en-US" sz="2200" dirty="0"/>
          </a:p>
        </p:txBody>
      </p:sp>
      <p:sp>
        <p:nvSpPr>
          <p:cNvPr id="17" name="mdpr:1-3-7e86e7:item-3:block-2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Repetitive Work Is Growing</a:t>
            </a:r>
            <a:endParaRPr lang="en-US" sz="2200" dirty="0"/>
          </a:p>
        </p:txBody>
      </p:sp>
      <p:sp>
        <p:nvSpPr>
          <p:cNvPr id="18" name="mdpr:1-3-7e86e7:item-4:block-2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Costs Are Growing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4f52c2:title:__title:2-3-4f52c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4f52c2:item-1:block-28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3" name="mdpr:2-3-4f52c2:item-2:block-28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4" name="mdpr:2-3-4f52c2:item-3:block-28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Meeting note cleanup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9304f5:title:__title:3-3-9304f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9304f5:item-1:block-28-chunk-3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Report draft writing</a:t>
            </a:r>
            <a:endParaRPr lang="en-US" sz="2200" dirty="0"/>
          </a:p>
        </p:txBody>
      </p:sp>
      <p:sp>
        <p:nvSpPr>
          <p:cNvPr id="7" name="mdpr:3-3-9304f5:item-2:block-2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collection</a:t>
            </a:r>
            <a:endParaRPr lang="en-US" sz="2200" dirty="0"/>
          </a:p>
        </p:txBody>
      </p:sp>
      <p:sp>
        <p:nvSpPr>
          <p:cNvPr id="8" name="mdpr:3-3-9304f5:item-3:block-28-chunk-3"/>
          <p:cNvSpPr txBox="1"/>
          <p:nvPr/>
        </p:nvSpPr>
        <p:spPr>
          <a:xfrm>
            <a:off x="808329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Source location is unclear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d8deb6:title:__title:1-2-d8deb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sp>
        <p:nvSpPr>
          <p:cNvPr id="15" name="mdpr:1-2-d8deb6:item-1:block-30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Comparison Structure Example</a:t>
            </a:r>
            <a:endParaRPr lang="en-US" sz="2200" dirty="0"/>
          </a:p>
        </p:txBody>
      </p:sp>
      <p:sp>
        <p:nvSpPr>
          <p:cNvPr id="16" name="mdpr:1-2-d8deb6:item-2:block-30-chunk-1"/>
          <p:cNvSpPr txBox="1"/>
          <p:nvPr/>
        </p:nvSpPr>
        <p:spPr>
          <a:xfrm>
            <a:off x="65288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 and Improved Approach</a:t>
            </a:r>
            <a:endParaRPr lang="en-US" sz="2200" dirty="0"/>
          </a:p>
        </p:txBody>
      </p:sp>
      <p:sp>
        <p:nvSpPr>
          <p:cNvPr id="17" name="mdpr:1-2-d8deb6:item-3:block-30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Approach</a:t>
            </a:r>
            <a:endParaRPr lang="en-US" sz="2200" dirty="0"/>
          </a:p>
        </p:txBody>
      </p:sp>
      <p:sp>
        <p:nvSpPr>
          <p:cNvPr id="18" name="mdpr:1-2-d8deb6:item-4:block-30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Improved Approach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52044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55080" y="2103120"/>
            <a:ext cx="73152" cy="2240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89720" y="2103120"/>
            <a:ext cx="73152" cy="22402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mdpr:2-2-447582:title:__title:2-2-4475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7" name="mdpr:2-2-447582:item-1:block-30-chunk-2"/>
          <p:cNvSpPr txBox="1"/>
          <p:nvPr/>
        </p:nvSpPr>
        <p:spPr>
          <a:xfrm>
            <a:off x="90525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Documents are written manually</a:t>
            </a:r>
            <a:endParaRPr lang="en-US" sz="2200" dirty="0"/>
          </a:p>
        </p:txBody>
      </p:sp>
      <p:sp>
        <p:nvSpPr>
          <p:cNvPr id="8" name="mdpr:2-2-447582:item-2:block-30-chunk-2"/>
          <p:cNvSpPr txBox="1"/>
          <p:nvPr/>
        </p:nvSpPr>
        <p:spPr>
          <a:xfrm>
            <a:off x="373989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 varies by person</a:t>
            </a:r>
            <a:endParaRPr lang="en-US" sz="2200" dirty="0"/>
          </a:p>
        </p:txBody>
      </p:sp>
      <p:sp>
        <p:nvSpPr>
          <p:cNvPr id="9" name="mdpr:2-2-447582:item-3:block-30-chunk-2"/>
          <p:cNvSpPr txBox="1"/>
          <p:nvPr/>
        </p:nvSpPr>
        <p:spPr>
          <a:xfrm>
            <a:off x="6574536" y="2842260"/>
            <a:ext cx="19110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Search is difficult</a:t>
            </a:r>
            <a:endParaRPr lang="en-US" sz="2200" dirty="0"/>
          </a:p>
        </p:txBody>
      </p:sp>
      <p:sp>
        <p:nvSpPr>
          <p:cNvPr id="10" name="mdpr:2-2-447582:item-4:block-30-chunk-2"/>
          <p:cNvSpPr txBox="1"/>
          <p:nvPr/>
        </p:nvSpPr>
        <p:spPr>
          <a:xfrm>
            <a:off x="9409176" y="2674620"/>
            <a:ext cx="19110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Drafts are generated automatically</a:t>
            </a:r>
            <a:endParaRPr lang="en-US" sz="2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6" name="mdpr:2-2-a2c94a:item-1:block-32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structure</a:t>
            </a:r>
            <a:endParaRPr lang="en-US" sz="2200" dirty="0"/>
          </a:p>
        </p:txBody>
      </p:sp>
      <p:sp>
        <p:nvSpPr>
          <p:cNvPr id="7" name="mdpr:2-2-a2c94a:item-2:block-3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 layout</a:t>
            </a:r>
            <a:endParaRPr lang="en-US" sz="2200" dirty="0"/>
          </a:p>
        </p:txBody>
      </p:sp>
      <p:sp>
        <p:nvSpPr>
          <p:cNvPr id="8" name="mdpr:2-2-a2c94a:item-3:block-32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04241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56285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083296" y="4389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2026-07-14T08:52:08Z</dcterms:created>
  <dcterms:modified xsi:type="dcterms:W3CDTF">2026-07-14T08:52:08Z</dcterms:modified>
</cp:coreProperties>
</file>