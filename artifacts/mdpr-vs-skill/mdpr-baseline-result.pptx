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image" Target="../media/image-24-9.png"/><Relationship Id="rId10" Type="http://schemas.openxmlformats.org/officeDocument/2006/relationships/image" Target="../media/image-24-10.sv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svg"/><Relationship Id="rId13" Type="http://schemas.openxmlformats.org/officeDocument/2006/relationships/image" Target="../media/image-24-13.png"/><Relationship Id="rId14" Type="http://schemas.openxmlformats.org/officeDocument/2006/relationships/image" Target="../media/image-24-14.svg"/><Relationship Id="rId15" Type="http://schemas.openxmlformats.org/officeDocument/2006/relationships/image" Target="../media/image-24-15.png"/><Relationship Id="rId16" Type="http://schemas.openxmlformats.org/officeDocument/2006/relationships/image" Target="../media/image-24-16.svg"/><Relationship Id="rId17" Type="http://schemas.openxmlformats.org/officeDocument/2006/relationships/image" Target="../media/image-24-17.png"/><Relationship Id="rId18" Type="http://schemas.openxmlformats.org/officeDocument/2006/relationships/image" Target="../media/image-24-18.svg"/><Relationship Id="rId19" Type="http://schemas.openxmlformats.org/officeDocument/2006/relationships/image" Target="../media/image-24-19.png"/><Relationship Id="rId20" Type="http://schemas.openxmlformats.org/officeDocument/2006/relationships/image" Target="../media/image-24-20.svg"/><Relationship Id="rId21" Type="http://schemas.openxmlformats.org/officeDocument/2006/relationships/image" Target="../media/image-24-21.png"/><Relationship Id="rId22" Type="http://schemas.openxmlformats.org/officeDocument/2006/relationships/image" Target="../media/image-24-22.sv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image" Target="../media/image-26-9.png"/><Relationship Id="rId10" Type="http://schemas.openxmlformats.org/officeDocument/2006/relationships/image" Target="../media/image-26-10.sv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svg"/><Relationship Id="rId13" Type="http://schemas.openxmlformats.org/officeDocument/2006/relationships/image" Target="../media/image-26-13.png"/><Relationship Id="rId14" Type="http://schemas.openxmlformats.org/officeDocument/2006/relationships/image" Target="../media/image-26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image" Target="../media/image-27-9.png"/><Relationship Id="rId10" Type="http://schemas.openxmlformats.org/officeDocument/2006/relationships/image" Target="../media/image-27-10.svg"/><Relationship Id="rId11" Type="http://schemas.openxmlformats.org/officeDocument/2006/relationships/image" Target="../media/image-27-11.png"/><Relationship Id="rId12" Type="http://schemas.openxmlformats.org/officeDocument/2006/relationships/image" Target="../media/image-27-12.svg"/><Relationship Id="rId13" Type="http://schemas.openxmlformats.org/officeDocument/2006/relationships/image" Target="../media/image-27-13.png"/><Relationship Id="rId14" Type="http://schemas.openxmlformats.org/officeDocument/2006/relationships/image" Target="../media/image-27-14.svg"/><Relationship Id="rId15" Type="http://schemas.openxmlformats.org/officeDocument/2006/relationships/image" Target="../media/image-27-15.png"/><Relationship Id="rId16" Type="http://schemas.openxmlformats.org/officeDocument/2006/relationships/image" Target="../media/image-2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image" Target="../media/image-29-13.png"/><Relationship Id="rId14" Type="http://schemas.openxmlformats.org/officeDocument/2006/relationships/image" Target="../media/image-29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image" Target="../media/image-30-13.png"/><Relationship Id="rId14" Type="http://schemas.openxmlformats.org/officeDocument/2006/relationships/image" Target="../media/image-30-14.svg"/><Relationship Id="rId15" Type="http://schemas.openxmlformats.org/officeDocument/2006/relationships/image" Target="../media/image-30-15.png"/><Relationship Id="rId16" Type="http://schemas.openxmlformats.org/officeDocument/2006/relationships/image" Target="../media/image-30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image" Target="../media/image-33-3.png"/><Relationship Id="rId4" Type="http://schemas.openxmlformats.org/officeDocument/2006/relationships/image" Target="../media/image-33-4.svg"/><Relationship Id="rId5" Type="http://schemas.openxmlformats.org/officeDocument/2006/relationships/image" Target="../media/image-33-5.png"/><Relationship Id="rId6" Type="http://schemas.openxmlformats.org/officeDocument/2006/relationships/image" Target="../media/image-33-6.svg"/><Relationship Id="rId7" Type="http://schemas.openxmlformats.org/officeDocument/2006/relationships/image" Target="../media/image-33-7.png"/><Relationship Id="rId8" Type="http://schemas.openxmlformats.org/officeDocument/2006/relationships/image" Target="../media/image-33-8.svg"/><Relationship Id="rId9" Type="http://schemas.openxmlformats.org/officeDocument/2006/relationships/image" Target="../media/image-33-9.png"/><Relationship Id="rId10" Type="http://schemas.openxmlformats.org/officeDocument/2006/relationships/image" Target="../media/image-33-10.svg"/><Relationship Id="rId11" Type="http://schemas.openxmlformats.org/officeDocument/2006/relationships/image" Target="../media/image-33-11.png"/><Relationship Id="rId12" Type="http://schemas.openxmlformats.org/officeDocument/2006/relationships/image" Target="../media/image-33-12.svg"/><Relationship Id="rId13" Type="http://schemas.openxmlformats.org/officeDocument/2006/relationships/image" Target="../media/image-33-13.png"/><Relationship Id="rId14" Type="http://schemas.openxmlformats.org/officeDocument/2006/relationships/image" Target="../media/image-33-14.svg"/><Relationship Id="rId15" Type="http://schemas.openxmlformats.org/officeDocument/2006/relationships/image" Target="../media/image-33-15.png"/><Relationship Id="rId16" Type="http://schemas.openxmlformats.org/officeDocument/2006/relationships/image" Target="../media/image-33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image" Target="../media/image-34-7.png"/><Relationship Id="rId8" Type="http://schemas.openxmlformats.org/officeDocument/2006/relationships/image" Target="../media/image-34-8.svg"/><Relationship Id="rId9" Type="http://schemas.openxmlformats.org/officeDocument/2006/relationships/image" Target="../media/image-34-9.png"/><Relationship Id="rId10" Type="http://schemas.openxmlformats.org/officeDocument/2006/relationships/image" Target="../media/image-34-10.svg"/><Relationship Id="rId11" Type="http://schemas.openxmlformats.org/officeDocument/2006/relationships/image" Target="../media/image-34-11.png"/><Relationship Id="rId12" Type="http://schemas.openxmlformats.org/officeDocument/2006/relationships/image" Target="../media/image-34-12.svg"/><Relationship Id="rId13" Type="http://schemas.openxmlformats.org/officeDocument/2006/relationships/image" Target="../media/image-34-13.png"/><Relationship Id="rId14" Type="http://schemas.openxmlformats.org/officeDocument/2006/relationships/image" Target="../media/image-34-14.svg"/><Relationship Id="rId15" Type="http://schemas.openxmlformats.org/officeDocument/2006/relationships/image" Target="../media/image-34-15.png"/><Relationship Id="rId16" Type="http://schemas.openxmlformats.org/officeDocument/2006/relationships/image" Target="../media/image-34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svg"/><Relationship Id="rId3" Type="http://schemas.openxmlformats.org/officeDocument/2006/relationships/image" Target="../media/image-36-3.png"/><Relationship Id="rId4" Type="http://schemas.openxmlformats.org/officeDocument/2006/relationships/image" Target="../media/image-36-4.svg"/><Relationship Id="rId5" Type="http://schemas.openxmlformats.org/officeDocument/2006/relationships/image" Target="../media/image-36-5.png"/><Relationship Id="rId6" Type="http://schemas.openxmlformats.org/officeDocument/2006/relationships/image" Target="../media/image-36-6.svg"/><Relationship Id="rId7" Type="http://schemas.openxmlformats.org/officeDocument/2006/relationships/image" Target="../media/image-36-7.png"/><Relationship Id="rId8" Type="http://schemas.openxmlformats.org/officeDocument/2006/relationships/image" Target="../media/image-36-8.svg"/><Relationship Id="rId9" Type="http://schemas.openxmlformats.org/officeDocument/2006/relationships/image" Target="../media/image-36-9.png"/><Relationship Id="rId10" Type="http://schemas.openxmlformats.org/officeDocument/2006/relationships/image" Target="../media/image-36-10.svg"/><Relationship Id="rId11" Type="http://schemas.openxmlformats.org/officeDocument/2006/relationships/image" Target="../media/image-36-11.png"/><Relationship Id="rId12" Type="http://schemas.openxmlformats.org/officeDocument/2006/relationships/image" Target="../media/image-36-12.svg"/><Relationship Id="rId13" Type="http://schemas.openxmlformats.org/officeDocument/2006/relationships/image" Target="../media/image-36-13.png"/><Relationship Id="rId14" Type="http://schemas.openxmlformats.org/officeDocument/2006/relationships/image" Target="../media/image-36-14.svg"/><Relationship Id="rId15" Type="http://schemas.openxmlformats.org/officeDocument/2006/relationships/image" Target="../media/image-36-15.png"/><Relationship Id="rId16" Type="http://schemas.openxmlformats.org/officeDocument/2006/relationships/image" Target="../media/image-36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svg"/><Relationship Id="rId3" Type="http://schemas.openxmlformats.org/officeDocument/2006/relationships/image" Target="../media/image-37-3.png"/><Relationship Id="rId4" Type="http://schemas.openxmlformats.org/officeDocument/2006/relationships/image" Target="../media/image-37-4.svg"/><Relationship Id="rId5" Type="http://schemas.openxmlformats.org/officeDocument/2006/relationships/image" Target="../media/image-37-5.png"/><Relationship Id="rId6" Type="http://schemas.openxmlformats.org/officeDocument/2006/relationships/image" Target="../media/image-37-6.svg"/><Relationship Id="rId7" Type="http://schemas.openxmlformats.org/officeDocument/2006/relationships/image" Target="../media/image-37-7.png"/><Relationship Id="rId8" Type="http://schemas.openxmlformats.org/officeDocument/2006/relationships/image" Target="../media/image-37-8.svg"/><Relationship Id="rId9" Type="http://schemas.openxmlformats.org/officeDocument/2006/relationships/image" Target="../media/image-37-9.png"/><Relationship Id="rId10" Type="http://schemas.openxmlformats.org/officeDocument/2006/relationships/image" Target="../media/image-37-10.svg"/><Relationship Id="rId11" Type="http://schemas.openxmlformats.org/officeDocument/2006/relationships/image" Target="../media/image-37-11.png"/><Relationship Id="rId12" Type="http://schemas.openxmlformats.org/officeDocument/2006/relationships/image" Target="../media/image-37-12.svg"/><Relationship Id="rId13" Type="http://schemas.openxmlformats.org/officeDocument/2006/relationships/image" Target="../media/image-37-13.png"/><Relationship Id="rId14" Type="http://schemas.openxmlformats.org/officeDocument/2006/relationships/image" Target="../media/image-37-14.svg"/><Relationship Id="rId15" Type="http://schemas.openxmlformats.org/officeDocument/2006/relationships/image" Target="../media/image-37-15.png"/><Relationship Id="rId16" Type="http://schemas.openxmlformats.org/officeDocument/2006/relationships/image" Target="../media/image-3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svg"/><Relationship Id="rId3" Type="http://schemas.openxmlformats.org/officeDocument/2006/relationships/image" Target="../media/image-38-3.png"/><Relationship Id="rId4" Type="http://schemas.openxmlformats.org/officeDocument/2006/relationships/image" Target="../media/image-38-4.svg"/><Relationship Id="rId5" Type="http://schemas.openxmlformats.org/officeDocument/2006/relationships/image" Target="../media/image-38-5.png"/><Relationship Id="rId6" Type="http://schemas.openxmlformats.org/officeDocument/2006/relationships/image" Target="../media/image-38-6.svg"/><Relationship Id="rId7" Type="http://schemas.openxmlformats.org/officeDocument/2006/relationships/image" Target="../media/image-38-7.png"/><Relationship Id="rId8" Type="http://schemas.openxmlformats.org/officeDocument/2006/relationships/image" Target="../media/image-38-8.svg"/><Relationship Id="rId9" Type="http://schemas.openxmlformats.org/officeDocument/2006/relationships/image" Target="../media/image-38-9.png"/><Relationship Id="rId10" Type="http://schemas.openxmlformats.org/officeDocument/2006/relationships/image" Target="../media/image-38-10.svg"/><Relationship Id="rId11" Type="http://schemas.openxmlformats.org/officeDocument/2006/relationships/image" Target="../media/image-38-11.png"/><Relationship Id="rId12" Type="http://schemas.openxmlformats.org/officeDocument/2006/relationships/image" Target="../media/image-38-12.svg"/><Relationship Id="rId13" Type="http://schemas.openxmlformats.org/officeDocument/2006/relationships/image" Target="../media/image-38-13.png"/><Relationship Id="rId14" Type="http://schemas.openxmlformats.org/officeDocument/2006/relationships/image" Target="../media/image-38-14.svg"/><Relationship Id="rId15" Type="http://schemas.openxmlformats.org/officeDocument/2006/relationships/image" Target="../media/image-38-15.png"/><Relationship Id="rId16" Type="http://schemas.openxmlformats.org/officeDocument/2006/relationships/image" Target="../media/image-3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svg"/><Relationship Id="rId3" Type="http://schemas.openxmlformats.org/officeDocument/2006/relationships/image" Target="../media/image-39-3.png"/><Relationship Id="rId4" Type="http://schemas.openxmlformats.org/officeDocument/2006/relationships/image" Target="../media/image-39-4.svg"/><Relationship Id="rId5" Type="http://schemas.openxmlformats.org/officeDocument/2006/relationships/image" Target="../media/image-39-5.png"/><Relationship Id="rId6" Type="http://schemas.openxmlformats.org/officeDocument/2006/relationships/image" Target="../media/image-39-6.svg"/><Relationship Id="rId7" Type="http://schemas.openxmlformats.org/officeDocument/2006/relationships/image" Target="../media/image-39-7.png"/><Relationship Id="rId8" Type="http://schemas.openxmlformats.org/officeDocument/2006/relationships/image" Target="../media/image-39-8.svg"/><Relationship Id="rId9" Type="http://schemas.openxmlformats.org/officeDocument/2006/relationships/image" Target="../media/image-39-9.png"/><Relationship Id="rId10" Type="http://schemas.openxmlformats.org/officeDocument/2006/relationships/image" Target="../media/image-39-10.svg"/><Relationship Id="rId11" Type="http://schemas.openxmlformats.org/officeDocument/2006/relationships/image" Target="../media/image-39-11.png"/><Relationship Id="rId12" Type="http://schemas.openxmlformats.org/officeDocument/2006/relationships/image" Target="../media/image-3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svg"/><Relationship Id="rId3" Type="http://schemas.openxmlformats.org/officeDocument/2006/relationships/image" Target="../media/image-40-3.png"/><Relationship Id="rId4" Type="http://schemas.openxmlformats.org/officeDocument/2006/relationships/image" Target="../media/image-40-4.svg"/><Relationship Id="rId5" Type="http://schemas.openxmlformats.org/officeDocument/2006/relationships/image" Target="../media/image-40-5.png"/><Relationship Id="rId6" Type="http://schemas.openxmlformats.org/officeDocument/2006/relationships/image" Target="../media/image-40-6.svg"/><Relationship Id="rId7" Type="http://schemas.openxmlformats.org/officeDocument/2006/relationships/image" Target="../media/image-40-7.png"/><Relationship Id="rId8" Type="http://schemas.openxmlformats.org/officeDocument/2006/relationships/image" Target="../media/image-40-8.svg"/><Relationship Id="rId9" Type="http://schemas.openxmlformats.org/officeDocument/2006/relationships/image" Target="../media/image-40-9.png"/><Relationship Id="rId10" Type="http://schemas.openxmlformats.org/officeDocument/2006/relationships/image" Target="../media/image-40-10.svg"/><Relationship Id="rId11" Type="http://schemas.openxmlformats.org/officeDocument/2006/relationships/image" Target="../media/image-40-11.png"/><Relationship Id="rId12" Type="http://schemas.openxmlformats.org/officeDocument/2006/relationships/image" Target="../media/image-40-12.svg"/><Relationship Id="rId13" Type="http://schemas.openxmlformats.org/officeDocument/2006/relationships/image" Target="../media/image-40-13.png"/><Relationship Id="rId14" Type="http://schemas.openxmlformats.org/officeDocument/2006/relationships/image" Target="../media/image-40-14.svg"/><Relationship Id="rId15" Type="http://schemas.openxmlformats.org/officeDocument/2006/relationships/image" Target="../media/image-40-15.png"/><Relationship Id="rId16" Type="http://schemas.openxmlformats.org/officeDocument/2006/relationships/image" Target="../media/image-40-16.svg"/><Relationship Id="rId17" Type="http://schemas.openxmlformats.org/officeDocument/2006/relationships/image" Target="../media/image-40-17.png"/><Relationship Id="rId18" Type="http://schemas.openxmlformats.org/officeDocument/2006/relationships/image" Target="../media/image-40-18.svg"/><Relationship Id="rId19" Type="http://schemas.openxmlformats.org/officeDocument/2006/relationships/image" Target="../media/image-40-19.png"/><Relationship Id="rId20" Type="http://schemas.openxmlformats.org/officeDocument/2006/relationships/image" Target="../media/image-40-20.svg"/><Relationship Id="rId21" Type="http://schemas.openxmlformats.org/officeDocument/2006/relationships/image" Target="../media/image-40-21.png"/><Relationship Id="rId22" Type="http://schemas.openxmlformats.org/officeDocument/2006/relationships/image" Target="../media/image-40-22.svg"/><Relationship Id="rId23" Type="http://schemas.openxmlformats.org/officeDocument/2006/relationships/image" Target="../media/image-40-23.png"/><Relationship Id="rId24" Type="http://schemas.openxmlformats.org/officeDocument/2006/relationships/image" Target="../media/image-40-24.svg"/><Relationship Id="rId25" Type="http://schemas.openxmlformats.org/officeDocument/2006/relationships/slideLayout" Target="../slideLayouts/slideLayout1.xml"/><Relationship Id="rId2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svg"/><Relationship Id="rId3" Type="http://schemas.openxmlformats.org/officeDocument/2006/relationships/image" Target="../media/image-41-3.png"/><Relationship Id="rId4" Type="http://schemas.openxmlformats.org/officeDocument/2006/relationships/image" Target="../media/image-41-4.svg"/><Relationship Id="rId5" Type="http://schemas.openxmlformats.org/officeDocument/2006/relationships/image" Target="../media/image-41-5.png"/><Relationship Id="rId6" Type="http://schemas.openxmlformats.org/officeDocument/2006/relationships/image" Target="../media/image-41-6.svg"/><Relationship Id="rId7" Type="http://schemas.openxmlformats.org/officeDocument/2006/relationships/image" Target="../media/image-41-7.png"/><Relationship Id="rId8" Type="http://schemas.openxmlformats.org/officeDocument/2006/relationships/image" Target="../media/image-41-8.svg"/><Relationship Id="rId9" Type="http://schemas.openxmlformats.org/officeDocument/2006/relationships/image" Target="../media/image-41-9.png"/><Relationship Id="rId10" Type="http://schemas.openxmlformats.org/officeDocument/2006/relationships/image" Target="../media/image-41-10.svg"/><Relationship Id="rId11" Type="http://schemas.openxmlformats.org/officeDocument/2006/relationships/image" Target="../media/image-41-11.png"/><Relationship Id="rId12" Type="http://schemas.openxmlformats.org/officeDocument/2006/relationships/image" Target="../media/image-41-12.svg"/><Relationship Id="rId13" Type="http://schemas.openxmlformats.org/officeDocument/2006/relationships/image" Target="../media/image-41-13.png"/><Relationship Id="rId14" Type="http://schemas.openxmlformats.org/officeDocument/2006/relationships/image" Target="../media/image-41-14.svg"/><Relationship Id="rId15" Type="http://schemas.openxmlformats.org/officeDocument/2006/relationships/image" Target="../media/image-41-15.png"/><Relationship Id="rId16" Type="http://schemas.openxmlformats.org/officeDocument/2006/relationships/image" Target="../media/image-41-16.svg"/><Relationship Id="rId17" Type="http://schemas.openxmlformats.org/officeDocument/2006/relationships/image" Target="../media/image-41-17.png"/><Relationship Id="rId18" Type="http://schemas.openxmlformats.org/officeDocument/2006/relationships/image" Target="../media/image-41-18.svg"/><Relationship Id="rId19" Type="http://schemas.openxmlformats.org/officeDocument/2006/relationships/image" Target="../media/image-41-19.png"/><Relationship Id="rId20" Type="http://schemas.openxmlformats.org/officeDocument/2006/relationships/image" Target="../media/image-41-20.svg"/><Relationship Id="rId21" Type="http://schemas.openxmlformats.org/officeDocument/2006/relationships/image" Target="../media/image-41-21.png"/><Relationship Id="rId22" Type="http://schemas.openxmlformats.org/officeDocument/2006/relationships/image" Target="../media/image-41-22.svg"/><Relationship Id="rId23" Type="http://schemas.openxmlformats.org/officeDocument/2006/relationships/image" Target="../media/image-41-23.png"/><Relationship Id="rId24" Type="http://schemas.openxmlformats.org/officeDocument/2006/relationships/image" Target="../media/image-41-24.svg"/><Relationship Id="rId25" Type="http://schemas.openxmlformats.org/officeDocument/2006/relationships/slideLayout" Target="../slideLayouts/slideLayout1.xml"/><Relationship Id="rId2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svg"/><Relationship Id="rId3" Type="http://schemas.openxmlformats.org/officeDocument/2006/relationships/image" Target="../media/image-42-3.png"/><Relationship Id="rId4" Type="http://schemas.openxmlformats.org/officeDocument/2006/relationships/image" Target="../media/image-42-4.svg"/><Relationship Id="rId5" Type="http://schemas.openxmlformats.org/officeDocument/2006/relationships/image" Target="../media/image-42-5.png"/><Relationship Id="rId6" Type="http://schemas.openxmlformats.org/officeDocument/2006/relationships/image" Target="../media/image-42-6.svg"/><Relationship Id="rId7" Type="http://schemas.openxmlformats.org/officeDocument/2006/relationships/image" Target="../media/image-42-7.png"/><Relationship Id="rId8" Type="http://schemas.openxmlformats.org/officeDocument/2006/relationships/image" Target="../media/image-42-8.svg"/><Relationship Id="rId9" Type="http://schemas.openxmlformats.org/officeDocument/2006/relationships/image" Target="../media/image-42-9.png"/><Relationship Id="rId10" Type="http://schemas.openxmlformats.org/officeDocument/2006/relationships/image" Target="../media/image-42-10.svg"/><Relationship Id="rId11" Type="http://schemas.openxmlformats.org/officeDocument/2006/relationships/image" Target="../media/image-42-11.png"/><Relationship Id="rId12" Type="http://schemas.openxmlformats.org/officeDocument/2006/relationships/image" Target="../media/image-42-12.svg"/><Relationship Id="rId13" Type="http://schemas.openxmlformats.org/officeDocument/2006/relationships/image" Target="../media/image-42-13.png"/><Relationship Id="rId14" Type="http://schemas.openxmlformats.org/officeDocument/2006/relationships/image" Target="../media/image-42-14.svg"/><Relationship Id="rId15" Type="http://schemas.openxmlformats.org/officeDocument/2006/relationships/image" Target="../media/image-42-15.png"/><Relationship Id="rId16" Type="http://schemas.openxmlformats.org/officeDocument/2006/relationships/image" Target="../media/image-4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svg"/><Relationship Id="rId3" Type="http://schemas.openxmlformats.org/officeDocument/2006/relationships/image" Target="../media/image-43-3.png"/><Relationship Id="rId4" Type="http://schemas.openxmlformats.org/officeDocument/2006/relationships/image" Target="../media/image-43-4.svg"/><Relationship Id="rId5" Type="http://schemas.openxmlformats.org/officeDocument/2006/relationships/image" Target="../media/image-43-5.png"/><Relationship Id="rId6" Type="http://schemas.openxmlformats.org/officeDocument/2006/relationships/image" Target="../media/image-43-6.svg"/><Relationship Id="rId7" Type="http://schemas.openxmlformats.org/officeDocument/2006/relationships/image" Target="../media/image-43-7.png"/><Relationship Id="rId8" Type="http://schemas.openxmlformats.org/officeDocument/2006/relationships/image" Target="../media/image-43-8.svg"/><Relationship Id="rId9" Type="http://schemas.openxmlformats.org/officeDocument/2006/relationships/image" Target="../media/image-43-9.png"/><Relationship Id="rId10" Type="http://schemas.openxmlformats.org/officeDocument/2006/relationships/image" Target="../media/image-43-10.svg"/><Relationship Id="rId11" Type="http://schemas.openxmlformats.org/officeDocument/2006/relationships/image" Target="../media/image-43-11.png"/><Relationship Id="rId12" Type="http://schemas.openxmlformats.org/officeDocument/2006/relationships/image" Target="../media/image-43-12.svg"/><Relationship Id="rId13" Type="http://schemas.openxmlformats.org/officeDocument/2006/relationships/image" Target="../media/image-43-13.png"/><Relationship Id="rId14" Type="http://schemas.openxmlformats.org/officeDocument/2006/relationships/image" Target="../media/image-43-14.svg"/><Relationship Id="rId15" Type="http://schemas.openxmlformats.org/officeDocument/2006/relationships/image" Target="../media/image-43-15.png"/><Relationship Id="rId16" Type="http://schemas.openxmlformats.org/officeDocument/2006/relationships/image" Target="../media/image-43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svg"/><Relationship Id="rId3" Type="http://schemas.openxmlformats.org/officeDocument/2006/relationships/image" Target="../media/image-45-3.png"/><Relationship Id="rId4" Type="http://schemas.openxmlformats.org/officeDocument/2006/relationships/image" Target="../media/image-45-4.svg"/><Relationship Id="rId5" Type="http://schemas.openxmlformats.org/officeDocument/2006/relationships/image" Target="../media/image-45-5.png"/><Relationship Id="rId6" Type="http://schemas.openxmlformats.org/officeDocument/2006/relationships/image" Target="../media/image-45-6.svg"/><Relationship Id="rId7" Type="http://schemas.openxmlformats.org/officeDocument/2006/relationships/image" Target="../media/image-45-7.png"/><Relationship Id="rId8" Type="http://schemas.openxmlformats.org/officeDocument/2006/relationships/image" Target="../media/image-45-8.svg"/><Relationship Id="rId9" Type="http://schemas.openxmlformats.org/officeDocument/2006/relationships/image" Target="../media/image-45-9.png"/><Relationship Id="rId10" Type="http://schemas.openxmlformats.org/officeDocument/2006/relationships/image" Target="../media/image-45-10.svg"/><Relationship Id="rId11" Type="http://schemas.openxmlformats.org/officeDocument/2006/relationships/image" Target="../media/image-45-11.png"/><Relationship Id="rId12" Type="http://schemas.openxmlformats.org/officeDocument/2006/relationships/image" Target="../media/image-45-12.svg"/><Relationship Id="rId13" Type="http://schemas.openxmlformats.org/officeDocument/2006/relationships/image" Target="../media/image-45-13.png"/><Relationship Id="rId14" Type="http://schemas.openxmlformats.org/officeDocument/2006/relationships/image" Target="../media/image-45-14.svg"/><Relationship Id="rId15" Type="http://schemas.openxmlformats.org/officeDocument/2006/relationships/image" Target="../media/image-45-15.png"/><Relationship Id="rId16" Type="http://schemas.openxmlformats.org/officeDocument/2006/relationships/image" Target="../media/image-45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mdpr:mdpr-corpus-baseline-vs-design-components-skill-3dadcf:title:__title:mdpr-corpus-baseline-vs-design-components-skill-3dadcf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Baseline vs Design Components Skill</a:t>
            </a:r>
            <a:endParaRPr lang="en-US" sz="4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1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22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Source manifest</a:t>
            </a:r>
            <a:endParaRPr lang="en-US" sz="1800" dirty="0"/>
          </a:p>
        </p:txBody>
      </p:sp>
      <p:sp>
        <p:nvSpPr>
          <p:cNvPr id="23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Pipeline boundary</a:t>
            </a:r>
            <a:endParaRPr lang="en-US" sz="1800" dirty="0"/>
          </a:p>
        </p:txBody>
      </p:sp>
      <p:sp>
        <p:nvSpPr>
          <p:cNvPr id="24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Parser and splitting topics</a:t>
            </a:r>
            <a:endParaRPr lang="en-US" sz="1800" dirty="0"/>
          </a:p>
        </p:txBody>
      </p:sp>
      <p:sp>
        <p:nvSpPr>
          <p:cNvPr id="25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01. Architecture</a:t>
            </a:r>
            <a:endParaRPr lang="en-US" sz="1800" dirty="0"/>
          </a:p>
        </p:txBody>
      </p:sp>
      <p:sp>
        <p:nvSpPr>
          <p:cNvPr id="26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03. Page Splitting Rules</a:t>
            </a:r>
            <a:endParaRPr lang="en-US" sz="1800" dirty="0"/>
          </a:p>
        </p:txBody>
      </p:sp>
      <p:sp>
        <p:nvSpPr>
          <p:cNvPr id="27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04. Layout Selection Rules</a:t>
            </a:r>
            <a:endParaRPr lang="en-US" sz="1800" dirty="0"/>
          </a:p>
        </p:txBody>
      </p:sp>
      <p:sp>
        <p:nvSpPr>
          <p:cNvPr id="28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07. Rendering Rules</a:t>
            </a:r>
            <a:endParaRPr lang="en-US" sz="1800" dirty="0"/>
          </a:p>
        </p:txBody>
      </p:sp>
      <p:sp>
        <p:nvSpPr>
          <p:cNvPr id="29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11. Validation and Overflow Policy</a:t>
            </a:r>
            <a:endParaRPr lang="en-US" sz="1800" dirty="0"/>
          </a:p>
        </p:txBody>
      </p:sp>
      <p:sp>
        <p:nvSpPr>
          <p:cNvPr id="30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 decks from MDPR</a:t>
            </a:r>
            <a:endParaRPr lang="en-US" sz="1800" dirty="0"/>
          </a:p>
        </p:txBody>
      </p:sp>
      <p:sp>
        <p:nvSpPr>
          <p:cNvPr id="31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examples/basic/deck.md</a:t>
            </a:r>
            <a:endParaRPr lang="en-US" sz="1800" dirty="0"/>
          </a:p>
        </p:txBody>
      </p:sp>
      <p:sp>
        <p:nvSpPr>
          <p:cNvPr id="32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examples/comparison/deck.md</a:t>
            </a:r>
            <a:endParaRPr lang="en-US" sz="1800" dirty="0"/>
          </a:p>
        </p:txBody>
      </p:sp>
      <p:sp>
        <p:nvSpPr>
          <p:cNvPr id="33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examples/pipeline/deck.md</a:t>
            </a:r>
            <a:endParaRPr lang="en-US" sz="1800" dirty="0"/>
          </a:p>
        </p:txBody>
      </p:sp>
      <p:sp>
        <p:nvSpPr>
          <p:cNvPr id="34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examples/diagram-arrangements/deck.md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36192"/>
            <a:ext cx="10515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5852160"/>
            <a:ext cx="2011680" cy="457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0" name="mdpr:2-2-7bfb60:toc-item-1:toc-item-15"/>
          <p:cNvSpPr txBox="1"/>
          <p:nvPr/>
        </p:nvSpPr>
        <p:spPr>
          <a:xfrm>
            <a:off x="1042416" y="1828800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Example: examples/five-methods/deck.md</a:t>
            </a:r>
            <a:endParaRPr lang="en-US" sz="2200" dirty="0"/>
          </a:p>
        </p:txBody>
      </p:sp>
      <p:sp>
        <p:nvSpPr>
          <p:cNvPr id="11" name="mdpr:2-2-7bfb60:toc-item-2:toc-item-16"/>
          <p:cNvSpPr txBox="1"/>
          <p:nvPr/>
        </p:nvSpPr>
        <p:spPr>
          <a:xfrm>
            <a:off x="1042416" y="2871216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Example: examples/theme-preview-en/deck.md</a:t>
            </a:r>
            <a:endParaRPr lang="en-US" sz="2200" dirty="0"/>
          </a:p>
        </p:txBody>
      </p:sp>
      <p:sp>
        <p:nvSpPr>
          <p:cNvPr id="12" name="mdpr:2-2-7bfb60:toc-item-3:toc-item-17"/>
          <p:cNvSpPr txBox="1"/>
          <p:nvPr/>
        </p:nvSpPr>
        <p:spPr>
          <a:xfrm>
            <a:off x="1042416" y="3913632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Current skill output expectations</a:t>
            </a:r>
            <a:endParaRPr lang="en-US" sz="2200" dirty="0"/>
          </a:p>
        </p:txBody>
      </p:sp>
      <p:sp>
        <p:nvSpPr>
          <p:cNvPr id="13" name="mdpr:2-2-7bfb60:toc-item-4:toc-item-18"/>
          <p:cNvSpPr txBox="1"/>
          <p:nvPr/>
        </p:nvSpPr>
        <p:spPr>
          <a:xfrm>
            <a:off x="1042416" y="4956048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End state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difference-at-a-glance-c5e94b:title:__title:difference-at-a-glance-c5e94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c5e94b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baseline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skill pack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renderer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Visual diversification after MDPR content structure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consumes MDPR semantic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 layout and theme presets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Recipe, variant, icon, infographic, coherence, and validation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text, tables, images, diagrams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 with richer component planning and visual QA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11-cfaa2b:title:__title:1-11-cfaa2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</a:t>
            </a:r>
            <a:endParaRPr lang="en-US" sz="3400" dirty="0"/>
          </a:p>
        </p:txBody>
      </p:sp>
      <p:sp>
        <p:nvSpPr>
          <p:cNvPr id="6" name="mdpr:1-11-cfaa2b:left:block-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README.md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mdpresent (13 headings, 15017 chars)</a:t>
            </a:r>
            <a:endParaRPr lang="en-US" sz="2200" dirty="0"/>
          </a:p>
        </p:txBody>
      </p:sp>
      <p:sp>
        <p:nvSpPr>
          <p:cNvPr id="7" name="mdpr:1-11-cfaa2b:right:block-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docs/00-product-definition.md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00. Product Definition (6 headings, 1546 chars)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11-953f23:title:__title:2-11-953f2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2/11)</a:t>
            </a:r>
            <a:endParaRPr lang="en-US" sz="3400" dirty="0"/>
          </a:p>
        </p:txBody>
      </p:sp>
      <p:sp>
        <p:nvSpPr>
          <p:cNvPr id="6" name="mdpr:2-11-953f23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docs/01-architecture.md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01. Architecture (4 headings, 3366 chars)</a:t>
            </a:r>
            <a:endParaRPr lang="en-US" sz="2200" dirty="0"/>
          </a:p>
        </p:txBody>
      </p:sp>
      <p:sp>
        <p:nvSpPr>
          <p:cNvPr id="7" name="mdpr:2-11-953f23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docs/02-requirements.md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02. Requirements (12 headings, 3070 chars)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11-7e9600:title:__title:3-11-7e960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3/11)</a:t>
            </a:r>
            <a:endParaRPr lang="en-US" sz="3400" dirty="0"/>
          </a:p>
        </p:txBody>
      </p:sp>
      <p:sp>
        <p:nvSpPr>
          <p:cNvPr id="6" name="mdpr:3-11-7e9600:left:block-6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docs/03-page-splitting.md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03. Page Splitting Rules (16 headings, 5370 chars)</a:t>
            </a:r>
            <a:endParaRPr lang="en-US" sz="2200" dirty="0"/>
          </a:p>
        </p:txBody>
      </p:sp>
      <p:sp>
        <p:nvSpPr>
          <p:cNvPr id="7" name="mdpr:3-11-7e9600:right:block-6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docs/04-layout-rules.md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04. Layout Selection Rules (10 headings, 3787 chars)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4-11-726d4f:title:__title:4-11-726d4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4/11)</a:t>
            </a:r>
            <a:endParaRPr lang="en-US" sz="3400" dirty="0"/>
          </a:p>
        </p:txBody>
      </p:sp>
      <p:sp>
        <p:nvSpPr>
          <p:cNvPr id="6" name="mdpr:4-11-726d4f:left:block-6-chunk-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docs/05-overrides-for-llm.md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05. Override Manifest (9 headings, 4030 chars)</a:t>
            </a:r>
            <a:endParaRPr lang="en-US" sz="2200" dirty="0"/>
          </a:p>
        </p:txBody>
      </p:sp>
      <p:sp>
        <p:nvSpPr>
          <p:cNvPr id="7" name="mdpr:4-11-726d4f:right:block-6-chunk-4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docs/06-cli-spec.md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06. CLI Specification (7 headings, 4187 chars)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5-11-929290:title:__title:5-11-92929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5/11)</a:t>
            </a:r>
            <a:endParaRPr lang="en-US" sz="3400" dirty="0"/>
          </a:p>
        </p:txBody>
      </p:sp>
      <p:sp>
        <p:nvSpPr>
          <p:cNvPr id="6" name="mdpr:5-11-929290:left:block-6-chunk-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docs/07-rendering-rules.md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07. Rendering Rules (11 headings, 6360 chars)</a:t>
            </a:r>
            <a:endParaRPr lang="en-US" sz="2200" dirty="0"/>
          </a:p>
        </p:txBody>
      </p:sp>
      <p:sp>
        <p:nvSpPr>
          <p:cNvPr id="7" name="mdpr:5-11-929290:right:block-6-chunk-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docs/08-roadmap.md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08. Roadmap (10 headings, 3462 chars)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6-11-ff4f6e:title:__title:6-11-ff4f6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6/11)</a:t>
            </a:r>
            <a:endParaRPr lang="en-US" sz="3400" dirty="0"/>
          </a:p>
        </p:txBody>
      </p:sp>
      <p:sp>
        <p:nvSpPr>
          <p:cNvPr id="6" name="mdpr:6-11-ff4f6e:left:block-6-chunk-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docs/09-codex-implementation-guide.md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09. Codex Implementation Guide (8 headings, 1595 chars)</a:t>
            </a:r>
            <a:endParaRPr lang="en-US" sz="2200" dirty="0"/>
          </a:p>
        </p:txBody>
      </p:sp>
      <p:sp>
        <p:nvSpPr>
          <p:cNvPr id="7" name="mdpr:6-11-ff4f6e:right:block-6-chunk-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docs/10-template-and-master-policy.md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10. PPT Template and Slide Master Policy (8 headings, 1248 chars)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7-11-2ba0ba:title:__title:7-11-2ba0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7/11)</a:t>
            </a:r>
            <a:endParaRPr lang="en-US" sz="3400" dirty="0"/>
          </a:p>
        </p:txBody>
      </p:sp>
      <p:sp>
        <p:nvSpPr>
          <p:cNvPr id="6" name="mdpr:7-11-2ba0ba:left:block-6-chunk-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docs/11-qa-overflow.md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11. Validation and Overflow Policy (12 headings, 10704 chars)</a:t>
            </a:r>
            <a:endParaRPr lang="en-US" sz="2200" dirty="0"/>
          </a:p>
        </p:txBody>
      </p:sp>
      <p:sp>
        <p:nvSpPr>
          <p:cNvPr id="7" name="mdpr:7-11-2ba0ba:right:block-6-chunk-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docs/references.md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References (8 headings, 756 chars)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8-11-42f575:title:__title:8-11-42f5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8/11)</a:t>
            </a:r>
            <a:endParaRPr lang="en-US" sz="3400" dirty="0"/>
          </a:p>
        </p:txBody>
      </p:sp>
      <p:sp>
        <p:nvSpPr>
          <p:cNvPr id="6" name="mdpr:8-11-42f575:left:block-6-chunk-8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docs/adr/0001-presentation-ir-schema-contract.md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ADR 0001: Presentation IR Schema Contract (5 headings, 1226 chars)</a:t>
            </a:r>
            <a:endParaRPr lang="en-US" sz="2200" dirty="0"/>
          </a:p>
        </p:txBody>
      </p:sp>
      <p:sp>
        <p:nvSpPr>
          <p:cNvPr id="7" name="mdpr:8-11-42f575:right:block-6-chunk-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examples/basic/deck.md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AI Workflow Automation Proposal (10 headings, 1255 chars)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9-11-ac29ad:title:__title:9-11-ac29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9/11)</a:t>
            </a:r>
            <a:endParaRPr lang="en-US" sz="3400" dirty="0"/>
          </a:p>
        </p:txBody>
      </p:sp>
      <p:sp>
        <p:nvSpPr>
          <p:cNvPr id="6" name="mdpr:9-11-ac29ad:left:block-6-chunk-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examples/comparison/deck.md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Comparison Structure Example (4 headings, 307 chars)</a:t>
            </a:r>
            <a:endParaRPr lang="en-US" sz="2200" dirty="0"/>
          </a:p>
        </p:txBody>
      </p:sp>
      <p:sp>
        <p:nvSpPr>
          <p:cNvPr id="7" name="mdpr:9-11-ac29ad:right:block-6-chunk-9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examples/pipeline/deck.md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Pipeline Example (3 headings, 186 chars)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0-11-2dfe2e:title:__title:10-11-2dfe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10/11)</a:t>
            </a:r>
            <a:endParaRPr lang="en-US" sz="3400" dirty="0"/>
          </a:p>
        </p:txBody>
      </p:sp>
      <p:sp>
        <p:nvSpPr>
          <p:cNvPr id="6" name="mdpr:10-11-2dfe2e:left:block-6-chunk-10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examples/diagram-arrangements/deck.md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Diagram Arrangement Examples (6 headings, 457 chars)</a:t>
            </a:r>
            <a:endParaRPr lang="en-US" sz="2200" dirty="0"/>
          </a:p>
        </p:txBody>
      </p:sp>
      <p:sp>
        <p:nvSpPr>
          <p:cNvPr id="7" name="mdpr:10-11-2dfe2e:right:block-6-chunk-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examples/five-methods/deck.md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Five-Item Layout Example (2 headings, 200 chars)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mdpr:11-11-a1bc56:title:__title:11-11-a1bc5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11/11)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8" name="Image 1" descr="palett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11-11-a1bc56:item-1:block-6-chunk-11"/>
          <p:cNvSpPr txBox="1"/>
          <p:nvPr/>
        </p:nvSpPr>
        <p:spPr>
          <a:xfrm>
            <a:off x="1699321" y="330403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examples/theme-preview-en/deck.md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Design Grammar (16 headings, 4905 chars)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mdpr:1-2-be6b30:title:__title:1-2-be6b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mdpr:2-2-33e8c2:title:__title:2-2-33e8c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 (Cont. 2/2)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Element IR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 Extractor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Components Rule Engine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Styled Deck IR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mdpr:parser-and-splitting-topics-5e36b3:title:__title:parser-and-splitting-topics-5e36b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and splitting topics</a:t>
            </a:r>
            <a:endParaRPr lang="en-US" sz="3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mdpr:1-2-cde5ef:title:__title:1-2-cde5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Architecture</a:t>
            </a:r>
            <a:endParaRPr lang="en-US" sz="3400" dirty="0"/>
          </a:p>
        </p:txBody>
      </p:sp>
      <p:sp>
        <p:nvSpPr>
          <p:cNvPr id="16" name="Text 10"/>
          <p:cNvSpPr txBox="1"/>
          <p:nvPr/>
        </p:nvSpPr>
        <p:spPr>
          <a:xfrm>
            <a:off x="1024128" y="2231136"/>
            <a:ext cx="384048" cy="384048"/>
          </a:xfrm>
          <a:prstGeom prst="ellipse">
            <a:avLst>
              <a:gd name="adj" fmla="val 11905"/>
            </a:avLst>
          </a:prstGeom>
          <a:solidFill>
            <a:srgbClr val="2563EB"/>
          </a:solidFill>
          <a:ln>
            <a:solidFill>
              <a:srgbClr val="2563EB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7" name="mdpr:1-2-cde5ef:item-1:block-12-chunk-1"/>
          <p:cNvSpPr txBox="1"/>
          <p:nvPr/>
        </p:nvSpPr>
        <p:spPr>
          <a:xfrm>
            <a:off x="1737360" y="2209800"/>
            <a:ext cx="3913632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Architecture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0" name="mdpr:1-2-cde5ef:item-2:block-12-chunk-1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3" name="mdpr:1-2-cde5ef:item-3:block-12-chunk-1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5" name="Image 6" descr="palett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6" name="mdpr:1-2-cde5ef:item-4:block-12-chunk-1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mdpr:2-2-68dc04:title:__title:2-2-68dc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Architecture (Cont. 2/2)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mdpr:1-3-1dab31:title:__title:1-3-1dab3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Page Splitting Rules</a:t>
            </a:r>
            <a:endParaRPr lang="en-US" sz="3400" dirty="0"/>
          </a:p>
        </p:txBody>
      </p:sp>
      <p:sp>
        <p:nvSpPr>
          <p:cNvPr id="16" name="Text 10"/>
          <p:cNvSpPr txBox="1"/>
          <p:nvPr/>
        </p:nvSpPr>
        <p:spPr>
          <a:xfrm>
            <a:off x="1024128" y="2231136"/>
            <a:ext cx="384048" cy="384048"/>
          </a:xfrm>
          <a:prstGeom prst="ellipse">
            <a:avLst>
              <a:gd name="adj" fmla="val 11905"/>
            </a:avLst>
          </a:prstGeom>
          <a:solidFill>
            <a:srgbClr val="2563EB"/>
          </a:solidFill>
          <a:ln>
            <a:solidFill>
              <a:srgbClr val="2563EB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mdpr:1-3-1dab31:item-1:block-15-chunk-1"/>
          <p:cNvSpPr txBox="1"/>
          <p:nvPr/>
        </p:nvSpPr>
        <p:spPr>
          <a:xfrm>
            <a:off x="1737360" y="2209800"/>
            <a:ext cx="3913632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 Splitting Rules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0" name="mdpr:1-3-1dab31:item-2:block-15-chunk-1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3" name="mdpr:1-3-1dab31:item-3:block-15-chunk-1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6" name="mdpr:1-3-1dab31:item-4:block-15-chunk-1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mdpr:2-3-9039a0:title:__title:2-3-9039a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Page Splitting Rules (Cont. 2/3)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mdpr:2-3-9039a0:item-1:block-15-chunk-2"/>
          <p:cNvSpPr txBox="1"/>
          <p:nvPr/>
        </p:nvSpPr>
        <p:spPr>
          <a:xfrm>
            <a:off x="1689354" y="2042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cod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mdpr:2-3-9039a0:item-2:block-15-chunk-2"/>
          <p:cNvSpPr txBox="1"/>
          <p:nvPr/>
        </p:nvSpPr>
        <p:spPr>
          <a:xfrm>
            <a:off x="7175754" y="2042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mdpr:2-3-9039a0:item-3:block-15-chunk-2"/>
          <p:cNvSpPr txBox="1"/>
          <p:nvPr/>
        </p:nvSpPr>
        <p:spPr>
          <a:xfrm>
            <a:off x="16893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Convert the AST into MDPR BlockIR while preserving presentation-relevant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cod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mdpr:2-3-9039a0:item-4:block-15-chunk-2"/>
          <p:cNvSpPr txBox="1"/>
          <p:nvPr/>
        </p:nvSpPr>
        <p:spPr>
          <a:xfrm>
            <a:off x="71757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Normalize Pandoc JSON into BlockIR when --parser pandoc is selected.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3-3-b52831:title:__title:3-3-b5283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Page Splitting Rules (Cont. 3/3)</a:t>
            </a:r>
            <a:endParaRPr lang="en-US" sz="3400" dirty="0"/>
          </a:p>
        </p:txBody>
      </p:sp>
      <p:graphicFrame>
        <p:nvGraphicFramePr>
          <p:cNvPr id="24" name="mdpr:3-3-b52831:table:block-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4" name="Shape 6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1" name="mdpr:1-2-a054ea:title:__title:1-2-a054e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Layout Selection Rules</a:t>
            </a:r>
            <a:endParaRPr lang="en-US" sz="3400" dirty="0"/>
          </a:p>
        </p:txBody>
      </p:sp>
      <p:sp>
        <p:nvSpPr>
          <p:cNvPr id="22" name="Text 14"/>
          <p:cNvSpPr txBox="1"/>
          <p:nvPr/>
        </p:nvSpPr>
        <p:spPr>
          <a:xfrm>
            <a:off x="952805" y="2231136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563EB"/>
          </a:solidFill>
          <a:ln>
            <a:solidFill>
              <a:srgbClr val="2563EB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3" name="mdpr:1-2-a054ea:item-1:block-19"/>
          <p:cNvSpPr txBox="1"/>
          <p:nvPr/>
        </p:nvSpPr>
        <p:spPr>
          <a:xfrm>
            <a:off x="1666037" y="2103120"/>
            <a:ext cx="2201875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Layout Selection Rules</a:t>
            </a:r>
            <a:endParaRPr lang="en-US" sz="1800" dirty="0"/>
          </a:p>
        </p:txBody>
      </p:sp>
      <p:sp>
        <p:nvSpPr>
          <p:cNvPr id="24" name="Shape 16"/>
          <p:cNvSpPr/>
          <p:nvPr/>
        </p:nvSpPr>
        <p:spPr>
          <a:xfrm>
            <a:off x="441655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489704" y="2203704"/>
            <a:ext cx="438912" cy="438912"/>
          </a:xfrm>
          <a:prstGeom prst="rect">
            <a:avLst/>
          </a:prstGeom>
        </p:spPr>
      </p:pic>
      <p:sp>
        <p:nvSpPr>
          <p:cNvPr id="26" name="mdpr:1-2-a054ea:item-2:block-19"/>
          <p:cNvSpPr txBox="1"/>
          <p:nvPr/>
        </p:nvSpPr>
        <p:spPr>
          <a:xfrm>
            <a:off x="5129784" y="2240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1800" dirty="0"/>
          </a:p>
        </p:txBody>
      </p:sp>
      <p:sp>
        <p:nvSpPr>
          <p:cNvPr id="27" name="Shape 18"/>
          <p:cNvSpPr/>
          <p:nvPr/>
        </p:nvSpPr>
        <p:spPr>
          <a:xfrm>
            <a:off x="793699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8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010144" y="2203704"/>
            <a:ext cx="438912" cy="438912"/>
          </a:xfrm>
          <a:prstGeom prst="rect">
            <a:avLst/>
          </a:prstGeom>
        </p:spPr>
      </p:pic>
      <p:sp>
        <p:nvSpPr>
          <p:cNvPr id="29" name="mdpr:1-2-a054ea:item-3:block-19"/>
          <p:cNvSpPr txBox="1"/>
          <p:nvPr/>
        </p:nvSpPr>
        <p:spPr>
          <a:xfrm>
            <a:off x="8650224" y="2240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1800" dirty="0"/>
          </a:p>
        </p:txBody>
      </p:sp>
      <p:sp>
        <p:nvSpPr>
          <p:cNvPr id="30" name="Shape 20"/>
          <p:cNvSpPr/>
          <p:nvPr/>
        </p:nvSpPr>
        <p:spPr>
          <a:xfrm>
            <a:off x="89611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1" name="Image 8" descr="article icon from tabler-icons (MIT)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69264" y="4489704"/>
            <a:ext cx="438912" cy="438912"/>
          </a:xfrm>
          <a:prstGeom prst="rect">
            <a:avLst/>
          </a:prstGeom>
        </p:spPr>
      </p:pic>
      <p:sp>
        <p:nvSpPr>
          <p:cNvPr id="32" name="mdpr:1-2-a054ea:item-4:block-19"/>
          <p:cNvSpPr txBox="1"/>
          <p:nvPr/>
        </p:nvSpPr>
        <p:spPr>
          <a:xfrm>
            <a:off x="1609344" y="4526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1800" dirty="0"/>
          </a:p>
        </p:txBody>
      </p:sp>
      <p:sp>
        <p:nvSpPr>
          <p:cNvPr id="33" name="Shape 22"/>
          <p:cNvSpPr/>
          <p:nvPr/>
        </p:nvSpPr>
        <p:spPr>
          <a:xfrm>
            <a:off x="441655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4" name="Image 9" descr="article icon from tabler-icons (MIT)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489704" y="4489704"/>
            <a:ext cx="438912" cy="438912"/>
          </a:xfrm>
          <a:prstGeom prst="rect">
            <a:avLst/>
          </a:prstGeom>
        </p:spPr>
      </p:pic>
      <p:sp>
        <p:nvSpPr>
          <p:cNvPr id="35" name="mdpr:1-2-a054ea:item-5:block-19"/>
          <p:cNvSpPr txBox="1"/>
          <p:nvPr/>
        </p:nvSpPr>
        <p:spPr>
          <a:xfrm>
            <a:off x="5129784" y="4526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800" dirty="0"/>
          </a:p>
        </p:txBody>
      </p:sp>
      <p:sp>
        <p:nvSpPr>
          <p:cNvPr id="36" name="Shape 24"/>
          <p:cNvSpPr/>
          <p:nvPr/>
        </p:nvSpPr>
        <p:spPr>
          <a:xfrm>
            <a:off x="793699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7" name="Image 10" descr="article icon from tabler-icons (MIT)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010144" y="4489704"/>
            <a:ext cx="438912" cy="438912"/>
          </a:xfrm>
          <a:prstGeom prst="rect">
            <a:avLst/>
          </a:prstGeom>
        </p:spPr>
      </p:pic>
      <p:sp>
        <p:nvSpPr>
          <p:cNvPr id="38" name="mdpr:1-2-a054ea:item-6:block-19"/>
          <p:cNvSpPr txBox="1"/>
          <p:nvPr/>
        </p:nvSpPr>
        <p:spPr>
          <a:xfrm>
            <a:off x="8650224" y="4379976"/>
            <a:ext cx="2258568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footer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2-2-a7385b:title:__title:2-2-a7385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Layout Selection Rules (Cont. 2/2)</a:t>
            </a:r>
            <a:endParaRPr lang="en-US" sz="3400" dirty="0"/>
          </a:p>
        </p:txBody>
      </p:sp>
      <p:graphicFrame>
        <p:nvGraphicFramePr>
          <p:cNvPr id="26" name="mdpr:2-2-a7385b:table:block-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mdpr:1-3-0d40ba:title:__title:1-3-0d40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Rendering Rules</a:t>
            </a:r>
            <a:endParaRPr lang="en-US" sz="3400" dirty="0"/>
          </a:p>
        </p:txBody>
      </p:sp>
      <p:sp>
        <p:nvSpPr>
          <p:cNvPr id="16" name="Text 10"/>
          <p:cNvSpPr txBox="1"/>
          <p:nvPr/>
        </p:nvSpPr>
        <p:spPr>
          <a:xfrm>
            <a:off x="1024128" y="2231136"/>
            <a:ext cx="384048" cy="384048"/>
          </a:xfrm>
          <a:prstGeom prst="ellipse">
            <a:avLst>
              <a:gd name="adj" fmla="val 11905"/>
            </a:avLst>
          </a:prstGeom>
          <a:solidFill>
            <a:srgbClr val="2563EB"/>
          </a:solidFill>
          <a:ln>
            <a:solidFill>
              <a:srgbClr val="2563EB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050" dirty="0"/>
          </a:p>
        </p:txBody>
      </p:sp>
      <p:sp>
        <p:nvSpPr>
          <p:cNvPr id="17" name="mdpr:1-3-0d40ba:item-1:block-23-chunk-1"/>
          <p:cNvSpPr txBox="1"/>
          <p:nvPr/>
        </p:nvSpPr>
        <p:spPr>
          <a:xfrm>
            <a:off x="1737360" y="2209800"/>
            <a:ext cx="3913632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Rendering Rules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0" name="mdpr:1-3-0d40ba:item-2:block-23-chunk-1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Shared Renderer Contract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3" name="mdpr:1-3-0d40ba:item-3:block-23-chunk-1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5" name="Image 6" descr="palett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6" name="mdpr:1-3-0d40ba:item-4:block-23-chunk-1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mdpr:2-3-702eef:title:__title:2-3-702e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Rendering Rules (Cont. 2/3)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palett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mdpr:2-3-702eef:item-1:block-23-chunk-2"/>
          <p:cNvSpPr txBox="1"/>
          <p:nvPr/>
        </p:nvSpPr>
        <p:spPr>
          <a:xfrm>
            <a:off x="16893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mdpr:2-3-702eef:item-2:block-23-chunk-2"/>
          <p:cNvSpPr txBox="1"/>
          <p:nvPr/>
        </p:nvSpPr>
        <p:spPr>
          <a:xfrm>
            <a:off x="7175754" y="2042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palett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mdpr:2-3-702eef:item-3:block-23-chunk-2"/>
          <p:cNvSpPr txBox="1"/>
          <p:nvPr/>
        </p:nvSpPr>
        <p:spPr>
          <a:xfrm>
            <a:off x="1689354" y="3992880"/>
            <a:ext cx="396163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uses Layout IR slide size, regions, theme fonts, colors, z-order, and overflow policy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mdpr:2-3-702eef:item-4:block-23-chunk-2"/>
          <p:cNvSpPr txBox="1"/>
          <p:nvPr/>
        </p:nvSpPr>
        <p:spPr>
          <a:xfrm>
            <a:off x="7175754" y="3992880"/>
            <a:ext cx="396163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emits editable text boxes for titles, paragraphs, lists, code, and fallback text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1417320"/>
            <a:ext cx="10652760" cy="4800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1417320"/>
            <a:ext cx="106527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3-3-86deb9:title:__title:3-3-86deb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Rendering Rules (Cont. 3/3)</a:t>
            </a:r>
            <a:endParaRPr lang="en-US" sz="3400" dirty="0"/>
          </a:p>
        </p:txBody>
      </p:sp>
      <p:sp>
        <p:nvSpPr>
          <p:cNvPr id="6" name="mdpr:3-3-86deb9:code:block-24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mdpr:1-3-f5174a:title:__title:1-3-f517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Validation and Overflow Policy</a:t>
            </a:r>
            <a:endParaRPr lang="en-US" sz="3400" dirty="0"/>
          </a:p>
        </p:txBody>
      </p:sp>
      <p:sp>
        <p:nvSpPr>
          <p:cNvPr id="16" name="Text 10"/>
          <p:cNvSpPr txBox="1"/>
          <p:nvPr/>
        </p:nvSpPr>
        <p:spPr>
          <a:xfrm>
            <a:off x="1024128" y="2231136"/>
            <a:ext cx="384048" cy="384048"/>
          </a:xfrm>
          <a:prstGeom prst="ellipse">
            <a:avLst>
              <a:gd name="adj" fmla="val 11905"/>
            </a:avLst>
          </a:prstGeom>
          <a:solidFill>
            <a:srgbClr val="2563EB"/>
          </a:solidFill>
          <a:ln>
            <a:solidFill>
              <a:srgbClr val="2563EB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1050" dirty="0"/>
          </a:p>
        </p:txBody>
      </p:sp>
      <p:sp>
        <p:nvSpPr>
          <p:cNvPr id="17" name="mdpr:1-3-f5174a:item-1:block-26-chunk-1"/>
          <p:cNvSpPr txBox="1"/>
          <p:nvPr/>
        </p:nvSpPr>
        <p:spPr>
          <a:xfrm>
            <a:off x="1737360" y="2042160"/>
            <a:ext cx="3913632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Validation and Overflow Policy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0" name="mdpr:1-3-f5174a:item-2:block-26-chunk-1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2" name="Image 5" descr="flow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3" name="mdpr:1-3-f5174a:item-3:block-26-chunk-1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6" name="mdpr:1-3-f5174a:item-4:block-26-chunk-1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mdpr:2-3-d10faa:title:__title:2-3-d10fa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Validation and Overflow Policy (Cont. 2/3)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mdpr:2-3-d10faa:item-1:block-26-chunk-2"/>
          <p:cNvSpPr txBox="1"/>
          <p:nvPr/>
        </p:nvSpPr>
        <p:spPr>
          <a:xfrm>
            <a:off x="16893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flow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mdpr:2-3-d10faa:item-2:block-26-chunk-2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flow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mdpr:2-3-d10faa:item-3:block-26-chunk-2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overflow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imag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mdpr:2-3-d10faa:item-4:block-26-chunk-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missing images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1417320"/>
            <a:ext cx="10652760" cy="4800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1417320"/>
            <a:ext cx="106527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3-3-cd9a13:title:__title:3-3-cd9a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Validation and Overflow Policy (Cont. 3/3)</a:t>
            </a:r>
            <a:endParaRPr lang="en-US" sz="3400" dirty="0"/>
          </a:p>
        </p:txBody>
      </p:sp>
      <p:sp>
        <p:nvSpPr>
          <p:cNvPr id="6" name="mdpr:3-3-cd9a13:code:block-27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xample-decks-from-mdpr-5cd58c:title:__title:example-decks-from-mdpr-5cd58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6" name="mdpr:example-decks-from-mdpr-5cd58c:left:block-29-block-29-block-29"/>
          <p:cNvSpPr txBox="1"/>
          <p:nvPr/>
        </p:nvSpPr>
        <p:spPr>
          <a:xfrm>
            <a:off x="896112" y="2606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7" name="mdpr:example-decks-from-mdpr-5cd58c:left:block-29-block-29-block-29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8" name="mdpr:example-decks-from-mdpr-5cd58c:left:block-29-block-29-block-29"/>
          <p:cNvSpPr txBox="1"/>
          <p:nvPr/>
        </p:nvSpPr>
        <p:spPr>
          <a:xfrm>
            <a:off x="896112" y="4130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9" name="mdpr:example-decks-from-mdpr-5cd58c:right:block-29-block-29"/>
          <p:cNvSpPr txBox="1"/>
          <p:nvPr/>
        </p:nvSpPr>
        <p:spPr>
          <a:xfrm>
            <a:off x="6473952" y="2819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10" name="mdpr:example-decks-from-mdpr-5cd58c:right:block-29-block-29"/>
          <p:cNvSpPr txBox="1"/>
          <p:nvPr/>
        </p:nvSpPr>
        <p:spPr>
          <a:xfrm>
            <a:off x="6473952" y="391668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mdpr:1-3-f5a922:title:__title:1-3-f5a92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mdpr:1-3-f5a922:item-1:block-31-chunk-1"/>
          <p:cNvSpPr txBox="1"/>
          <p:nvPr/>
        </p:nvSpPr>
        <p:spPr>
          <a:xfrm>
            <a:off x="1689354" y="2042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 Automation Proposal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mdpr:1-3-f5a922:item-2:block-31-chunk-1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 Definition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tab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mdpr:1-3-f5a922:item-3:block-31-chunk-1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Repetitive Work Is Growing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mdpr:1-3-f5a922:item-4:block-31-chunk-1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Costs Are Growing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mdpr:2-3-464793:title:__title:2-3-46479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2/3)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mdpr:2-3-464793:item-1:block-31-chunk-2"/>
          <p:cNvSpPr txBox="1"/>
          <p:nvPr/>
        </p:nvSpPr>
        <p:spPr>
          <a:xfrm>
            <a:off x="1689354" y="2042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mdpr:2-3-464793:item-2:block-31-chunk-2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mdpr:2-3-464793:item-3:block-31-chunk-2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Meeting note cleanup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github icon from simple-icons (CC0-1.0 with brand guidelines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mdpr:2-3-464793:item-4:block-31-chunk-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Report draft writing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478121:title:__title:3-3-47812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3/3)</a:t>
            </a:r>
            <a:endParaRPr lang="en-US" sz="3400" dirty="0"/>
          </a:p>
        </p:txBody>
      </p:sp>
      <p:sp>
        <p:nvSpPr>
          <p:cNvPr id="6" name="mdpr:3-3-478121:left:block-31-chunk-3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collection</a:t>
            </a:r>
            <a:endParaRPr lang="en-US" sz="2200" dirty="0"/>
          </a:p>
        </p:txBody>
      </p:sp>
      <p:sp>
        <p:nvSpPr>
          <p:cNvPr id="7" name="mdpr:3-3-478121:right:block-31-chunk-3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location is unclear</a:t>
            </a:r>
            <a:endParaRPr lang="en-US" sz="2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mdpr:1-2-b655b6:title:__title:1-2-b655b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mdpr:1-2-b655b6:item-1:block-33-chunk-1"/>
          <p:cNvSpPr txBox="1"/>
          <p:nvPr/>
        </p:nvSpPr>
        <p:spPr>
          <a:xfrm>
            <a:off x="16893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Structure Example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mdpr:1-2-b655b6:item-2:block-33-chunk-1"/>
          <p:cNvSpPr txBox="1"/>
          <p:nvPr/>
        </p:nvSpPr>
        <p:spPr>
          <a:xfrm>
            <a:off x="7175754" y="2042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mdpr:1-2-b655b6:item-3:block-33-chunk-1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mdpr:1-2-b655b6:item-4:block-33-chunk-1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Improved Approach</a:t>
            </a:r>
            <a:endParaRPr lang="en-US" sz="2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mdpr:2-2-a09f2a:title:__title:2-2-a09f2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 (Cont. 2/2)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mdpr:2-2-a09f2a:item-1:block-33-chunk-2"/>
          <p:cNvSpPr txBox="1"/>
          <p:nvPr/>
        </p:nvSpPr>
        <p:spPr>
          <a:xfrm>
            <a:off x="1689354" y="2042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Documents are written manually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mdpr:2-2-a09f2a:item-2:block-33-chunk-2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 varies by person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mdpr:2-2-a09f2a:item-3:block-33-chunk-2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is difficult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mdpr:2-2-a09f2a:item-4:block-33-chunk-2"/>
          <p:cNvSpPr txBox="1"/>
          <p:nvPr/>
        </p:nvSpPr>
        <p:spPr>
          <a:xfrm>
            <a:off x="7175754" y="4328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Drafts are generated automatically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mdpr:1-2-e58f65:title:__title:1-2-e58f6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mdpr:1-2-e58f65:item-1:block-35-chunk-1"/>
          <p:cNvSpPr txBox="1"/>
          <p:nvPr/>
        </p:nvSpPr>
        <p:spPr>
          <a:xfrm>
            <a:off x="16893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flow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mdpr:1-2-e58f65:item-2:block-35-chunk-1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mdpr:1-2-e58f65:item-3:block-35-chunk-1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mdpr:1-2-e58f65:item-4:block-35-chunk-1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mdpr:2-2-98af17:title:__title:2-2-98af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 (Cont. 2/2)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2-2-98af17:item-1:block-35-chunk-2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2-2-98af17:item-2:block-35-chunk-2"/>
          <p:cNvSpPr txBox="1"/>
          <p:nvPr/>
        </p:nvSpPr>
        <p:spPr>
          <a:xfrm>
            <a:off x="1699321" y="348996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server icon from svgrepo (open-license catalog pattern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2-2-98af17:item-3:block-35-chunk-2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4" name="Shape 6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1" name="mdpr:example-examples-diagram-arrangements-deck-md-9ee663:title:__title:example-examples-diagram-arrangements-deck-md-9ee66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2" name="Shape 14"/>
          <p:cNvSpPr/>
          <p:nvPr/>
        </p:nvSpPr>
        <p:spPr>
          <a:xfrm>
            <a:off x="89611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69264" y="2203704"/>
            <a:ext cx="438912" cy="438912"/>
          </a:xfrm>
          <a:prstGeom prst="rect">
            <a:avLst/>
          </a:prstGeom>
        </p:spPr>
      </p:pic>
      <p:sp>
        <p:nvSpPr>
          <p:cNvPr id="24" name="mdpr:example-examples-diagram-arrangements-deck-md-9ee663:item-1:block-37"/>
          <p:cNvSpPr txBox="1"/>
          <p:nvPr/>
        </p:nvSpPr>
        <p:spPr>
          <a:xfrm>
            <a:off x="1609344" y="2103120"/>
            <a:ext cx="225856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5" name="Shape 16"/>
          <p:cNvSpPr/>
          <p:nvPr/>
        </p:nvSpPr>
        <p:spPr>
          <a:xfrm>
            <a:off x="441655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489704" y="2203704"/>
            <a:ext cx="438912" cy="438912"/>
          </a:xfrm>
          <a:prstGeom prst="rect">
            <a:avLst/>
          </a:prstGeom>
        </p:spPr>
      </p:pic>
      <p:sp>
        <p:nvSpPr>
          <p:cNvPr id="27" name="mdpr:example-examples-diagram-arrangements-deck-md-9ee663:item-2:block-37"/>
          <p:cNvSpPr txBox="1"/>
          <p:nvPr/>
        </p:nvSpPr>
        <p:spPr>
          <a:xfrm>
            <a:off x="5129784" y="2240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8" name="Shape 18"/>
          <p:cNvSpPr/>
          <p:nvPr/>
        </p:nvSpPr>
        <p:spPr>
          <a:xfrm>
            <a:off x="793699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9" name="Image 8" descr="flow icon from tabler-icons (MIT)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010144" y="2203704"/>
            <a:ext cx="438912" cy="438912"/>
          </a:xfrm>
          <a:prstGeom prst="rect">
            <a:avLst/>
          </a:prstGeom>
        </p:spPr>
      </p:pic>
      <p:sp>
        <p:nvSpPr>
          <p:cNvPr id="30" name="mdpr:example-examples-diagram-arrangements-deck-md-9ee663:item-3:block-37"/>
          <p:cNvSpPr txBox="1"/>
          <p:nvPr/>
        </p:nvSpPr>
        <p:spPr>
          <a:xfrm>
            <a:off x="8650224" y="2240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31" name="Shape 20"/>
          <p:cNvSpPr/>
          <p:nvPr/>
        </p:nvSpPr>
        <p:spPr>
          <a:xfrm>
            <a:off x="89611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2" name="Image 9" descr="flow icon from tabler-icons (MIT)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69264" y="4489704"/>
            <a:ext cx="438912" cy="438912"/>
          </a:xfrm>
          <a:prstGeom prst="rect">
            <a:avLst/>
          </a:prstGeom>
        </p:spPr>
      </p:pic>
      <p:sp>
        <p:nvSpPr>
          <p:cNvPr id="33" name="mdpr:example-examples-diagram-arrangements-deck-md-9ee663:item-4:block-37"/>
          <p:cNvSpPr txBox="1"/>
          <p:nvPr/>
        </p:nvSpPr>
        <p:spPr>
          <a:xfrm>
            <a:off x="1609344" y="4526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34" name="Shape 22"/>
          <p:cNvSpPr/>
          <p:nvPr/>
        </p:nvSpPr>
        <p:spPr>
          <a:xfrm>
            <a:off x="441655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5" name="Image 10" descr="flow icon from tabler-icons (MIT)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489704" y="4489704"/>
            <a:ext cx="438912" cy="438912"/>
          </a:xfrm>
          <a:prstGeom prst="rect">
            <a:avLst/>
          </a:prstGeom>
        </p:spPr>
      </p:pic>
      <p:sp>
        <p:nvSpPr>
          <p:cNvPr id="36" name="mdpr:example-examples-diagram-arrangements-deck-md-9ee663:item-5:block-37"/>
          <p:cNvSpPr txBox="1"/>
          <p:nvPr/>
        </p:nvSpPr>
        <p:spPr>
          <a:xfrm>
            <a:off x="5129784" y="4526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37" name="Shape 24"/>
          <p:cNvSpPr/>
          <p:nvPr/>
        </p:nvSpPr>
        <p:spPr>
          <a:xfrm>
            <a:off x="793699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8" name="Image 11" descr="flow icon from tabler-icons (MIT)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010144" y="4489704"/>
            <a:ext cx="438912" cy="438912"/>
          </a:xfrm>
          <a:prstGeom prst="rect">
            <a:avLst/>
          </a:prstGeom>
        </p:spPr>
      </p:pic>
      <p:sp>
        <p:nvSpPr>
          <p:cNvPr id="39" name="mdpr:example-examples-diagram-arrangements-deck-md-9ee663:item-6:block-37"/>
          <p:cNvSpPr txBox="1"/>
          <p:nvPr/>
        </p:nvSpPr>
        <p:spPr>
          <a:xfrm>
            <a:off x="8650224" y="4526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4" name="Shape 6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1" name="mdpr:example-examples-five-methods-deck-md-172c5a:title:__title:example-examples-five-methods-deck-md-172c5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2" name="Shape 14"/>
          <p:cNvSpPr/>
          <p:nvPr/>
        </p:nvSpPr>
        <p:spPr>
          <a:xfrm>
            <a:off x="89611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69264" y="2203704"/>
            <a:ext cx="438912" cy="438912"/>
          </a:xfrm>
          <a:prstGeom prst="rect">
            <a:avLst/>
          </a:prstGeom>
        </p:spPr>
      </p:pic>
      <p:sp>
        <p:nvSpPr>
          <p:cNvPr id="24" name="mdpr:example-examples-five-methods-deck-md-172c5a:item-1:block-39"/>
          <p:cNvSpPr txBox="1"/>
          <p:nvPr/>
        </p:nvSpPr>
        <p:spPr>
          <a:xfrm>
            <a:off x="1609344" y="2103120"/>
            <a:ext cx="225856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5" name="Shape 16"/>
          <p:cNvSpPr/>
          <p:nvPr/>
        </p:nvSpPr>
        <p:spPr>
          <a:xfrm>
            <a:off x="441655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489704" y="2203704"/>
            <a:ext cx="438912" cy="438912"/>
          </a:xfrm>
          <a:prstGeom prst="rect">
            <a:avLst/>
          </a:prstGeom>
        </p:spPr>
      </p:pic>
      <p:sp>
        <p:nvSpPr>
          <p:cNvPr id="27" name="mdpr:example-examples-five-methods-deck-md-172c5a:item-2:block-39"/>
          <p:cNvSpPr txBox="1"/>
          <p:nvPr/>
        </p:nvSpPr>
        <p:spPr>
          <a:xfrm>
            <a:off x="5129784" y="2103120"/>
            <a:ext cx="225856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8" name="Shape 18"/>
          <p:cNvSpPr/>
          <p:nvPr/>
        </p:nvSpPr>
        <p:spPr>
          <a:xfrm>
            <a:off x="793699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9" name="Image 8" descr="article icon from tabler-icons (MIT)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010144" y="2203704"/>
            <a:ext cx="438912" cy="438912"/>
          </a:xfrm>
          <a:prstGeom prst="rect">
            <a:avLst/>
          </a:prstGeom>
        </p:spPr>
      </p:pic>
      <p:sp>
        <p:nvSpPr>
          <p:cNvPr id="30" name="mdpr:example-examples-five-methods-deck-md-172c5a:item-3:block-39"/>
          <p:cNvSpPr txBox="1"/>
          <p:nvPr/>
        </p:nvSpPr>
        <p:spPr>
          <a:xfrm>
            <a:off x="8650224" y="2240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a pilot team</a:t>
            </a:r>
            <a:endParaRPr lang="en-US" sz="1800" dirty="0"/>
          </a:p>
        </p:txBody>
      </p:sp>
      <p:sp>
        <p:nvSpPr>
          <p:cNvPr id="31" name="Shape 20"/>
          <p:cNvSpPr/>
          <p:nvPr/>
        </p:nvSpPr>
        <p:spPr>
          <a:xfrm>
            <a:off x="89611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2" name="Image 9" descr="article icon from tabler-icons (MIT)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69264" y="4489704"/>
            <a:ext cx="438912" cy="438912"/>
          </a:xfrm>
          <a:prstGeom prst="rect">
            <a:avLst/>
          </a:prstGeom>
        </p:spPr>
      </p:pic>
      <p:sp>
        <p:nvSpPr>
          <p:cNvPr id="33" name="mdpr:example-examples-five-methods-deck-md-172c5a:item-4:block-39"/>
          <p:cNvSpPr txBox="1"/>
          <p:nvPr/>
        </p:nvSpPr>
        <p:spPr>
          <a:xfrm>
            <a:off x="1609344" y="4389120"/>
            <a:ext cx="225856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 repetitive document types</a:t>
            </a:r>
            <a:endParaRPr lang="en-US" sz="1800" dirty="0"/>
          </a:p>
        </p:txBody>
      </p:sp>
      <p:sp>
        <p:nvSpPr>
          <p:cNvPr id="34" name="Shape 22"/>
          <p:cNvSpPr/>
          <p:nvPr/>
        </p:nvSpPr>
        <p:spPr>
          <a:xfrm>
            <a:off x="441655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5" name="Image 10" descr="palette icon from tabler-icons (MIT)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489704" y="4489704"/>
            <a:ext cx="438912" cy="438912"/>
          </a:xfrm>
          <a:prstGeom prst="rect">
            <a:avLst/>
          </a:prstGeom>
        </p:spPr>
      </p:pic>
      <p:sp>
        <p:nvSpPr>
          <p:cNvPr id="36" name="mdpr:example-examples-five-methods-deck-md-172c5a:item-5:block-39"/>
          <p:cNvSpPr txBox="1"/>
          <p:nvPr/>
        </p:nvSpPr>
        <p:spPr>
          <a:xfrm>
            <a:off x="5129784" y="4389120"/>
            <a:ext cx="225856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automation templates</a:t>
            </a:r>
            <a:endParaRPr lang="en-US" sz="1800" dirty="0"/>
          </a:p>
        </p:txBody>
      </p:sp>
      <p:sp>
        <p:nvSpPr>
          <p:cNvPr id="37" name="Shape 24"/>
          <p:cNvSpPr/>
          <p:nvPr/>
        </p:nvSpPr>
        <p:spPr>
          <a:xfrm>
            <a:off x="793699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8" name="Image 11" descr="article icon from tabler-icons (MIT)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010144" y="4489704"/>
            <a:ext cx="438912" cy="438912"/>
          </a:xfrm>
          <a:prstGeom prst="rect">
            <a:avLst/>
          </a:prstGeom>
        </p:spPr>
      </p:pic>
      <p:sp>
        <p:nvSpPr>
          <p:cNvPr id="39" name="mdpr:example-examples-five-methods-deck-md-172c5a:item-6:block-39"/>
          <p:cNvSpPr txBox="1"/>
          <p:nvPr/>
        </p:nvSpPr>
        <p:spPr>
          <a:xfrm>
            <a:off x="8650224" y="4389120"/>
            <a:ext cx="225856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mdpr:1-3-15c6dd:title:__title:1-3-15c6d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palett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mdpr:1-3-15c6dd:item-1:block-41-chunk-1"/>
          <p:cNvSpPr txBox="1"/>
          <p:nvPr/>
        </p:nvSpPr>
        <p:spPr>
          <a:xfrm>
            <a:off x="16893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mdpr:1-3-15c6dd:item-2:block-41-chunk-1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mdpr:1-3-15c6dd:item-3:block-41-chunk-1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palett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mdpr:1-3-15c6dd:item-4:block-41-chunk-1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mdpr:2-3-da3843:title:__title:2-3-da384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2/3)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spark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mdpr:2-3-da3843:item-1:block-41-chunk-2"/>
          <p:cNvSpPr txBox="1"/>
          <p:nvPr/>
        </p:nvSpPr>
        <p:spPr>
          <a:xfrm>
            <a:off x="16893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flow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mdpr:2-3-da3843:item-2:block-41-chunk-2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palett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mdpr:2-3-da3843:item-3:block-41-chunk-2"/>
          <p:cNvSpPr txBox="1"/>
          <p:nvPr/>
        </p:nvSpPr>
        <p:spPr>
          <a:xfrm>
            <a:off x="1689354" y="3983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pruned decoration grammars, not palette-only swaps.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mdpr:2-3-da3843:item-4:block-41-chunk-2"/>
          <p:cNvSpPr txBox="1"/>
          <p:nvPr/>
        </p:nvSpPr>
        <p:spPr>
          <a:xfrm>
            <a:off x="7175754" y="3983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c1353b:title:__title:3-3-c135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3/3)</a:t>
            </a:r>
            <a:endParaRPr lang="en-US" sz="3400" dirty="0"/>
          </a:p>
        </p:txBody>
      </p:sp>
      <p:sp>
        <p:nvSpPr>
          <p:cNvPr id="6" name="mdpr:3-3-c1353b:left:block-41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</p:txBody>
      </p:sp>
      <p:sp>
        <p:nvSpPr>
          <p:cNvPr id="7" name="mdpr:3-3-c1353b:right:block-41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mdpr:current-skill-output-expectations-e88695:title:__title:current-skill-output-expectations-e886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mdpr:current-skill-output-expectations-e88695:item-1:block-43"/>
          <p:cNvSpPr txBox="1"/>
          <p:nvPr/>
        </p:nvSpPr>
        <p:spPr>
          <a:xfrm>
            <a:off x="1689354" y="1874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mdpr:current-skill-output-expectations-e88695:item-2:block-43"/>
          <p:cNvSpPr txBox="1"/>
          <p:nvPr/>
        </p:nvSpPr>
        <p:spPr>
          <a:xfrm>
            <a:off x="7175754" y="1874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mdpr:current-skill-output-expectations-e88695:item-3:block-43"/>
          <p:cNvSpPr txBox="1"/>
          <p:nvPr/>
        </p:nvSpPr>
        <p:spPr>
          <a:xfrm>
            <a:off x="1689354" y="3992880"/>
            <a:ext cx="396163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verified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mdpr:current-skill-output-expectations-e88695:item-4:block-43"/>
          <p:cNvSpPr txBox="1"/>
          <p:nvPr/>
        </p:nvSpPr>
        <p:spPr>
          <a:xfrm>
            <a:off x="7175754" y="3992880"/>
            <a:ext cx="396163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mdpr:end-state-749f07:title:__title:end-state-749f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7" name="mdpr:end-state-749f07:key-message:block-45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The current skill pack adds deterministic visual decisions after MDPR has produced semantic structure.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475569"/>
      </a:accent4>
      <a:accent5>
        <a:srgbClr val="E2E8F0"/>
      </a:accent5>
      <a:accent6>
        <a:srgbClr val="111827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Baseline vs Design Components Skill</dc:title>
  <dc:subject>Generated from Markdown through Presentation IR and Layout IR</dc:subject>
  <dc:creator>mdpresent</dc:creator>
  <cp:lastModifiedBy>mdpresent</cp:lastModifiedBy>
  <cp:revision>1</cp:revision>
  <dcterms:created xsi:type="dcterms:W3CDTF">2026-06-25T11:50:21Z</dcterms:created>
  <dcterms:modified xsi:type="dcterms:W3CDTF">2026-06-25T11:50:21Z</dcterms:modified>
</cp:coreProperties>
</file>