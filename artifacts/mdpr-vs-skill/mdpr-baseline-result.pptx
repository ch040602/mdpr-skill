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2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3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4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5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6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7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8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9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Example: examples/basic/deck.md</a:t>
            </a:r>
            <a:endParaRPr lang="en-US" sz="1800" dirty="0"/>
          </a:p>
        </p:txBody>
      </p:sp>
      <p:sp>
        <p:nvSpPr>
          <p:cNvPr id="13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Example: examples/comparison/deck.md</a:t>
            </a:r>
            <a:endParaRPr lang="en-US" sz="1800" dirty="0"/>
          </a:p>
        </p:txBody>
      </p:sp>
      <p:sp>
        <p:nvSpPr>
          <p:cNvPr id="14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Example: examples/pipeline/deck.md</a:t>
            </a:r>
            <a:endParaRPr lang="en-US" sz="1800" dirty="0"/>
          </a:p>
        </p:txBody>
      </p:sp>
      <p:sp>
        <p:nvSpPr>
          <p:cNvPr id="15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Example: examples/diagram-arrangements/deck.md</a:t>
            </a:r>
            <a:endParaRPr lang="en-US" sz="1800" dirty="0"/>
          </a:p>
        </p:txBody>
      </p:sp>
      <p:sp>
        <p:nvSpPr>
          <p:cNvPr id="16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Example: examples/five-methods/deck.md</a:t>
            </a:r>
            <a:endParaRPr lang="en-US" sz="1800" dirty="0"/>
          </a:p>
        </p:txBody>
      </p:sp>
      <p:sp>
        <p:nvSpPr>
          <p:cNvPr id="17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Example: examples/theme-preview-en/deck.md</a:t>
            </a:r>
            <a:endParaRPr lang="en-US" sz="1800" dirty="0"/>
          </a:p>
        </p:txBody>
      </p:sp>
      <p:sp>
        <p:nvSpPr>
          <p:cNvPr id="18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Current skill output expectations</a:t>
            </a:r>
            <a:endParaRPr lang="en-US" sz="1800" dirty="0"/>
          </a:p>
        </p:txBody>
      </p:sp>
      <p:sp>
        <p:nvSpPr>
          <p:cNvPr id="19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3" name="mdpr:1-3-c49d80:item-1:block-12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2200" dirty="0"/>
          </a:p>
        </p:txBody>
      </p:sp>
      <p:sp>
        <p:nvSpPr>
          <p:cNvPr id="14" name="mdpr:1-3-c49d80:item-2:block-12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5" name="mdpr:1-3-c49d80:item-3:block-12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3" name="mdpr:2-3-2107ad:item-1:block-1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  <p:sp>
        <p:nvSpPr>
          <p:cNvPr id="14" name="mdpr:2-3-2107ad:item-2:block-1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5" name="mdpr:2-3-2107ad:item-3:block-1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3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2200" dirty="0"/>
          </a:p>
        </p:txBody>
      </p:sp>
      <p:sp>
        <p:nvSpPr>
          <p:cNvPr id="14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5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3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  <p:sp>
        <p:nvSpPr>
          <p:cNvPr id="14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5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3" name="mdpr:1-3-0466ef:item-1:block-20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2200" dirty="0"/>
          </a:p>
        </p:txBody>
      </p:sp>
      <p:sp>
        <p:nvSpPr>
          <p:cNvPr id="14" name="mdpr:1-3-0466ef:item-2:block-20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5" name="mdpr:1-3-0466ef:item-3:block-20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3" name="mdpr:2-3-068207:item-1:block-20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  <p:sp>
        <p:nvSpPr>
          <p:cNvPr id="14" name="mdpr:2-3-068207:item-2:block-20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5" name="mdpr:2-3-068207:item-3:block-20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3" name="mdpr:1-3-4b2f30:item-1:block-23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2200" dirty="0"/>
          </a:p>
        </p:txBody>
      </p:sp>
      <p:sp>
        <p:nvSpPr>
          <p:cNvPr id="14" name="mdpr:1-3-4b2f30:item-2:block-23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5" name="mdpr:1-3-4b2f30:item-3:block-23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3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  <p:sp>
        <p:nvSpPr>
          <p:cNvPr id="14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5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606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6" name="mdpr:example-decks-from-mdpr-1f8782:left:block-26-block-26-block-26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7" name="mdpr:example-decks-from-mdpr-1f8782:left:block-26-block-26-block-26"/>
          <p:cNvSpPr txBox="1"/>
          <p:nvPr/>
        </p:nvSpPr>
        <p:spPr>
          <a:xfrm>
            <a:off x="896112" y="4130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8" name="mdpr:example-decks-from-mdpr-1f8782:right:block-26-block-26"/>
          <p:cNvSpPr txBox="1"/>
          <p:nvPr/>
        </p:nvSpPr>
        <p:spPr>
          <a:xfrm>
            <a:off x="6473952" y="2819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9" name="mdpr:example-decks-from-mdpr-1f8782:right:block-26-block-26"/>
          <p:cNvSpPr txBox="1"/>
          <p:nvPr/>
        </p:nvSpPr>
        <p:spPr>
          <a:xfrm>
            <a:off x="6473952" y="391668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3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4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5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13" name="mdpr:3-3-9304f5:item-1:block-28-chunk-3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14" name="mdpr:3-3-9304f5:item-2:block-28-chunk-3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15" name="mdpr:3-3-9304f5:item-3:block-28-chunk-3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3" name="mdpr:2-3-298275:item-1:block-3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4" name="mdpr:2-3-298275:item-2:block-3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mdpr:2-3-298275:item-3:block-38-chunk-2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13" name="mdpr:3-3-bec926:item-1:block-38-chunk-3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14" name="mdpr:3-3-bec926:item-2:block-38-chunk-3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15" name="mdpr:3-3-bec926:item-3:block-38-chunk-3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2026-07-13T15:15:55Z</dcterms:created>
  <dcterms:modified xsi:type="dcterms:W3CDTF">2026-07-13T15:15:55Z</dcterms:modified>
</cp:coreProperties>
</file>