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3" Type="http://schemas.openxmlformats.org/officeDocument/2006/relationships/image" Target="../media/image-15-3.png"/><Relationship Id="rId4" Type="http://schemas.openxmlformats.org/officeDocument/2006/relationships/image" Target="../media/image-15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image" Target="../media/image-19-13.png"/><Relationship Id="rId14" Type="http://schemas.openxmlformats.org/officeDocument/2006/relationships/image" Target="../media/image-19-14.sv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image" Target="../media/image-21-9.png"/><Relationship Id="rId10" Type="http://schemas.openxmlformats.org/officeDocument/2006/relationships/image" Target="../media/image-21-10.sv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svg"/><Relationship Id="rId13" Type="http://schemas.openxmlformats.org/officeDocument/2006/relationships/image" Target="../media/image-21-13.png"/><Relationship Id="rId14" Type="http://schemas.openxmlformats.org/officeDocument/2006/relationships/image" Target="../media/image-21-14.sv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image" Target="../media/image-22-9.png"/><Relationship Id="rId10" Type="http://schemas.openxmlformats.org/officeDocument/2006/relationships/image" Target="../media/image-22-10.svg"/><Relationship Id="rId11" Type="http://schemas.openxmlformats.org/officeDocument/2006/relationships/image" Target="../media/image-22-11.png"/><Relationship Id="rId12" Type="http://schemas.openxmlformats.org/officeDocument/2006/relationships/image" Target="../media/image-22-12.svg"/><Relationship Id="rId13" Type="http://schemas.openxmlformats.org/officeDocument/2006/relationships/image" Target="../media/image-22-13.png"/><Relationship Id="rId14" Type="http://schemas.openxmlformats.org/officeDocument/2006/relationships/image" Target="../media/image-22-14.svg"/><Relationship Id="rId15" Type="http://schemas.openxmlformats.org/officeDocument/2006/relationships/image" Target="../media/image-22-15.png"/><Relationship Id="rId16" Type="http://schemas.openxmlformats.org/officeDocument/2006/relationships/image" Target="../media/image-2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7" Type="http://schemas.openxmlformats.org/officeDocument/2006/relationships/image" Target="../media/image-24-7.png"/><Relationship Id="rId8" Type="http://schemas.openxmlformats.org/officeDocument/2006/relationships/image" Target="../media/image-24-8.svg"/><Relationship Id="rId9" Type="http://schemas.openxmlformats.org/officeDocument/2006/relationships/image" Target="../media/image-24-9.png"/><Relationship Id="rId10" Type="http://schemas.openxmlformats.org/officeDocument/2006/relationships/image" Target="../media/image-24-10.svg"/><Relationship Id="rId11" Type="http://schemas.openxmlformats.org/officeDocument/2006/relationships/image" Target="../media/image-24-11.png"/><Relationship Id="rId12" Type="http://schemas.openxmlformats.org/officeDocument/2006/relationships/image" Target="../media/image-24-12.svg"/><Relationship Id="rId13" Type="http://schemas.openxmlformats.org/officeDocument/2006/relationships/image" Target="../media/image-24-13.png"/><Relationship Id="rId14" Type="http://schemas.openxmlformats.org/officeDocument/2006/relationships/image" Target="../media/image-24-14.svg"/><Relationship Id="rId15" Type="http://schemas.openxmlformats.org/officeDocument/2006/relationships/image" Target="../media/image-24-15.png"/><Relationship Id="rId16" Type="http://schemas.openxmlformats.org/officeDocument/2006/relationships/image" Target="../media/image-24-16.svg"/><Relationship Id="rId17" Type="http://schemas.openxmlformats.org/officeDocument/2006/relationships/image" Target="../media/image-24-17.png"/><Relationship Id="rId18" Type="http://schemas.openxmlformats.org/officeDocument/2006/relationships/image" Target="../media/image-24-18.svg"/><Relationship Id="rId19" Type="http://schemas.openxmlformats.org/officeDocument/2006/relationships/image" Target="../media/image-24-19.png"/><Relationship Id="rId20" Type="http://schemas.openxmlformats.org/officeDocument/2006/relationships/image" Target="../media/image-24-20.svg"/><Relationship Id="rId21" Type="http://schemas.openxmlformats.org/officeDocument/2006/relationships/image" Target="../media/image-24-21.png"/><Relationship Id="rId22" Type="http://schemas.openxmlformats.org/officeDocument/2006/relationships/image" Target="../media/image-24-22.svg"/><Relationship Id="rId23" Type="http://schemas.openxmlformats.org/officeDocument/2006/relationships/slideLayout" Target="../slideLayouts/slideLayout1.xml"/><Relationship Id="rId2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svg"/><Relationship Id="rId3" Type="http://schemas.openxmlformats.org/officeDocument/2006/relationships/image" Target="../media/image-26-3.png"/><Relationship Id="rId4" Type="http://schemas.openxmlformats.org/officeDocument/2006/relationships/image" Target="../media/image-26-4.svg"/><Relationship Id="rId5" Type="http://schemas.openxmlformats.org/officeDocument/2006/relationships/image" Target="../media/image-26-5.png"/><Relationship Id="rId6" Type="http://schemas.openxmlformats.org/officeDocument/2006/relationships/image" Target="../media/image-26-6.svg"/><Relationship Id="rId7" Type="http://schemas.openxmlformats.org/officeDocument/2006/relationships/image" Target="../media/image-26-7.png"/><Relationship Id="rId8" Type="http://schemas.openxmlformats.org/officeDocument/2006/relationships/image" Target="../media/image-26-8.svg"/><Relationship Id="rId9" Type="http://schemas.openxmlformats.org/officeDocument/2006/relationships/image" Target="../media/image-26-9.png"/><Relationship Id="rId10" Type="http://schemas.openxmlformats.org/officeDocument/2006/relationships/image" Target="../media/image-26-10.svg"/><Relationship Id="rId11" Type="http://schemas.openxmlformats.org/officeDocument/2006/relationships/image" Target="../media/image-26-11.png"/><Relationship Id="rId12" Type="http://schemas.openxmlformats.org/officeDocument/2006/relationships/image" Target="../media/image-26-12.svg"/><Relationship Id="rId13" Type="http://schemas.openxmlformats.org/officeDocument/2006/relationships/image" Target="../media/image-26-13.png"/><Relationship Id="rId14" Type="http://schemas.openxmlformats.org/officeDocument/2006/relationships/image" Target="../media/image-26-14.sv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svg"/><Relationship Id="rId3" Type="http://schemas.openxmlformats.org/officeDocument/2006/relationships/image" Target="../media/image-27-3.png"/><Relationship Id="rId4" Type="http://schemas.openxmlformats.org/officeDocument/2006/relationships/image" Target="../media/image-27-4.svg"/><Relationship Id="rId5" Type="http://schemas.openxmlformats.org/officeDocument/2006/relationships/image" Target="../media/image-27-5.png"/><Relationship Id="rId6" Type="http://schemas.openxmlformats.org/officeDocument/2006/relationships/image" Target="../media/image-27-6.svg"/><Relationship Id="rId7" Type="http://schemas.openxmlformats.org/officeDocument/2006/relationships/image" Target="../media/image-27-7.png"/><Relationship Id="rId8" Type="http://schemas.openxmlformats.org/officeDocument/2006/relationships/image" Target="../media/image-27-8.svg"/><Relationship Id="rId9" Type="http://schemas.openxmlformats.org/officeDocument/2006/relationships/image" Target="../media/image-27-9.png"/><Relationship Id="rId10" Type="http://schemas.openxmlformats.org/officeDocument/2006/relationships/image" Target="../media/image-27-10.svg"/><Relationship Id="rId11" Type="http://schemas.openxmlformats.org/officeDocument/2006/relationships/image" Target="../media/image-27-11.png"/><Relationship Id="rId12" Type="http://schemas.openxmlformats.org/officeDocument/2006/relationships/image" Target="../media/image-27-12.svg"/><Relationship Id="rId13" Type="http://schemas.openxmlformats.org/officeDocument/2006/relationships/image" Target="../media/image-27-13.png"/><Relationship Id="rId14" Type="http://schemas.openxmlformats.org/officeDocument/2006/relationships/image" Target="../media/image-27-14.svg"/><Relationship Id="rId15" Type="http://schemas.openxmlformats.org/officeDocument/2006/relationships/image" Target="../media/image-27-15.png"/><Relationship Id="rId16" Type="http://schemas.openxmlformats.org/officeDocument/2006/relationships/image" Target="../media/image-27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svg"/><Relationship Id="rId3" Type="http://schemas.openxmlformats.org/officeDocument/2006/relationships/image" Target="../media/image-29-3.png"/><Relationship Id="rId4" Type="http://schemas.openxmlformats.org/officeDocument/2006/relationships/image" Target="../media/image-29-4.svg"/><Relationship Id="rId5" Type="http://schemas.openxmlformats.org/officeDocument/2006/relationships/image" Target="../media/image-29-5.png"/><Relationship Id="rId6" Type="http://schemas.openxmlformats.org/officeDocument/2006/relationships/image" Target="../media/image-29-6.svg"/><Relationship Id="rId7" Type="http://schemas.openxmlformats.org/officeDocument/2006/relationships/image" Target="../media/image-29-7.png"/><Relationship Id="rId8" Type="http://schemas.openxmlformats.org/officeDocument/2006/relationships/image" Target="../media/image-29-8.svg"/><Relationship Id="rId9" Type="http://schemas.openxmlformats.org/officeDocument/2006/relationships/image" Target="../media/image-29-9.png"/><Relationship Id="rId10" Type="http://schemas.openxmlformats.org/officeDocument/2006/relationships/image" Target="../media/image-29-10.svg"/><Relationship Id="rId11" Type="http://schemas.openxmlformats.org/officeDocument/2006/relationships/image" Target="../media/image-29-11.png"/><Relationship Id="rId12" Type="http://schemas.openxmlformats.org/officeDocument/2006/relationships/image" Target="../media/image-29-12.svg"/><Relationship Id="rId13" Type="http://schemas.openxmlformats.org/officeDocument/2006/relationships/image" Target="../media/image-29-13.png"/><Relationship Id="rId14" Type="http://schemas.openxmlformats.org/officeDocument/2006/relationships/image" Target="../media/image-29-14.sv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svg"/><Relationship Id="rId3" Type="http://schemas.openxmlformats.org/officeDocument/2006/relationships/image" Target="../media/image-30-3.png"/><Relationship Id="rId4" Type="http://schemas.openxmlformats.org/officeDocument/2006/relationships/image" Target="../media/image-30-4.svg"/><Relationship Id="rId5" Type="http://schemas.openxmlformats.org/officeDocument/2006/relationships/image" Target="../media/image-30-5.png"/><Relationship Id="rId6" Type="http://schemas.openxmlformats.org/officeDocument/2006/relationships/image" Target="../media/image-30-6.svg"/><Relationship Id="rId7" Type="http://schemas.openxmlformats.org/officeDocument/2006/relationships/image" Target="../media/image-30-7.png"/><Relationship Id="rId8" Type="http://schemas.openxmlformats.org/officeDocument/2006/relationships/image" Target="../media/image-30-8.svg"/><Relationship Id="rId9" Type="http://schemas.openxmlformats.org/officeDocument/2006/relationships/image" Target="../media/image-30-9.png"/><Relationship Id="rId10" Type="http://schemas.openxmlformats.org/officeDocument/2006/relationships/image" Target="../media/image-30-10.svg"/><Relationship Id="rId11" Type="http://schemas.openxmlformats.org/officeDocument/2006/relationships/image" Target="../media/image-30-11.png"/><Relationship Id="rId12" Type="http://schemas.openxmlformats.org/officeDocument/2006/relationships/image" Target="../media/image-30-12.svg"/><Relationship Id="rId13" Type="http://schemas.openxmlformats.org/officeDocument/2006/relationships/image" Target="../media/image-30-13.png"/><Relationship Id="rId14" Type="http://schemas.openxmlformats.org/officeDocument/2006/relationships/image" Target="../media/image-30-14.svg"/><Relationship Id="rId15" Type="http://schemas.openxmlformats.org/officeDocument/2006/relationships/image" Target="../media/image-30-15.png"/><Relationship Id="rId16" Type="http://schemas.openxmlformats.org/officeDocument/2006/relationships/image" Target="../media/image-30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svg"/><Relationship Id="rId3" Type="http://schemas.openxmlformats.org/officeDocument/2006/relationships/image" Target="../media/image-33-3.png"/><Relationship Id="rId4" Type="http://schemas.openxmlformats.org/officeDocument/2006/relationships/image" Target="../media/image-33-4.svg"/><Relationship Id="rId5" Type="http://schemas.openxmlformats.org/officeDocument/2006/relationships/image" Target="../media/image-33-5.png"/><Relationship Id="rId6" Type="http://schemas.openxmlformats.org/officeDocument/2006/relationships/image" Target="../media/image-33-6.svg"/><Relationship Id="rId7" Type="http://schemas.openxmlformats.org/officeDocument/2006/relationships/image" Target="../media/image-33-7.png"/><Relationship Id="rId8" Type="http://schemas.openxmlformats.org/officeDocument/2006/relationships/image" Target="../media/image-33-8.svg"/><Relationship Id="rId9" Type="http://schemas.openxmlformats.org/officeDocument/2006/relationships/image" Target="../media/image-33-9.png"/><Relationship Id="rId10" Type="http://schemas.openxmlformats.org/officeDocument/2006/relationships/image" Target="../media/image-33-10.svg"/><Relationship Id="rId11" Type="http://schemas.openxmlformats.org/officeDocument/2006/relationships/image" Target="../media/image-33-11.png"/><Relationship Id="rId12" Type="http://schemas.openxmlformats.org/officeDocument/2006/relationships/image" Target="../media/image-33-12.svg"/><Relationship Id="rId13" Type="http://schemas.openxmlformats.org/officeDocument/2006/relationships/image" Target="../media/image-33-13.png"/><Relationship Id="rId14" Type="http://schemas.openxmlformats.org/officeDocument/2006/relationships/image" Target="../media/image-33-14.svg"/><Relationship Id="rId15" Type="http://schemas.openxmlformats.org/officeDocument/2006/relationships/image" Target="../media/image-33-15.png"/><Relationship Id="rId16" Type="http://schemas.openxmlformats.org/officeDocument/2006/relationships/image" Target="../media/image-33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svg"/><Relationship Id="rId3" Type="http://schemas.openxmlformats.org/officeDocument/2006/relationships/image" Target="../media/image-34-3.png"/><Relationship Id="rId4" Type="http://schemas.openxmlformats.org/officeDocument/2006/relationships/image" Target="../media/image-34-4.svg"/><Relationship Id="rId5" Type="http://schemas.openxmlformats.org/officeDocument/2006/relationships/image" Target="../media/image-34-5.png"/><Relationship Id="rId6" Type="http://schemas.openxmlformats.org/officeDocument/2006/relationships/image" Target="../media/image-34-6.svg"/><Relationship Id="rId7" Type="http://schemas.openxmlformats.org/officeDocument/2006/relationships/image" Target="../media/image-34-7.png"/><Relationship Id="rId8" Type="http://schemas.openxmlformats.org/officeDocument/2006/relationships/image" Target="../media/image-34-8.svg"/><Relationship Id="rId9" Type="http://schemas.openxmlformats.org/officeDocument/2006/relationships/image" Target="../media/image-34-9.png"/><Relationship Id="rId10" Type="http://schemas.openxmlformats.org/officeDocument/2006/relationships/image" Target="../media/image-34-10.svg"/><Relationship Id="rId11" Type="http://schemas.openxmlformats.org/officeDocument/2006/relationships/image" Target="../media/image-34-11.png"/><Relationship Id="rId12" Type="http://schemas.openxmlformats.org/officeDocument/2006/relationships/image" Target="../media/image-34-12.svg"/><Relationship Id="rId13" Type="http://schemas.openxmlformats.org/officeDocument/2006/relationships/image" Target="../media/image-34-13.png"/><Relationship Id="rId14" Type="http://schemas.openxmlformats.org/officeDocument/2006/relationships/image" Target="../media/image-34-14.svg"/><Relationship Id="rId15" Type="http://schemas.openxmlformats.org/officeDocument/2006/relationships/image" Target="../media/image-34-15.png"/><Relationship Id="rId16" Type="http://schemas.openxmlformats.org/officeDocument/2006/relationships/image" Target="../media/image-34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svg"/><Relationship Id="rId3" Type="http://schemas.openxmlformats.org/officeDocument/2006/relationships/image" Target="../media/image-36-3.png"/><Relationship Id="rId4" Type="http://schemas.openxmlformats.org/officeDocument/2006/relationships/image" Target="../media/image-36-4.svg"/><Relationship Id="rId5" Type="http://schemas.openxmlformats.org/officeDocument/2006/relationships/image" Target="../media/image-36-5.png"/><Relationship Id="rId6" Type="http://schemas.openxmlformats.org/officeDocument/2006/relationships/image" Target="../media/image-36-6.svg"/><Relationship Id="rId7" Type="http://schemas.openxmlformats.org/officeDocument/2006/relationships/image" Target="../media/image-36-7.png"/><Relationship Id="rId8" Type="http://schemas.openxmlformats.org/officeDocument/2006/relationships/image" Target="../media/image-36-8.svg"/><Relationship Id="rId9" Type="http://schemas.openxmlformats.org/officeDocument/2006/relationships/image" Target="../media/image-36-9.png"/><Relationship Id="rId10" Type="http://schemas.openxmlformats.org/officeDocument/2006/relationships/image" Target="../media/image-36-10.svg"/><Relationship Id="rId11" Type="http://schemas.openxmlformats.org/officeDocument/2006/relationships/image" Target="../media/image-36-11.png"/><Relationship Id="rId12" Type="http://schemas.openxmlformats.org/officeDocument/2006/relationships/image" Target="../media/image-36-12.svg"/><Relationship Id="rId13" Type="http://schemas.openxmlformats.org/officeDocument/2006/relationships/image" Target="../media/image-36-13.png"/><Relationship Id="rId14" Type="http://schemas.openxmlformats.org/officeDocument/2006/relationships/image" Target="../media/image-36-14.svg"/><Relationship Id="rId15" Type="http://schemas.openxmlformats.org/officeDocument/2006/relationships/image" Target="../media/image-36-15.png"/><Relationship Id="rId16" Type="http://schemas.openxmlformats.org/officeDocument/2006/relationships/image" Target="../media/image-36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svg"/><Relationship Id="rId3" Type="http://schemas.openxmlformats.org/officeDocument/2006/relationships/image" Target="../media/image-37-3.png"/><Relationship Id="rId4" Type="http://schemas.openxmlformats.org/officeDocument/2006/relationships/image" Target="../media/image-37-4.svg"/><Relationship Id="rId5" Type="http://schemas.openxmlformats.org/officeDocument/2006/relationships/image" Target="../media/image-37-5.png"/><Relationship Id="rId6" Type="http://schemas.openxmlformats.org/officeDocument/2006/relationships/image" Target="../media/image-37-6.svg"/><Relationship Id="rId7" Type="http://schemas.openxmlformats.org/officeDocument/2006/relationships/image" Target="../media/image-37-7.png"/><Relationship Id="rId8" Type="http://schemas.openxmlformats.org/officeDocument/2006/relationships/image" Target="../media/image-37-8.svg"/><Relationship Id="rId9" Type="http://schemas.openxmlformats.org/officeDocument/2006/relationships/image" Target="../media/image-37-9.png"/><Relationship Id="rId10" Type="http://schemas.openxmlformats.org/officeDocument/2006/relationships/image" Target="../media/image-37-10.svg"/><Relationship Id="rId11" Type="http://schemas.openxmlformats.org/officeDocument/2006/relationships/image" Target="../media/image-37-11.png"/><Relationship Id="rId12" Type="http://schemas.openxmlformats.org/officeDocument/2006/relationships/image" Target="../media/image-37-12.svg"/><Relationship Id="rId13" Type="http://schemas.openxmlformats.org/officeDocument/2006/relationships/image" Target="../media/image-37-13.png"/><Relationship Id="rId14" Type="http://schemas.openxmlformats.org/officeDocument/2006/relationships/image" Target="../media/image-37-14.svg"/><Relationship Id="rId15" Type="http://schemas.openxmlformats.org/officeDocument/2006/relationships/image" Target="../media/image-37-15.png"/><Relationship Id="rId16" Type="http://schemas.openxmlformats.org/officeDocument/2006/relationships/image" Target="../media/image-37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svg"/><Relationship Id="rId3" Type="http://schemas.openxmlformats.org/officeDocument/2006/relationships/image" Target="../media/image-38-3.png"/><Relationship Id="rId4" Type="http://schemas.openxmlformats.org/officeDocument/2006/relationships/image" Target="../media/image-38-4.svg"/><Relationship Id="rId5" Type="http://schemas.openxmlformats.org/officeDocument/2006/relationships/image" Target="../media/image-38-5.png"/><Relationship Id="rId6" Type="http://schemas.openxmlformats.org/officeDocument/2006/relationships/image" Target="../media/image-38-6.svg"/><Relationship Id="rId7" Type="http://schemas.openxmlformats.org/officeDocument/2006/relationships/image" Target="../media/image-38-7.png"/><Relationship Id="rId8" Type="http://schemas.openxmlformats.org/officeDocument/2006/relationships/image" Target="../media/image-38-8.svg"/><Relationship Id="rId9" Type="http://schemas.openxmlformats.org/officeDocument/2006/relationships/image" Target="../media/image-38-9.png"/><Relationship Id="rId10" Type="http://schemas.openxmlformats.org/officeDocument/2006/relationships/image" Target="../media/image-38-10.svg"/><Relationship Id="rId11" Type="http://schemas.openxmlformats.org/officeDocument/2006/relationships/image" Target="../media/image-38-11.png"/><Relationship Id="rId12" Type="http://schemas.openxmlformats.org/officeDocument/2006/relationships/image" Target="../media/image-38-12.svg"/><Relationship Id="rId13" Type="http://schemas.openxmlformats.org/officeDocument/2006/relationships/image" Target="../media/image-38-13.png"/><Relationship Id="rId14" Type="http://schemas.openxmlformats.org/officeDocument/2006/relationships/image" Target="../media/image-38-14.svg"/><Relationship Id="rId15" Type="http://schemas.openxmlformats.org/officeDocument/2006/relationships/image" Target="../media/image-38-15.png"/><Relationship Id="rId16" Type="http://schemas.openxmlformats.org/officeDocument/2006/relationships/image" Target="../media/image-3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svg"/><Relationship Id="rId3" Type="http://schemas.openxmlformats.org/officeDocument/2006/relationships/image" Target="../media/image-39-3.png"/><Relationship Id="rId4" Type="http://schemas.openxmlformats.org/officeDocument/2006/relationships/image" Target="../media/image-39-4.svg"/><Relationship Id="rId5" Type="http://schemas.openxmlformats.org/officeDocument/2006/relationships/image" Target="../media/image-39-5.png"/><Relationship Id="rId6" Type="http://schemas.openxmlformats.org/officeDocument/2006/relationships/image" Target="../media/image-39-6.svg"/><Relationship Id="rId7" Type="http://schemas.openxmlformats.org/officeDocument/2006/relationships/image" Target="../media/image-39-7.png"/><Relationship Id="rId8" Type="http://schemas.openxmlformats.org/officeDocument/2006/relationships/image" Target="../media/image-39-8.svg"/><Relationship Id="rId9" Type="http://schemas.openxmlformats.org/officeDocument/2006/relationships/image" Target="../media/image-39-9.png"/><Relationship Id="rId10" Type="http://schemas.openxmlformats.org/officeDocument/2006/relationships/image" Target="../media/image-39-10.svg"/><Relationship Id="rId11" Type="http://schemas.openxmlformats.org/officeDocument/2006/relationships/image" Target="../media/image-39-11.png"/><Relationship Id="rId12" Type="http://schemas.openxmlformats.org/officeDocument/2006/relationships/image" Target="../media/image-3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svg"/><Relationship Id="rId3" Type="http://schemas.openxmlformats.org/officeDocument/2006/relationships/image" Target="../media/image-40-3.png"/><Relationship Id="rId4" Type="http://schemas.openxmlformats.org/officeDocument/2006/relationships/image" Target="../media/image-40-4.svg"/><Relationship Id="rId5" Type="http://schemas.openxmlformats.org/officeDocument/2006/relationships/image" Target="../media/image-40-5.png"/><Relationship Id="rId6" Type="http://schemas.openxmlformats.org/officeDocument/2006/relationships/image" Target="../media/image-40-6.svg"/><Relationship Id="rId7" Type="http://schemas.openxmlformats.org/officeDocument/2006/relationships/image" Target="../media/image-40-7.png"/><Relationship Id="rId8" Type="http://schemas.openxmlformats.org/officeDocument/2006/relationships/image" Target="../media/image-40-8.svg"/><Relationship Id="rId9" Type="http://schemas.openxmlformats.org/officeDocument/2006/relationships/image" Target="../media/image-40-9.png"/><Relationship Id="rId10" Type="http://schemas.openxmlformats.org/officeDocument/2006/relationships/image" Target="../media/image-40-10.svg"/><Relationship Id="rId11" Type="http://schemas.openxmlformats.org/officeDocument/2006/relationships/image" Target="../media/image-40-11.png"/><Relationship Id="rId12" Type="http://schemas.openxmlformats.org/officeDocument/2006/relationships/image" Target="../media/image-40-12.svg"/><Relationship Id="rId13" Type="http://schemas.openxmlformats.org/officeDocument/2006/relationships/image" Target="../media/image-40-13.png"/><Relationship Id="rId14" Type="http://schemas.openxmlformats.org/officeDocument/2006/relationships/image" Target="../media/image-40-14.svg"/><Relationship Id="rId15" Type="http://schemas.openxmlformats.org/officeDocument/2006/relationships/image" Target="../media/image-40-15.png"/><Relationship Id="rId16" Type="http://schemas.openxmlformats.org/officeDocument/2006/relationships/image" Target="../media/image-40-16.svg"/><Relationship Id="rId17" Type="http://schemas.openxmlformats.org/officeDocument/2006/relationships/image" Target="../media/image-40-17.png"/><Relationship Id="rId18" Type="http://schemas.openxmlformats.org/officeDocument/2006/relationships/image" Target="../media/image-40-18.svg"/><Relationship Id="rId19" Type="http://schemas.openxmlformats.org/officeDocument/2006/relationships/image" Target="../media/image-40-19.png"/><Relationship Id="rId20" Type="http://schemas.openxmlformats.org/officeDocument/2006/relationships/image" Target="../media/image-40-20.svg"/><Relationship Id="rId21" Type="http://schemas.openxmlformats.org/officeDocument/2006/relationships/image" Target="../media/image-40-21.png"/><Relationship Id="rId22" Type="http://schemas.openxmlformats.org/officeDocument/2006/relationships/image" Target="../media/image-40-22.svg"/><Relationship Id="rId23" Type="http://schemas.openxmlformats.org/officeDocument/2006/relationships/image" Target="../media/image-40-23.png"/><Relationship Id="rId24" Type="http://schemas.openxmlformats.org/officeDocument/2006/relationships/image" Target="../media/image-40-24.svg"/><Relationship Id="rId25" Type="http://schemas.openxmlformats.org/officeDocument/2006/relationships/slideLayout" Target="../slideLayouts/slideLayout1.xml"/><Relationship Id="rId26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svg"/><Relationship Id="rId3" Type="http://schemas.openxmlformats.org/officeDocument/2006/relationships/image" Target="../media/image-41-3.png"/><Relationship Id="rId4" Type="http://schemas.openxmlformats.org/officeDocument/2006/relationships/image" Target="../media/image-41-4.svg"/><Relationship Id="rId5" Type="http://schemas.openxmlformats.org/officeDocument/2006/relationships/image" Target="../media/image-41-5.png"/><Relationship Id="rId6" Type="http://schemas.openxmlformats.org/officeDocument/2006/relationships/image" Target="../media/image-41-6.svg"/><Relationship Id="rId7" Type="http://schemas.openxmlformats.org/officeDocument/2006/relationships/image" Target="../media/image-41-7.png"/><Relationship Id="rId8" Type="http://schemas.openxmlformats.org/officeDocument/2006/relationships/image" Target="../media/image-41-8.svg"/><Relationship Id="rId9" Type="http://schemas.openxmlformats.org/officeDocument/2006/relationships/image" Target="../media/image-41-9.png"/><Relationship Id="rId10" Type="http://schemas.openxmlformats.org/officeDocument/2006/relationships/image" Target="../media/image-41-10.svg"/><Relationship Id="rId11" Type="http://schemas.openxmlformats.org/officeDocument/2006/relationships/image" Target="../media/image-41-11.png"/><Relationship Id="rId12" Type="http://schemas.openxmlformats.org/officeDocument/2006/relationships/image" Target="../media/image-41-12.svg"/><Relationship Id="rId13" Type="http://schemas.openxmlformats.org/officeDocument/2006/relationships/image" Target="../media/image-41-13.png"/><Relationship Id="rId14" Type="http://schemas.openxmlformats.org/officeDocument/2006/relationships/image" Target="../media/image-41-14.svg"/><Relationship Id="rId15" Type="http://schemas.openxmlformats.org/officeDocument/2006/relationships/image" Target="../media/image-41-15.png"/><Relationship Id="rId16" Type="http://schemas.openxmlformats.org/officeDocument/2006/relationships/image" Target="../media/image-41-16.svg"/><Relationship Id="rId17" Type="http://schemas.openxmlformats.org/officeDocument/2006/relationships/image" Target="../media/image-41-17.png"/><Relationship Id="rId18" Type="http://schemas.openxmlformats.org/officeDocument/2006/relationships/image" Target="../media/image-41-18.svg"/><Relationship Id="rId19" Type="http://schemas.openxmlformats.org/officeDocument/2006/relationships/image" Target="../media/image-41-19.png"/><Relationship Id="rId20" Type="http://schemas.openxmlformats.org/officeDocument/2006/relationships/image" Target="../media/image-41-20.svg"/><Relationship Id="rId21" Type="http://schemas.openxmlformats.org/officeDocument/2006/relationships/image" Target="../media/image-41-21.png"/><Relationship Id="rId22" Type="http://schemas.openxmlformats.org/officeDocument/2006/relationships/image" Target="../media/image-41-22.svg"/><Relationship Id="rId23" Type="http://schemas.openxmlformats.org/officeDocument/2006/relationships/image" Target="../media/image-41-23.png"/><Relationship Id="rId24" Type="http://schemas.openxmlformats.org/officeDocument/2006/relationships/image" Target="../media/image-41-24.svg"/><Relationship Id="rId25" Type="http://schemas.openxmlformats.org/officeDocument/2006/relationships/slideLayout" Target="../slideLayouts/slideLayout1.xml"/><Relationship Id="rId26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svg"/><Relationship Id="rId3" Type="http://schemas.openxmlformats.org/officeDocument/2006/relationships/image" Target="../media/image-42-3.png"/><Relationship Id="rId4" Type="http://schemas.openxmlformats.org/officeDocument/2006/relationships/image" Target="../media/image-42-4.svg"/><Relationship Id="rId5" Type="http://schemas.openxmlformats.org/officeDocument/2006/relationships/image" Target="../media/image-42-5.png"/><Relationship Id="rId6" Type="http://schemas.openxmlformats.org/officeDocument/2006/relationships/image" Target="../media/image-42-6.svg"/><Relationship Id="rId7" Type="http://schemas.openxmlformats.org/officeDocument/2006/relationships/image" Target="../media/image-42-7.png"/><Relationship Id="rId8" Type="http://schemas.openxmlformats.org/officeDocument/2006/relationships/image" Target="../media/image-42-8.svg"/><Relationship Id="rId9" Type="http://schemas.openxmlformats.org/officeDocument/2006/relationships/image" Target="../media/image-42-9.png"/><Relationship Id="rId10" Type="http://schemas.openxmlformats.org/officeDocument/2006/relationships/image" Target="../media/image-42-10.svg"/><Relationship Id="rId11" Type="http://schemas.openxmlformats.org/officeDocument/2006/relationships/image" Target="../media/image-42-11.png"/><Relationship Id="rId12" Type="http://schemas.openxmlformats.org/officeDocument/2006/relationships/image" Target="../media/image-42-12.svg"/><Relationship Id="rId13" Type="http://schemas.openxmlformats.org/officeDocument/2006/relationships/image" Target="../media/image-42-13.png"/><Relationship Id="rId14" Type="http://schemas.openxmlformats.org/officeDocument/2006/relationships/image" Target="../media/image-42-14.svg"/><Relationship Id="rId15" Type="http://schemas.openxmlformats.org/officeDocument/2006/relationships/image" Target="../media/image-42-15.png"/><Relationship Id="rId16" Type="http://schemas.openxmlformats.org/officeDocument/2006/relationships/image" Target="../media/image-4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svg"/><Relationship Id="rId3" Type="http://schemas.openxmlformats.org/officeDocument/2006/relationships/image" Target="../media/image-43-3.png"/><Relationship Id="rId4" Type="http://schemas.openxmlformats.org/officeDocument/2006/relationships/image" Target="../media/image-43-4.svg"/><Relationship Id="rId5" Type="http://schemas.openxmlformats.org/officeDocument/2006/relationships/image" Target="../media/image-43-5.png"/><Relationship Id="rId6" Type="http://schemas.openxmlformats.org/officeDocument/2006/relationships/image" Target="../media/image-43-6.svg"/><Relationship Id="rId7" Type="http://schemas.openxmlformats.org/officeDocument/2006/relationships/image" Target="../media/image-43-7.png"/><Relationship Id="rId8" Type="http://schemas.openxmlformats.org/officeDocument/2006/relationships/image" Target="../media/image-43-8.svg"/><Relationship Id="rId9" Type="http://schemas.openxmlformats.org/officeDocument/2006/relationships/image" Target="../media/image-43-9.png"/><Relationship Id="rId10" Type="http://schemas.openxmlformats.org/officeDocument/2006/relationships/image" Target="../media/image-43-10.svg"/><Relationship Id="rId11" Type="http://schemas.openxmlformats.org/officeDocument/2006/relationships/image" Target="../media/image-43-11.png"/><Relationship Id="rId12" Type="http://schemas.openxmlformats.org/officeDocument/2006/relationships/image" Target="../media/image-43-12.svg"/><Relationship Id="rId13" Type="http://schemas.openxmlformats.org/officeDocument/2006/relationships/image" Target="../media/image-43-13.png"/><Relationship Id="rId14" Type="http://schemas.openxmlformats.org/officeDocument/2006/relationships/image" Target="../media/image-43-14.svg"/><Relationship Id="rId15" Type="http://schemas.openxmlformats.org/officeDocument/2006/relationships/image" Target="../media/image-43-15.png"/><Relationship Id="rId16" Type="http://schemas.openxmlformats.org/officeDocument/2006/relationships/image" Target="../media/image-43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svg"/><Relationship Id="rId3" Type="http://schemas.openxmlformats.org/officeDocument/2006/relationships/image" Target="../media/image-45-3.png"/><Relationship Id="rId4" Type="http://schemas.openxmlformats.org/officeDocument/2006/relationships/image" Target="../media/image-45-4.svg"/><Relationship Id="rId5" Type="http://schemas.openxmlformats.org/officeDocument/2006/relationships/image" Target="../media/image-45-5.png"/><Relationship Id="rId6" Type="http://schemas.openxmlformats.org/officeDocument/2006/relationships/image" Target="../media/image-45-6.svg"/><Relationship Id="rId7" Type="http://schemas.openxmlformats.org/officeDocument/2006/relationships/image" Target="../media/image-45-7.png"/><Relationship Id="rId8" Type="http://schemas.openxmlformats.org/officeDocument/2006/relationships/image" Target="../media/image-45-8.svg"/><Relationship Id="rId9" Type="http://schemas.openxmlformats.org/officeDocument/2006/relationships/image" Target="../media/image-45-9.png"/><Relationship Id="rId10" Type="http://schemas.openxmlformats.org/officeDocument/2006/relationships/image" Target="../media/image-45-10.svg"/><Relationship Id="rId11" Type="http://schemas.openxmlformats.org/officeDocument/2006/relationships/image" Target="../media/image-45-11.png"/><Relationship Id="rId12" Type="http://schemas.openxmlformats.org/officeDocument/2006/relationships/image" Target="../media/image-45-12.svg"/><Relationship Id="rId13" Type="http://schemas.openxmlformats.org/officeDocument/2006/relationships/image" Target="../media/image-45-13.png"/><Relationship Id="rId14" Type="http://schemas.openxmlformats.org/officeDocument/2006/relationships/image" Target="../media/image-45-14.svg"/><Relationship Id="rId15" Type="http://schemas.openxmlformats.org/officeDocument/2006/relationships/image" Target="../media/image-45-15.png"/><Relationship Id="rId16" Type="http://schemas.openxmlformats.org/officeDocument/2006/relationships/image" Target="../media/image-45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357055" y="6528816"/>
            <a:ext cx="2148840" cy="73152"/>
          </a:xfrm>
          <a:prstGeom prst="rect">
            <a:avLst/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Corpus: Baseline vs Design Components Skill</a:t>
            </a:r>
            <a:endParaRPr lang="en-US" sz="4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E2E8F0">
              <a:alpha val="9000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21" name="Text 19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Difference at a glance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Source manifest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Pipeline boundary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Parser and splitting topics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01. Architecture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03. Page Splitting Rules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04. Layout Selection Rules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07. Rendering Rules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11. Validation and Overflow Policy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Example decks from MDPR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Example: examples/basic/deck.md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Example: examples/comparison/deck.md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Example: examples/pipeline/deck.md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Example: examples/diagram-arrangements/deck.md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36192"/>
            <a:ext cx="10515600" cy="457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5852160"/>
            <a:ext cx="2011680" cy="4572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 (Cont. 2/2)</a:t>
            </a:r>
            <a:endParaRPr lang="en-US" sz="3800" dirty="0"/>
          </a:p>
        </p:txBody>
      </p:sp>
      <p:sp>
        <p:nvSpPr>
          <p:cNvPr id="10" name="Text 8"/>
          <p:cNvSpPr txBox="1"/>
          <p:nvPr/>
        </p:nvSpPr>
        <p:spPr>
          <a:xfrm>
            <a:off x="1042416" y="1828800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Example: examples/five-methods/deck.md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1042416" y="2871216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Example: examples/theme-preview-en/deck.md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1042416" y="3913632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Current skill output expectations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1042416" y="4956048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End state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Difference at a glance</a:t>
            </a:r>
            <a:endParaRPr lang="en-US" sz="3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Area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MDPR baseline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Current skill pack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Role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Markdown to Presentation IR and renderer output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Visual diversification after MDPR content structure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Built-in parser or Pandoc parser mode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Does not parse Markdown; consumes MDPR semantic output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Rule layout and theme presets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Recipe, variant, icon, infographic, coherence, and validation rules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 text, tables, images, diagrams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 PPTX with richer component planning and visual QA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 manifest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README.md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mdpresent (13 headings, 14613 chars)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docs/00-product-definition.md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00. Product Definition (6 headings, 1546 chars)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 manifest (Cont. 2/11)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docs/01-architecture.md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01. Architecture (4 headings, 3083 chars)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docs/02-requirements.md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02. Requirements (12 headings, 3070 chars)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 manifest (Cont. 3/11)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docs/03-page-splitting.md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03. Page Splitting Rules (16 headings, 5370 chars)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docs/04-layout-rules.md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04. Layout Selection Rules (10 headings, 3787 chars)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 manifest (Cont. 4/11)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docs/05-overrides-for-llm.md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05. Override Manifest (9 headings, 3415 chars)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docs/06-cli-spec.md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06. CLI Specification (7 headings, 4187 chars)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 manifest (Cont. 5/11)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docs/07-rendering-rules.md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07. Rendering Rules (11 headings, 6360 chars)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docs/08-roadmap.md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08. Roadmap (10 headings, 3462 chars)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 manifest (Cont. 6/11)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docs/09-codex-implementation-guide.md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09. Codex Implementation Guide (8 headings, 1595 chars)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docs/10-template-and-master-policy.md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10. PPT Template and Slide Master Policy (8 headings, 1248 chars)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 manifest (Cont. 7/11)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docs/11-qa-overflow.md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11. Validation and Overflow Policy (12 headings, 9740 chars)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docs/references.md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References (8 headings, 756 chars)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 manifest (Cont. 8/11)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docs/adr/0001-presentation-ir-schema-contract.md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ADR 0001: Presentation IR Schema Contract (5 headings, 1226 chars)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examples/basic/deck.md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AI Workflow Automation Proposal (10 headings, 1255 chars)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 manifest (Cont. 9/11)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examples/comparison/deck.md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Comparison Structure Example (4 headings, 307 chars)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examples/pipeline/deck.md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Pipeline Example (3 headings, 186 chars)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 manifest (Cont. 10/11)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examples/diagram-arrangements/deck.md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Diagram Arrangement Examples (6 headings, 457 chars)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examples/five-methods/deck.md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Five-Item Layout Example (2 headings, 200 chars)</a:t>
            </a:r>
            <a:endParaRPr lang="en-US" sz="2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3182112"/>
            <a:ext cx="10241280" cy="10241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318211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914400" y="318211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 manifest (Cont. 11/11)</a:t>
            </a:r>
            <a:endParaRPr lang="en-US" sz="3400" dirty="0"/>
          </a:p>
        </p:txBody>
      </p:sp>
      <p:sp>
        <p:nvSpPr>
          <p:cNvPr id="7" name="Shape 4"/>
          <p:cNvSpPr/>
          <p:nvPr/>
        </p:nvSpPr>
        <p:spPr>
          <a:xfrm>
            <a:off x="1097280" y="345716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8" name="Image 1" descr="palette icon from tabler-icons (MIT)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70432" y="3530316"/>
            <a:ext cx="327721" cy="327721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699321" y="330403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examples/theme-preview-en/deck.md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Design Grammar (16 headings, 4905 chars)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boundary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002024" y="5317236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7748016" y="5317236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9849612" y="4368455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7" name="Shape 5"/>
          <p:cNvSpPr/>
          <p:nvPr/>
        </p:nvSpPr>
        <p:spPr>
          <a:xfrm>
            <a:off x="9849612" y="2887127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8" name="Shape 6"/>
          <p:cNvSpPr/>
          <p:nvPr/>
        </p:nvSpPr>
        <p:spPr>
          <a:xfrm>
            <a:off x="7748016" y="2354580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9" name="Shape 7"/>
          <p:cNvSpPr/>
          <p:nvPr/>
        </p:nvSpPr>
        <p:spPr>
          <a:xfrm>
            <a:off x="4002024" y="2354580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0" name="Shape 8"/>
          <p:cNvSpPr/>
          <p:nvPr/>
        </p:nvSpPr>
        <p:spPr>
          <a:xfrm>
            <a:off x="4002024" y="2354580"/>
            <a:ext cx="2286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30624" y="2354580"/>
            <a:ext cx="0" cy="1481328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30624" y="3835908"/>
            <a:ext cx="2286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40080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4732020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4672" y="5129967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04672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325514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386072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386072" y="4732020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50664" y="5129967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50664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071506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parser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8132064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132064" y="4732020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96656" y="5129967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296656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817498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BlockIR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8132064" y="3250692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132064" y="3250692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296656" y="3648639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296656" y="3648639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8817498" y="3378708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Outline Tree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8132064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8132064" y="1769364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96656" y="2167311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296656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8817498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Planner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4386072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4386072" y="1769364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550664" y="2167311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4550664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5071506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Presentation IR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640080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640080" y="1769364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04672" y="2167311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804672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1500" dirty="0"/>
          </a:p>
        </p:txBody>
      </p:sp>
      <p:sp>
        <p:nvSpPr>
          <p:cNvPr id="47" name="Text 45"/>
          <p:cNvSpPr txBox="1"/>
          <p:nvPr/>
        </p:nvSpPr>
        <p:spPr>
          <a:xfrm>
            <a:off x="1325514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IR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4386072" y="3250692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4386072" y="3250692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550664" y="3648639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4550664" y="3648639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</a:t>
            </a:r>
            <a:endParaRPr lang="en-US" sz="1500" dirty="0"/>
          </a:p>
        </p:txBody>
      </p:sp>
      <p:sp>
        <p:nvSpPr>
          <p:cNvPr id="52" name="Text 50"/>
          <p:cNvSpPr txBox="1"/>
          <p:nvPr/>
        </p:nvSpPr>
        <p:spPr>
          <a:xfrm>
            <a:off x="5071506" y="3378708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Renderer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boundary (Cont. 2/2)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8" name="Shape 6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9" name="Shape 7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Presentation IR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 Element IR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Feature Extractor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 Components Rule Engine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Styled Deck IR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PPTX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Parser and splitting topics</a:t>
            </a:r>
            <a:endParaRPr lang="en-US" sz="3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Shape 5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 Architecture</a:t>
            </a:r>
            <a:endParaRPr lang="en-US" sz="3400" dirty="0"/>
          </a:p>
        </p:txBody>
      </p:sp>
      <p:sp>
        <p:nvSpPr>
          <p:cNvPr id="16" name="Text 10"/>
          <p:cNvSpPr txBox="1"/>
          <p:nvPr/>
        </p:nvSpPr>
        <p:spPr>
          <a:xfrm>
            <a:off x="1024128" y="2231136"/>
            <a:ext cx="384048" cy="384048"/>
          </a:xfrm>
          <a:prstGeom prst="ellipse">
            <a:avLst>
              <a:gd name="adj" fmla="val 11905"/>
            </a:avLst>
          </a:prstGeom>
          <a:solidFill>
            <a:srgbClr val="2563EB"/>
          </a:solidFill>
          <a:ln>
            <a:solidFill>
              <a:srgbClr val="2563EB">
                <a:alpha val="0"/>
              </a:srgbClr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" dirty="0"/>
          </a:p>
        </p:txBody>
      </p:sp>
      <p:sp>
        <p:nvSpPr>
          <p:cNvPr id="17" name="Text 11"/>
          <p:cNvSpPr txBox="1"/>
          <p:nvPr/>
        </p:nvSpPr>
        <p:spPr>
          <a:xfrm>
            <a:off x="1737360" y="2209800"/>
            <a:ext cx="3913632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Architecture</a:t>
            </a:r>
            <a:endParaRPr lang="en-US" sz="2200" dirty="0"/>
          </a:p>
        </p:txBody>
      </p:sp>
      <p:sp>
        <p:nvSpPr>
          <p:cNvPr id="18" name="Shape 1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9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7175754" y="2209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Flow</a:t>
            </a:r>
            <a:endParaRPr lang="en-US" sz="2200" dirty="0"/>
          </a:p>
        </p:txBody>
      </p:sp>
      <p:sp>
        <p:nvSpPr>
          <p:cNvPr id="21" name="Shape 1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2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689354" y="4495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Package Roles</a:t>
            </a:r>
            <a:endParaRPr lang="en-US" sz="2200" dirty="0"/>
          </a:p>
        </p:txBody>
      </p:sp>
      <p:sp>
        <p:nvSpPr>
          <p:cNvPr id="24" name="Shape 1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5" name="Image 6" descr="palett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7175754" y="4495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 Principles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 Architecture (Cont. 2/2)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8" name="Shape 6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9" name="Shape 7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Parser (simple Markdown or Pandoc JSON)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Outline Builder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Planner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Coherence Grouping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Presentation IR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Shape 5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 Page Splitting Rules</a:t>
            </a:r>
            <a:endParaRPr lang="en-US" sz="3400" dirty="0"/>
          </a:p>
        </p:txBody>
      </p:sp>
      <p:sp>
        <p:nvSpPr>
          <p:cNvPr id="16" name="Text 10"/>
          <p:cNvSpPr txBox="1"/>
          <p:nvPr/>
        </p:nvSpPr>
        <p:spPr>
          <a:xfrm>
            <a:off x="1024128" y="2231136"/>
            <a:ext cx="384048" cy="384048"/>
          </a:xfrm>
          <a:prstGeom prst="ellipse">
            <a:avLst>
              <a:gd name="adj" fmla="val 11905"/>
            </a:avLst>
          </a:prstGeom>
          <a:solidFill>
            <a:srgbClr val="2563EB"/>
          </a:solidFill>
          <a:ln>
            <a:solidFill>
              <a:srgbClr val="2563EB">
                <a:alpha val="0"/>
              </a:srgbClr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50" dirty="0"/>
          </a:p>
        </p:txBody>
      </p:sp>
      <p:sp>
        <p:nvSpPr>
          <p:cNvPr id="17" name="Text 11"/>
          <p:cNvSpPr txBox="1"/>
          <p:nvPr/>
        </p:nvSpPr>
        <p:spPr>
          <a:xfrm>
            <a:off x="1737360" y="2209800"/>
            <a:ext cx="3913632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 Splitting Rules</a:t>
            </a:r>
            <a:endParaRPr lang="en-US" sz="2200" dirty="0"/>
          </a:p>
        </p:txBody>
      </p:sp>
      <p:sp>
        <p:nvSpPr>
          <p:cNvPr id="18" name="Shape 1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9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7175754" y="2209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 Rules</a:t>
            </a:r>
            <a:endParaRPr lang="en-US" sz="2200" dirty="0"/>
          </a:p>
        </p:txBody>
      </p:sp>
      <p:sp>
        <p:nvSpPr>
          <p:cNvPr id="21" name="Shape 1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2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689354" y="4495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or section</a:t>
            </a:r>
            <a:endParaRPr lang="en-US" sz="2200" dirty="0"/>
          </a:p>
        </p:txBody>
      </p:sp>
      <p:sp>
        <p:nvSpPr>
          <p:cNvPr id="24" name="Shape 1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5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7175754" y="4495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 candidate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Shape 5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 Page Splitting Rules (Cont. 2/3)</a:t>
            </a:r>
            <a:endParaRPr lang="en-US" sz="3400" dirty="0"/>
          </a:p>
        </p:txBody>
      </p:sp>
      <p:sp>
        <p:nvSpPr>
          <p:cNvPr id="16" name="Shape 1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7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689354" y="2042160"/>
            <a:ext cx="3961638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subsection or autosplit boundary</a:t>
            </a:r>
            <a:endParaRPr lang="en-US" sz="2200" dirty="0"/>
          </a:p>
        </p:txBody>
      </p:sp>
      <p:sp>
        <p:nvSpPr>
          <p:cNvPr id="19" name="Shape 1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0" name="Image 5" descr="cod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7175754" y="2042160"/>
            <a:ext cx="3961638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CommonMark/GFM Markdown into an AST.</a:t>
            </a:r>
            <a:endParaRPr lang="en-US" sz="2200" dirty="0"/>
          </a:p>
        </p:txBody>
      </p:sp>
      <p:sp>
        <p:nvSpPr>
          <p:cNvPr id="22" name="Shape 1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3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89354" y="4160520"/>
            <a:ext cx="3961638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Convert the AST into MDPR BlockIR while preserving presentation-relevant</a:t>
            </a:r>
            <a:endParaRPr lang="en-US" sz="2200" dirty="0"/>
          </a:p>
        </p:txBody>
      </p:sp>
      <p:sp>
        <p:nvSpPr>
          <p:cNvPr id="25" name="Shape 1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6" name="Image 7" descr="cod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7175754" y="4160520"/>
            <a:ext cx="3961638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Normalize Pandoc JSON into BlockIR when --parser pandoc is selected.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 Page Splitting Rules (Cont. 3/3)</a:t>
            </a:r>
            <a:endParaRPr lang="en-US" sz="34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5120640"/>
                <a:gridCol w="512064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Field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Value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Element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Default Score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Short paragraph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Long paragraph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Bullet item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3246120" cy="19202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2296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43400" y="1463040"/>
            <a:ext cx="3246120" cy="192024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34340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63840" y="1463040"/>
            <a:ext cx="3246120" cy="192024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786384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22960" y="3749040"/>
            <a:ext cx="3246120" cy="1920240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82296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343400" y="3749040"/>
            <a:ext cx="3246120" cy="1920240"/>
          </a:xfrm>
          <a:prstGeom prst="rect">
            <a:avLst/>
          </a:prstGeom>
        </p:spPr>
      </p:pic>
      <p:sp>
        <p:nvSpPr>
          <p:cNvPr id="12" name="Shape 5"/>
          <p:cNvSpPr/>
          <p:nvPr/>
        </p:nvSpPr>
        <p:spPr>
          <a:xfrm>
            <a:off x="434340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863840" y="3749040"/>
            <a:ext cx="3246120" cy="1920240"/>
          </a:xfrm>
          <a:prstGeom prst="rect">
            <a:avLst/>
          </a:prstGeom>
        </p:spPr>
      </p:pic>
      <p:sp>
        <p:nvSpPr>
          <p:cNvPr id="14" name="Shape 6"/>
          <p:cNvSpPr/>
          <p:nvPr/>
        </p:nvSpPr>
        <p:spPr>
          <a:xfrm>
            <a:off x="786384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Shape 7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6" name="Shape 8"/>
          <p:cNvSpPr/>
          <p:nvPr/>
        </p:nvSpPr>
        <p:spPr>
          <a:xfrm>
            <a:off x="434340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7" name="Shape 9"/>
          <p:cNvSpPr/>
          <p:nvPr/>
        </p:nvSpPr>
        <p:spPr>
          <a:xfrm>
            <a:off x="786384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8" name="Shape 10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9" name="Shape 11"/>
          <p:cNvSpPr/>
          <p:nvPr/>
        </p:nvSpPr>
        <p:spPr>
          <a:xfrm>
            <a:off x="434340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0" name="Shape 12"/>
          <p:cNvSpPr/>
          <p:nvPr/>
        </p:nvSpPr>
        <p:spPr>
          <a:xfrm>
            <a:off x="786384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21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 Layout Selection Rules</a:t>
            </a:r>
            <a:endParaRPr lang="en-US" sz="3400" dirty="0"/>
          </a:p>
        </p:txBody>
      </p:sp>
      <p:sp>
        <p:nvSpPr>
          <p:cNvPr id="22" name="Text 14"/>
          <p:cNvSpPr txBox="1"/>
          <p:nvPr/>
        </p:nvSpPr>
        <p:spPr>
          <a:xfrm>
            <a:off x="952805" y="2231136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2563EB"/>
          </a:solidFill>
          <a:ln>
            <a:solidFill>
              <a:srgbClr val="2563EB">
                <a:alpha val="0"/>
              </a:srgbClr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50" dirty="0"/>
          </a:p>
        </p:txBody>
      </p:sp>
      <p:sp>
        <p:nvSpPr>
          <p:cNvPr id="23" name="Text 15"/>
          <p:cNvSpPr txBox="1"/>
          <p:nvPr/>
        </p:nvSpPr>
        <p:spPr>
          <a:xfrm>
            <a:off x="1666037" y="2103120"/>
            <a:ext cx="2201875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Layout Selection Rules</a:t>
            </a:r>
            <a:endParaRPr lang="en-US" sz="1800" dirty="0"/>
          </a:p>
        </p:txBody>
      </p:sp>
      <p:sp>
        <p:nvSpPr>
          <p:cNvPr id="24" name="Shape 16"/>
          <p:cNvSpPr/>
          <p:nvPr/>
        </p:nvSpPr>
        <p:spPr>
          <a:xfrm>
            <a:off x="441655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5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489704" y="2203704"/>
            <a:ext cx="438912" cy="438912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5129784" y="2240280"/>
            <a:ext cx="2258568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Selection Formula</a:t>
            </a:r>
            <a:endParaRPr lang="en-US" sz="1800" dirty="0"/>
          </a:p>
        </p:txBody>
      </p:sp>
      <p:sp>
        <p:nvSpPr>
          <p:cNvPr id="27" name="Shape 18"/>
          <p:cNvSpPr/>
          <p:nvPr/>
        </p:nvSpPr>
        <p:spPr>
          <a:xfrm>
            <a:off x="793699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8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010144" y="2203704"/>
            <a:ext cx="438912" cy="438912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8650224" y="2240280"/>
            <a:ext cx="2258568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Intent Detection</a:t>
            </a:r>
            <a:endParaRPr lang="en-US" sz="1800" dirty="0"/>
          </a:p>
        </p:txBody>
      </p:sp>
      <p:sp>
        <p:nvSpPr>
          <p:cNvPr id="30" name="Shape 20"/>
          <p:cNvSpPr/>
          <p:nvPr/>
        </p:nvSpPr>
        <p:spPr>
          <a:xfrm>
            <a:off x="89611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31" name="Image 8" descr="article icon from tabler-icons (MIT)">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969264" y="4489704"/>
            <a:ext cx="438912" cy="438912"/>
          </a:xfrm>
          <a:prstGeom prst="rect">
            <a:avLst/>
          </a:prstGeom>
        </p:spPr>
      </p:pic>
      <p:sp>
        <p:nvSpPr>
          <p:cNvPr id="32" name="Text 21"/>
          <p:cNvSpPr txBox="1"/>
          <p:nvPr/>
        </p:nvSpPr>
        <p:spPr>
          <a:xfrm>
            <a:off x="1609344" y="4526280"/>
            <a:ext cx="2258568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Count-Based Layouts</a:t>
            </a:r>
            <a:endParaRPr lang="en-US" sz="1800" dirty="0"/>
          </a:p>
        </p:txBody>
      </p:sp>
      <p:sp>
        <p:nvSpPr>
          <p:cNvPr id="33" name="Shape 22"/>
          <p:cNvSpPr/>
          <p:nvPr/>
        </p:nvSpPr>
        <p:spPr>
          <a:xfrm>
            <a:off x="441655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34" name="Image 9" descr="article icon from tabler-icons (MIT)">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489704" y="4489704"/>
            <a:ext cx="438912" cy="438912"/>
          </a:xfrm>
          <a:prstGeom prst="rect">
            <a:avLst/>
          </a:prstGeom>
        </p:spPr>
      </p:pic>
      <p:sp>
        <p:nvSpPr>
          <p:cNvPr id="35" name="Text 23"/>
          <p:cNvSpPr txBox="1"/>
          <p:nvPr/>
        </p:nvSpPr>
        <p:spPr>
          <a:xfrm>
            <a:off x="5129784" y="4526280"/>
            <a:ext cx="2258568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Presets</a:t>
            </a:r>
            <a:endParaRPr lang="en-US" sz="1800" dirty="0"/>
          </a:p>
        </p:txBody>
      </p:sp>
      <p:sp>
        <p:nvSpPr>
          <p:cNvPr id="36" name="Shape 24"/>
          <p:cNvSpPr/>
          <p:nvPr/>
        </p:nvSpPr>
        <p:spPr>
          <a:xfrm>
            <a:off x="793699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37" name="Image 10" descr="article icon from tabler-icons (MIT)">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8010144" y="4489704"/>
            <a:ext cx="438912" cy="438912"/>
          </a:xfrm>
          <a:prstGeom prst="rect">
            <a:avLst/>
          </a:prstGeom>
        </p:spPr>
      </p:pic>
      <p:sp>
        <p:nvSpPr>
          <p:cNvPr id="38" name="Text 25"/>
          <p:cNvSpPr txBox="1"/>
          <p:nvPr/>
        </p:nvSpPr>
        <p:spPr>
          <a:xfrm>
            <a:off x="8650224" y="4379976"/>
            <a:ext cx="2258568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footer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 Layout Selection Rules (Cont. 2/2)</a:t>
            </a:r>
            <a:endParaRPr lang="en-US" sz="34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5120640"/>
                <a:gridCol w="512064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Field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Value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Condition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Intent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Before/After, As-Is/To-Be, pros/cons, two opposed groups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comparison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Dates, stages, phases, repeated steps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timeline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Large 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Shape 5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07. Rendering Rules</a:t>
            </a:r>
            <a:endParaRPr lang="en-US" sz="3400" dirty="0"/>
          </a:p>
        </p:txBody>
      </p:sp>
      <p:sp>
        <p:nvSpPr>
          <p:cNvPr id="16" name="Text 10"/>
          <p:cNvSpPr txBox="1"/>
          <p:nvPr/>
        </p:nvSpPr>
        <p:spPr>
          <a:xfrm>
            <a:off x="1024128" y="2231136"/>
            <a:ext cx="384048" cy="384048"/>
          </a:xfrm>
          <a:prstGeom prst="ellipse">
            <a:avLst>
              <a:gd name="adj" fmla="val 11905"/>
            </a:avLst>
          </a:prstGeom>
          <a:solidFill>
            <a:srgbClr val="2563EB"/>
          </a:solidFill>
          <a:ln>
            <a:solidFill>
              <a:srgbClr val="2563EB">
                <a:alpha val="0"/>
              </a:srgbClr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1050" dirty="0"/>
          </a:p>
        </p:txBody>
      </p:sp>
      <p:sp>
        <p:nvSpPr>
          <p:cNvPr id="17" name="Text 11"/>
          <p:cNvSpPr txBox="1"/>
          <p:nvPr/>
        </p:nvSpPr>
        <p:spPr>
          <a:xfrm>
            <a:off x="1737360" y="2209800"/>
            <a:ext cx="3913632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Rendering Rules</a:t>
            </a:r>
            <a:endParaRPr lang="en-US" sz="2200" dirty="0"/>
          </a:p>
        </p:txBody>
      </p:sp>
      <p:sp>
        <p:nvSpPr>
          <p:cNvPr id="18" name="Shape 1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9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7175754" y="2209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Shared Renderer Contract</a:t>
            </a:r>
            <a:endParaRPr lang="en-US" sz="2200" dirty="0"/>
          </a:p>
        </p:txBody>
      </p:sp>
      <p:sp>
        <p:nvSpPr>
          <p:cNvPr id="21" name="Shape 1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2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689354" y="4495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PPTX Renderer</a:t>
            </a:r>
            <a:endParaRPr lang="en-US" sz="2200" dirty="0"/>
          </a:p>
        </p:txBody>
      </p:sp>
      <p:sp>
        <p:nvSpPr>
          <p:cNvPr id="24" name="Shape 1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5" name="Image 6" descr="palett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7175754" y="4495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Styles</a:t>
            </a:r>
            <a:endParaRPr lang="en-US" sz="2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Shape 5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07. Rendering Rules (Cont. 2/3)</a:t>
            </a:r>
            <a:endParaRPr lang="en-US" sz="3400" dirty="0"/>
          </a:p>
        </p:txBody>
      </p:sp>
      <p:sp>
        <p:nvSpPr>
          <p:cNvPr id="16" name="Shape 1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7" name="Image 4" descr="palett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689354" y="2209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Color and Theme Policy</a:t>
            </a:r>
            <a:endParaRPr lang="en-US" sz="2200" dirty="0"/>
          </a:p>
        </p:txBody>
      </p:sp>
      <p:sp>
        <p:nvSpPr>
          <p:cNvPr id="19" name="Shape 1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0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7175754" y="2042160"/>
            <a:ext cx="3961638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consumes { Presentation IR, Layout IR }</a:t>
            </a:r>
            <a:endParaRPr lang="en-US" sz="2200" dirty="0"/>
          </a:p>
        </p:txBody>
      </p:sp>
      <p:sp>
        <p:nvSpPr>
          <p:cNvPr id="22" name="Shape 1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3" name="Image 6" descr="palett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89354" y="3992880"/>
            <a:ext cx="3961638" cy="14325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uses Layout IR slide size, regions, theme fonts, colors, z-order, and overflow policy</a:t>
            </a:r>
            <a:endParaRPr lang="en-US" sz="2200" dirty="0"/>
          </a:p>
        </p:txBody>
      </p:sp>
      <p:sp>
        <p:nvSpPr>
          <p:cNvPr id="25" name="Shape 1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6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7175754" y="3992880"/>
            <a:ext cx="3961638" cy="14325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emits editable text boxes for titles, paragraphs, lists, code, and fallback text</a:t>
            </a:r>
            <a:endParaRPr lang="en-US" sz="2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77240" y="1417320"/>
            <a:ext cx="10652760" cy="48006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77240" y="1417320"/>
            <a:ext cx="10652760" cy="4800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07. Rendering Rules (Cont. 3/3)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941832" y="1563624"/>
            <a:ext cx="10323576" cy="45079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Presentation IR, Layout IR } -&gt; PPTX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Presentation IR, Layout IR } -&gt; HTML</a:t>
            </a:r>
            <a:endParaRPr lang="en-US" sz="14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Presentation IR, Layout IR } -&gt; PDF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Shape 5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11. Validation and Overflow Policy</a:t>
            </a:r>
            <a:endParaRPr lang="en-US" sz="3400" dirty="0"/>
          </a:p>
        </p:txBody>
      </p:sp>
      <p:sp>
        <p:nvSpPr>
          <p:cNvPr id="16" name="Text 10"/>
          <p:cNvSpPr txBox="1"/>
          <p:nvPr/>
        </p:nvSpPr>
        <p:spPr>
          <a:xfrm>
            <a:off x="1024128" y="2231136"/>
            <a:ext cx="384048" cy="384048"/>
          </a:xfrm>
          <a:prstGeom prst="ellipse">
            <a:avLst>
              <a:gd name="adj" fmla="val 11905"/>
            </a:avLst>
          </a:prstGeom>
          <a:solidFill>
            <a:srgbClr val="2563EB"/>
          </a:solidFill>
          <a:ln>
            <a:solidFill>
              <a:srgbClr val="2563EB">
                <a:alpha val="0"/>
              </a:srgbClr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1050" dirty="0"/>
          </a:p>
        </p:txBody>
      </p:sp>
      <p:sp>
        <p:nvSpPr>
          <p:cNvPr id="17" name="Text 11"/>
          <p:cNvSpPr txBox="1"/>
          <p:nvPr/>
        </p:nvSpPr>
        <p:spPr>
          <a:xfrm>
            <a:off x="1737360" y="2042160"/>
            <a:ext cx="3913632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Validation and Overflow Policy</a:t>
            </a:r>
            <a:endParaRPr lang="en-US" sz="2200" dirty="0"/>
          </a:p>
        </p:txBody>
      </p:sp>
      <p:sp>
        <p:nvSpPr>
          <p:cNvPr id="18" name="Shape 1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9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7175754" y="2209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Checks</a:t>
            </a:r>
            <a:endParaRPr lang="en-US" sz="2200" dirty="0"/>
          </a:p>
        </p:txBody>
      </p:sp>
      <p:sp>
        <p:nvSpPr>
          <p:cNvPr id="21" name="Shape 1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2" name="Image 5" descr="flow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689354" y="4495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Resolution Order</a:t>
            </a:r>
            <a:endParaRPr lang="en-US" sz="2200" dirty="0"/>
          </a:p>
        </p:txBody>
      </p:sp>
      <p:sp>
        <p:nvSpPr>
          <p:cNvPr id="24" name="Shape 1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5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7175754" y="4495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Diagnostics</a:t>
            </a:r>
            <a:endParaRPr lang="en-US" sz="2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Shape 5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11. Validation and Overflow Policy (Cont. 2/3)</a:t>
            </a:r>
            <a:endParaRPr lang="en-US" sz="3400" dirty="0"/>
          </a:p>
        </p:txBody>
      </p:sp>
      <p:sp>
        <p:nvSpPr>
          <p:cNvPr id="16" name="Shape 1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7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689354" y="2209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Normalization</a:t>
            </a:r>
            <a:endParaRPr lang="en-US" sz="2200" dirty="0"/>
          </a:p>
        </p:txBody>
      </p:sp>
      <p:sp>
        <p:nvSpPr>
          <p:cNvPr id="19" name="Shape 1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0" name="Image 5" descr="flow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7175754" y="2209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overflow</a:t>
            </a:r>
            <a:endParaRPr lang="en-US" sz="2200" dirty="0"/>
          </a:p>
        </p:txBody>
      </p:sp>
      <p:sp>
        <p:nvSpPr>
          <p:cNvPr id="22" name="Shape 1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3" name="Image 6" descr="flow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89354" y="4495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overflow</a:t>
            </a:r>
            <a:endParaRPr lang="en-US" sz="2200" dirty="0"/>
          </a:p>
        </p:txBody>
      </p:sp>
      <p:sp>
        <p:nvSpPr>
          <p:cNvPr id="25" name="Shape 1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6" name="Image 7" descr="imag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7175754" y="4495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missing images</a:t>
            </a:r>
            <a:endParaRPr lang="en-US" sz="2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77240" y="1417320"/>
            <a:ext cx="10652760" cy="48006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77240" y="1417320"/>
            <a:ext cx="10652760" cy="4800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11. Validation and Overflow Policy (Cont. 3/3)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941832" y="1563624"/>
            <a:ext cx="10323576" cy="45079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text overflow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table overflow</a:t>
            </a:r>
            <a:endParaRPr lang="en-US" sz="14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missing images</a:t>
            </a:r>
            <a:endParaRPr lang="en-US" sz="14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invalid asset paths</a:t>
            </a:r>
            <a:endParaRPr lang="en-US" sz="14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overlapping page numbers</a:t>
            </a:r>
            <a:endParaRPr lang="en-US" sz="14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safe-area violations</a:t>
            </a:r>
            <a:endParaRPr lang="en-US" sz="1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 decks from MDPR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2606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basic/deck.md covers core flow and expected effects.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3368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comparison/deck.md exercises before/after content.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4130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pipeline/deck.md exercises diagram conversion.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2819400"/>
            <a:ext cx="479145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diagram-arrangements/deck.md exercises multiple diagram structures.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6473952" y="391668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theme-preview decks exercise preset variety.</a:t>
            </a:r>
            <a:endParaRPr lang="en-US" sz="2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Shape 5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examples/basic/deck.md</a:t>
            </a:r>
            <a:endParaRPr lang="en-US" sz="3400" dirty="0"/>
          </a:p>
        </p:txBody>
      </p:sp>
      <p:sp>
        <p:nvSpPr>
          <p:cNvPr id="16" name="Shape 1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7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689354" y="2042160"/>
            <a:ext cx="3961638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Workflow Automation Proposal</a:t>
            </a:r>
            <a:endParaRPr lang="en-US" sz="2200" dirty="0"/>
          </a:p>
        </p:txBody>
      </p:sp>
      <p:sp>
        <p:nvSpPr>
          <p:cNvPr id="19" name="Shape 1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0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7175754" y="2209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Problem Definition</a:t>
            </a:r>
            <a:endParaRPr lang="en-US" sz="2200" dirty="0"/>
          </a:p>
        </p:txBody>
      </p:sp>
      <p:sp>
        <p:nvSpPr>
          <p:cNvPr id="22" name="Shape 1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3" name="Image 6" descr="tab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89354" y="4495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Repetitive Work Is Growing</a:t>
            </a:r>
            <a:endParaRPr lang="en-US" sz="2200" dirty="0"/>
          </a:p>
        </p:txBody>
      </p:sp>
      <p:sp>
        <p:nvSpPr>
          <p:cNvPr id="25" name="Shape 1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6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7175754" y="4495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Search Costs Are Growing</a:t>
            </a:r>
            <a:endParaRPr lang="en-US" sz="2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Shape 5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examples/basic/deck.md (Cont. 2/3)</a:t>
            </a:r>
            <a:endParaRPr lang="en-US" sz="3400" dirty="0"/>
          </a:p>
        </p:txBody>
      </p:sp>
      <p:sp>
        <p:nvSpPr>
          <p:cNvPr id="16" name="Shape 1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7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689354" y="2042160"/>
            <a:ext cx="3961638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Approach and Improved Approach</a:t>
            </a:r>
            <a:endParaRPr lang="en-US" sz="2200" dirty="0"/>
          </a:p>
        </p:txBody>
      </p:sp>
      <p:sp>
        <p:nvSpPr>
          <p:cNvPr id="19" name="Shape 1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0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7175754" y="2209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Approach</a:t>
            </a:r>
            <a:endParaRPr lang="en-US" sz="2200" dirty="0"/>
          </a:p>
        </p:txBody>
      </p:sp>
      <p:sp>
        <p:nvSpPr>
          <p:cNvPr id="22" name="Shape 1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3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89354" y="4495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Meeting note cleanup</a:t>
            </a:r>
            <a:endParaRPr lang="en-US" sz="2200" dirty="0"/>
          </a:p>
        </p:txBody>
      </p:sp>
      <p:sp>
        <p:nvSpPr>
          <p:cNvPr id="25" name="Shape 1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6" name="Image 7" descr="github icon from simple-icons (CC0-1.0 with brand guidelines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7175754" y="4495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Report draft writing</a:t>
            </a:r>
            <a:endParaRPr lang="en-US" sz="2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examples/basic/deck.md (Cont. 3/3)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collection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7395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 location is unclear</a:t>
            </a:r>
            <a:endParaRPr lang="en-US" sz="2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Shape 5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examples/comparison/deck.md</a:t>
            </a:r>
            <a:endParaRPr lang="en-US" sz="3400" dirty="0"/>
          </a:p>
        </p:txBody>
      </p:sp>
      <p:sp>
        <p:nvSpPr>
          <p:cNvPr id="16" name="Shape 1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7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689354" y="2209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Comparison Structure Example</a:t>
            </a:r>
            <a:endParaRPr lang="en-US" sz="2200" dirty="0"/>
          </a:p>
        </p:txBody>
      </p:sp>
      <p:sp>
        <p:nvSpPr>
          <p:cNvPr id="19" name="Shape 1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0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7175754" y="2042160"/>
            <a:ext cx="3961638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Approach and Improved Approach</a:t>
            </a:r>
            <a:endParaRPr lang="en-US" sz="2200" dirty="0"/>
          </a:p>
        </p:txBody>
      </p:sp>
      <p:sp>
        <p:nvSpPr>
          <p:cNvPr id="22" name="Shape 1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3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89354" y="4495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Approach</a:t>
            </a:r>
            <a:endParaRPr lang="en-US" sz="2200" dirty="0"/>
          </a:p>
        </p:txBody>
      </p:sp>
      <p:sp>
        <p:nvSpPr>
          <p:cNvPr id="25" name="Shape 1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6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7175754" y="4495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Improved Approach</a:t>
            </a:r>
            <a:endParaRPr lang="en-US" sz="2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Shape 5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examples/comparison/deck.md (Cont. 2/2)</a:t>
            </a:r>
            <a:endParaRPr lang="en-US" sz="3400" dirty="0"/>
          </a:p>
        </p:txBody>
      </p:sp>
      <p:sp>
        <p:nvSpPr>
          <p:cNvPr id="16" name="Shape 1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7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689354" y="2042160"/>
            <a:ext cx="3961638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Documents are written manually</a:t>
            </a:r>
            <a:endParaRPr lang="en-US" sz="2200" dirty="0"/>
          </a:p>
        </p:txBody>
      </p:sp>
      <p:sp>
        <p:nvSpPr>
          <p:cNvPr id="19" name="Shape 1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0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7175754" y="2209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Format varies by person</a:t>
            </a:r>
            <a:endParaRPr lang="en-US" sz="2200" dirty="0"/>
          </a:p>
        </p:txBody>
      </p:sp>
      <p:sp>
        <p:nvSpPr>
          <p:cNvPr id="22" name="Shape 1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3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89354" y="4495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Search is difficult</a:t>
            </a:r>
            <a:endParaRPr lang="en-US" sz="2200" dirty="0"/>
          </a:p>
        </p:txBody>
      </p:sp>
      <p:sp>
        <p:nvSpPr>
          <p:cNvPr id="25" name="Shape 1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6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7175754" y="4328160"/>
            <a:ext cx="3961638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Drafts are generated automatically</a:t>
            </a:r>
            <a:endParaRPr lang="en-US" sz="2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Shape 5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examples/pipeline/deck.md</a:t>
            </a:r>
            <a:endParaRPr lang="en-US" sz="3400" dirty="0"/>
          </a:p>
        </p:txBody>
      </p:sp>
      <p:sp>
        <p:nvSpPr>
          <p:cNvPr id="16" name="Shape 1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7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689354" y="2209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Example</a:t>
            </a:r>
            <a:endParaRPr lang="en-US" sz="2200" dirty="0"/>
          </a:p>
        </p:txBody>
      </p:sp>
      <p:sp>
        <p:nvSpPr>
          <p:cNvPr id="19" name="Shape 1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0" name="Image 5" descr="flow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7175754" y="2209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Publishing Flow</a:t>
            </a:r>
            <a:endParaRPr lang="en-US" sz="2200" dirty="0"/>
          </a:p>
        </p:txBody>
      </p:sp>
      <p:sp>
        <p:nvSpPr>
          <p:cNvPr id="22" name="Shape 1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3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89354" y="4495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Five-Part Method</a:t>
            </a:r>
            <a:endParaRPr lang="en-US" sz="2200" dirty="0"/>
          </a:p>
        </p:txBody>
      </p:sp>
      <p:sp>
        <p:nvSpPr>
          <p:cNvPr id="25" name="Shape 1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6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7175754" y="4495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Capture source</a:t>
            </a:r>
            <a:endParaRPr lang="en-US" sz="2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9" name="Shape 4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examples/pipeline/deck.md (Cont. 2/2)</a:t>
            </a:r>
            <a:endParaRPr lang="en-US" sz="3400" dirty="0"/>
          </a:p>
        </p:txBody>
      </p:sp>
      <p:sp>
        <p:nvSpPr>
          <p:cNvPr id="14" name="Shape 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5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699321" y="2164080"/>
            <a:ext cx="9255191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structure</a:t>
            </a:r>
            <a:endParaRPr lang="en-US" sz="2200" dirty="0"/>
          </a:p>
        </p:txBody>
      </p:sp>
      <p:sp>
        <p:nvSpPr>
          <p:cNvPr id="17" name="Shape 1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8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699321" y="3489960"/>
            <a:ext cx="9255191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 layout</a:t>
            </a:r>
            <a:endParaRPr lang="en-US" sz="2200" dirty="0"/>
          </a:p>
        </p:txBody>
      </p:sp>
      <p:sp>
        <p:nvSpPr>
          <p:cNvPr id="20" name="Shape 1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1" name="Image 5" descr="server icon from svgrepo (open-license catalog pattern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1699321" y="4806696"/>
            <a:ext cx="9255191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outputs</a:t>
            </a:r>
            <a:endParaRPr lang="en-US" sz="2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3246120" cy="19202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2296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43400" y="1463040"/>
            <a:ext cx="3246120" cy="192024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34340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63840" y="1463040"/>
            <a:ext cx="3246120" cy="192024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786384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22960" y="3749040"/>
            <a:ext cx="3246120" cy="1920240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82296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343400" y="3749040"/>
            <a:ext cx="3246120" cy="1920240"/>
          </a:xfrm>
          <a:prstGeom prst="rect">
            <a:avLst/>
          </a:prstGeom>
        </p:spPr>
      </p:pic>
      <p:sp>
        <p:nvSpPr>
          <p:cNvPr id="12" name="Shape 5"/>
          <p:cNvSpPr/>
          <p:nvPr/>
        </p:nvSpPr>
        <p:spPr>
          <a:xfrm>
            <a:off x="434340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863840" y="3749040"/>
            <a:ext cx="3246120" cy="1920240"/>
          </a:xfrm>
          <a:prstGeom prst="rect">
            <a:avLst/>
          </a:prstGeom>
        </p:spPr>
      </p:pic>
      <p:sp>
        <p:nvSpPr>
          <p:cNvPr id="14" name="Shape 6"/>
          <p:cNvSpPr/>
          <p:nvPr/>
        </p:nvSpPr>
        <p:spPr>
          <a:xfrm>
            <a:off x="786384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Shape 7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6" name="Shape 8"/>
          <p:cNvSpPr/>
          <p:nvPr/>
        </p:nvSpPr>
        <p:spPr>
          <a:xfrm>
            <a:off x="434340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7" name="Shape 9"/>
          <p:cNvSpPr/>
          <p:nvPr/>
        </p:nvSpPr>
        <p:spPr>
          <a:xfrm>
            <a:off x="786384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8" name="Shape 10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9" name="Shape 11"/>
          <p:cNvSpPr/>
          <p:nvPr/>
        </p:nvSpPr>
        <p:spPr>
          <a:xfrm>
            <a:off x="434340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0" name="Shape 12"/>
          <p:cNvSpPr/>
          <p:nvPr/>
        </p:nvSpPr>
        <p:spPr>
          <a:xfrm>
            <a:off x="786384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21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examples/diagram-arrangements/deck.md</a:t>
            </a:r>
            <a:endParaRPr lang="en-US" sz="3400" dirty="0"/>
          </a:p>
        </p:txBody>
      </p:sp>
      <p:sp>
        <p:nvSpPr>
          <p:cNvPr id="22" name="Shape 14"/>
          <p:cNvSpPr/>
          <p:nvPr/>
        </p:nvSpPr>
        <p:spPr>
          <a:xfrm>
            <a:off x="89611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3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969264" y="2203704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09344" y="2103120"/>
            <a:ext cx="2258568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Diagram Arrangement Examples</a:t>
            </a:r>
            <a:endParaRPr lang="en-US" sz="1800" dirty="0"/>
          </a:p>
        </p:txBody>
      </p:sp>
      <p:sp>
        <p:nvSpPr>
          <p:cNvPr id="25" name="Shape 16"/>
          <p:cNvSpPr/>
          <p:nvPr/>
        </p:nvSpPr>
        <p:spPr>
          <a:xfrm>
            <a:off x="441655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6" name="Image 7" descr="flow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4489704" y="2203704"/>
            <a:ext cx="438912" cy="438912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5129784" y="2240280"/>
            <a:ext cx="2258568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Horizontal Flow</a:t>
            </a:r>
            <a:endParaRPr lang="en-US" sz="1800" dirty="0"/>
          </a:p>
        </p:txBody>
      </p:sp>
      <p:sp>
        <p:nvSpPr>
          <p:cNvPr id="28" name="Shape 18"/>
          <p:cNvSpPr/>
          <p:nvPr/>
        </p:nvSpPr>
        <p:spPr>
          <a:xfrm>
            <a:off x="793699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9" name="Image 8" descr="flow icon from tabler-icons (MIT)">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8010144" y="2203704"/>
            <a:ext cx="438912" cy="438912"/>
          </a:xfrm>
          <a:prstGeom prst="rect">
            <a:avLst/>
          </a:prstGeom>
        </p:spPr>
      </p:pic>
      <p:sp>
        <p:nvSpPr>
          <p:cNvPr id="30" name="Text 19"/>
          <p:cNvSpPr txBox="1"/>
          <p:nvPr/>
        </p:nvSpPr>
        <p:spPr>
          <a:xfrm>
            <a:off x="8650224" y="2240280"/>
            <a:ext cx="2258568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Vertical Flow</a:t>
            </a:r>
            <a:endParaRPr lang="en-US" sz="1800" dirty="0"/>
          </a:p>
        </p:txBody>
      </p:sp>
      <p:sp>
        <p:nvSpPr>
          <p:cNvPr id="31" name="Shape 20"/>
          <p:cNvSpPr/>
          <p:nvPr/>
        </p:nvSpPr>
        <p:spPr>
          <a:xfrm>
            <a:off x="89611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32" name="Image 9" descr="flow icon from tabler-icons (MIT)">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969264" y="4489704"/>
            <a:ext cx="438912" cy="438912"/>
          </a:xfrm>
          <a:prstGeom prst="rect">
            <a:avLst/>
          </a:prstGeom>
        </p:spPr>
      </p:pic>
      <p:sp>
        <p:nvSpPr>
          <p:cNvPr id="33" name="Text 21"/>
          <p:cNvSpPr txBox="1"/>
          <p:nvPr/>
        </p:nvSpPr>
        <p:spPr>
          <a:xfrm>
            <a:off x="1609344" y="4526280"/>
            <a:ext cx="2258568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U-Shaped Flow</a:t>
            </a:r>
            <a:endParaRPr lang="en-US" sz="1800" dirty="0"/>
          </a:p>
        </p:txBody>
      </p:sp>
      <p:sp>
        <p:nvSpPr>
          <p:cNvPr id="34" name="Shape 22"/>
          <p:cNvSpPr/>
          <p:nvPr/>
        </p:nvSpPr>
        <p:spPr>
          <a:xfrm>
            <a:off x="441655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35" name="Image 10" descr="flow icon from tabler-icons (MIT)">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4489704" y="4489704"/>
            <a:ext cx="438912" cy="438912"/>
          </a:xfrm>
          <a:prstGeom prst="rect">
            <a:avLst/>
          </a:prstGeom>
        </p:spPr>
      </p:pic>
      <p:sp>
        <p:nvSpPr>
          <p:cNvPr id="36" name="Text 23"/>
          <p:cNvSpPr txBox="1"/>
          <p:nvPr/>
        </p:nvSpPr>
        <p:spPr>
          <a:xfrm>
            <a:off x="5129784" y="4526280"/>
            <a:ext cx="2258568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Reverse-U Flow</a:t>
            </a:r>
            <a:endParaRPr lang="en-US" sz="1800" dirty="0"/>
          </a:p>
        </p:txBody>
      </p:sp>
      <p:sp>
        <p:nvSpPr>
          <p:cNvPr id="37" name="Shape 24"/>
          <p:cNvSpPr/>
          <p:nvPr/>
        </p:nvSpPr>
        <p:spPr>
          <a:xfrm>
            <a:off x="793699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38" name="Image 11" descr="flow icon from tabler-icons (MIT)">    </p:cNvPr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8010144" y="4489704"/>
            <a:ext cx="438912" cy="438912"/>
          </a:xfrm>
          <a:prstGeom prst="rect">
            <a:avLst/>
          </a:prstGeom>
        </p:spPr>
      </p:pic>
      <p:sp>
        <p:nvSpPr>
          <p:cNvPr id="39" name="Text 25"/>
          <p:cNvSpPr txBox="1"/>
          <p:nvPr/>
        </p:nvSpPr>
        <p:spPr>
          <a:xfrm>
            <a:off x="8650224" y="4526280"/>
            <a:ext cx="2258568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Cycle-Like Flow</a:t>
            </a:r>
            <a:endParaRPr lang="en-US" sz="18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3246120" cy="19202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2296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43400" y="1463040"/>
            <a:ext cx="3246120" cy="192024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34340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63840" y="1463040"/>
            <a:ext cx="3246120" cy="192024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786384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22960" y="3749040"/>
            <a:ext cx="3246120" cy="1920240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82296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343400" y="3749040"/>
            <a:ext cx="3246120" cy="1920240"/>
          </a:xfrm>
          <a:prstGeom prst="rect">
            <a:avLst/>
          </a:prstGeom>
        </p:spPr>
      </p:pic>
      <p:sp>
        <p:nvSpPr>
          <p:cNvPr id="12" name="Shape 5"/>
          <p:cNvSpPr/>
          <p:nvPr/>
        </p:nvSpPr>
        <p:spPr>
          <a:xfrm>
            <a:off x="434340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863840" y="3749040"/>
            <a:ext cx="3246120" cy="1920240"/>
          </a:xfrm>
          <a:prstGeom prst="rect">
            <a:avLst/>
          </a:prstGeom>
        </p:spPr>
      </p:pic>
      <p:sp>
        <p:nvSpPr>
          <p:cNvPr id="14" name="Shape 6"/>
          <p:cNvSpPr/>
          <p:nvPr/>
        </p:nvSpPr>
        <p:spPr>
          <a:xfrm>
            <a:off x="786384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Shape 7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6" name="Shape 8"/>
          <p:cNvSpPr/>
          <p:nvPr/>
        </p:nvSpPr>
        <p:spPr>
          <a:xfrm>
            <a:off x="434340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7" name="Shape 9"/>
          <p:cNvSpPr/>
          <p:nvPr/>
        </p:nvSpPr>
        <p:spPr>
          <a:xfrm>
            <a:off x="786384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8" name="Shape 10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9" name="Shape 11"/>
          <p:cNvSpPr/>
          <p:nvPr/>
        </p:nvSpPr>
        <p:spPr>
          <a:xfrm>
            <a:off x="434340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0" name="Shape 12"/>
          <p:cNvSpPr/>
          <p:nvPr/>
        </p:nvSpPr>
        <p:spPr>
          <a:xfrm>
            <a:off x="786384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21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examples/five-methods/deck.md</a:t>
            </a:r>
            <a:endParaRPr lang="en-US" sz="3400" dirty="0"/>
          </a:p>
        </p:txBody>
      </p:sp>
      <p:sp>
        <p:nvSpPr>
          <p:cNvPr id="22" name="Shape 14"/>
          <p:cNvSpPr/>
          <p:nvPr/>
        </p:nvSpPr>
        <p:spPr>
          <a:xfrm>
            <a:off x="89611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3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969264" y="2203704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09344" y="2103120"/>
            <a:ext cx="2258568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Five-Item Layout Example</a:t>
            </a:r>
            <a:endParaRPr lang="en-US" sz="1800" dirty="0"/>
          </a:p>
        </p:txBody>
      </p:sp>
      <p:sp>
        <p:nvSpPr>
          <p:cNvPr id="25" name="Shape 16"/>
          <p:cNvSpPr/>
          <p:nvPr/>
        </p:nvSpPr>
        <p:spPr>
          <a:xfrm>
            <a:off x="441655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6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4489704" y="2203704"/>
            <a:ext cx="438912" cy="438912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5129784" y="2103120"/>
            <a:ext cx="2258568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Five Execution Steps</a:t>
            </a:r>
            <a:endParaRPr lang="en-US" sz="1800" dirty="0"/>
          </a:p>
        </p:txBody>
      </p:sp>
      <p:sp>
        <p:nvSpPr>
          <p:cNvPr id="28" name="Shape 18"/>
          <p:cNvSpPr/>
          <p:nvPr/>
        </p:nvSpPr>
        <p:spPr>
          <a:xfrm>
            <a:off x="793699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9" name="Image 8" descr="article icon from tabler-icons (MIT)">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8010144" y="2203704"/>
            <a:ext cx="438912" cy="438912"/>
          </a:xfrm>
          <a:prstGeom prst="rect">
            <a:avLst/>
          </a:prstGeom>
        </p:spPr>
      </p:pic>
      <p:sp>
        <p:nvSpPr>
          <p:cNvPr id="30" name="Text 19"/>
          <p:cNvSpPr txBox="1"/>
          <p:nvPr/>
        </p:nvSpPr>
        <p:spPr>
          <a:xfrm>
            <a:off x="8650224" y="2240280"/>
            <a:ext cx="2258568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Select a pilot team</a:t>
            </a:r>
            <a:endParaRPr lang="en-US" sz="1800" dirty="0"/>
          </a:p>
        </p:txBody>
      </p:sp>
      <p:sp>
        <p:nvSpPr>
          <p:cNvPr id="31" name="Shape 20"/>
          <p:cNvSpPr/>
          <p:nvPr/>
        </p:nvSpPr>
        <p:spPr>
          <a:xfrm>
            <a:off x="89611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32" name="Image 9" descr="article icon from tabler-icons (MIT)">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969264" y="4489704"/>
            <a:ext cx="438912" cy="438912"/>
          </a:xfrm>
          <a:prstGeom prst="rect">
            <a:avLst/>
          </a:prstGeom>
        </p:spPr>
      </p:pic>
      <p:sp>
        <p:nvSpPr>
          <p:cNvPr id="33" name="Text 21"/>
          <p:cNvSpPr txBox="1"/>
          <p:nvPr/>
        </p:nvSpPr>
        <p:spPr>
          <a:xfrm>
            <a:off x="1609344" y="4389120"/>
            <a:ext cx="2258568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Analyze repetitive document types</a:t>
            </a:r>
            <a:endParaRPr lang="en-US" sz="1800" dirty="0"/>
          </a:p>
        </p:txBody>
      </p:sp>
      <p:sp>
        <p:nvSpPr>
          <p:cNvPr id="34" name="Shape 22"/>
          <p:cNvSpPr/>
          <p:nvPr/>
        </p:nvSpPr>
        <p:spPr>
          <a:xfrm>
            <a:off x="441655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35" name="Image 10" descr="palette icon from tabler-icons (MIT)">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4489704" y="4489704"/>
            <a:ext cx="438912" cy="438912"/>
          </a:xfrm>
          <a:prstGeom prst="rect">
            <a:avLst/>
          </a:prstGeom>
        </p:spPr>
      </p:pic>
      <p:sp>
        <p:nvSpPr>
          <p:cNvPr id="36" name="Text 23"/>
          <p:cNvSpPr txBox="1"/>
          <p:nvPr/>
        </p:nvSpPr>
        <p:spPr>
          <a:xfrm>
            <a:off x="5129784" y="4389120"/>
            <a:ext cx="2258568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 automation templates</a:t>
            </a:r>
            <a:endParaRPr lang="en-US" sz="1800" dirty="0"/>
          </a:p>
        </p:txBody>
      </p:sp>
      <p:sp>
        <p:nvSpPr>
          <p:cNvPr id="37" name="Shape 24"/>
          <p:cNvSpPr/>
          <p:nvPr/>
        </p:nvSpPr>
        <p:spPr>
          <a:xfrm>
            <a:off x="793699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38" name="Image 11" descr="article icon from tabler-icons (MIT)">    </p:cNvPr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8010144" y="4489704"/>
            <a:ext cx="438912" cy="438912"/>
          </a:xfrm>
          <a:prstGeom prst="rect">
            <a:avLst/>
          </a:prstGeom>
        </p:spPr>
      </p:pic>
      <p:sp>
        <p:nvSpPr>
          <p:cNvPr id="39" name="Text 25"/>
          <p:cNvSpPr txBox="1"/>
          <p:nvPr/>
        </p:nvSpPr>
        <p:spPr>
          <a:xfrm>
            <a:off x="8650224" y="4389120"/>
            <a:ext cx="2258568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Build a knowledge search index</a:t>
            </a:r>
            <a:endParaRPr lang="en-US" sz="18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Shape 5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examples/theme-preview-en/deck.md</a:t>
            </a:r>
            <a:endParaRPr lang="en-US" sz="3400" dirty="0"/>
          </a:p>
        </p:txBody>
      </p:sp>
      <p:sp>
        <p:nvSpPr>
          <p:cNvPr id="16" name="Shape 1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7" name="Image 4" descr="palett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689354" y="2209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2200" dirty="0"/>
          </a:p>
        </p:txBody>
      </p:sp>
      <p:sp>
        <p:nvSpPr>
          <p:cNvPr id="19" name="Shape 1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0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7175754" y="2209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2200" dirty="0"/>
          </a:p>
        </p:txBody>
      </p:sp>
      <p:sp>
        <p:nvSpPr>
          <p:cNvPr id="22" name="Shape 1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3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89354" y="4495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2200" dirty="0"/>
          </a:p>
        </p:txBody>
      </p:sp>
      <p:sp>
        <p:nvSpPr>
          <p:cNvPr id="25" name="Shape 1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6" name="Image 7" descr="palett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7175754" y="4495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22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Shape 5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examples/theme-preview-en/deck.md (Cont. 2/3)</a:t>
            </a:r>
            <a:endParaRPr lang="en-US" sz="3400" dirty="0"/>
          </a:p>
        </p:txBody>
      </p:sp>
      <p:sp>
        <p:nvSpPr>
          <p:cNvPr id="16" name="Shape 1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7" name="Image 4" descr="spark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689354" y="2209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2200" dirty="0"/>
          </a:p>
        </p:txBody>
      </p:sp>
      <p:sp>
        <p:nvSpPr>
          <p:cNvPr id="19" name="Shape 1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0" name="Image 5" descr="flow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7175754" y="2209800"/>
            <a:ext cx="396163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2200" dirty="0"/>
          </a:p>
        </p:txBody>
      </p:sp>
      <p:sp>
        <p:nvSpPr>
          <p:cNvPr id="22" name="Shape 1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3" name="Image 6" descr="palett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89354" y="3983736"/>
            <a:ext cx="3961638" cy="1450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5 pruned decoration grammars, not palette-only swaps.</a:t>
            </a:r>
            <a:endParaRPr lang="en-US" sz="2200" dirty="0"/>
          </a:p>
        </p:txBody>
      </p:sp>
      <p:sp>
        <p:nvSpPr>
          <p:cNvPr id="25" name="Shape 1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6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7175754" y="3983736"/>
            <a:ext cx="3961638" cy="1450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Pattern range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examples/theme-preview-en/deck.md (Cont. 3/3)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Object support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QA contract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Shape 5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skill output expectations</a:t>
            </a:r>
            <a:endParaRPr lang="en-US" sz="3400" dirty="0"/>
          </a:p>
        </p:txBody>
      </p:sp>
      <p:sp>
        <p:nvSpPr>
          <p:cNvPr id="16" name="Shape 1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7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689354" y="1874520"/>
            <a:ext cx="3961638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Text-only slides may receive one quiet monotone-icon-aside slot.</a:t>
            </a:r>
            <a:endParaRPr lang="en-US" sz="2200" dirty="0"/>
          </a:p>
        </p:txBody>
      </p:sp>
      <p:sp>
        <p:nvSpPr>
          <p:cNvPr id="19" name="Shape 1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0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7175754" y="1874520"/>
            <a:ext cx="3961638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Dense content should stay readable instead of gaining decorative icons.</a:t>
            </a:r>
            <a:endParaRPr lang="en-US" sz="2200" dirty="0"/>
          </a:p>
        </p:txBody>
      </p:sp>
      <p:sp>
        <p:nvSpPr>
          <p:cNvPr id="22" name="Shape 1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3" name="Image 6" descr="chart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89354" y="3992880"/>
            <a:ext cx="3961638" cy="14325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Infographic families are selected by text length, relation, item count, and importance.</a:t>
            </a:r>
            <a:endParaRPr lang="en-US" sz="2200" dirty="0"/>
          </a:p>
        </p:txBody>
      </p:sp>
      <p:sp>
        <p:nvSpPr>
          <p:cNvPr id="25" name="Shape 1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6" name="Image 7" descr="verified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7175754" y="3992880"/>
            <a:ext cx="3961638" cy="14325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Coherence validation checks color role, alignment, object variety, font floor, and z-order.</a:t>
            </a:r>
            <a:endParaRPr lang="en-US" sz="22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" y="2011680"/>
            <a:ext cx="9875520" cy="19202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43000" y="2011680"/>
            <a:ext cx="98755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1289304" y="2157984"/>
            <a:ext cx="73152" cy="1627632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End state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1527048" y="2139696"/>
            <a:ext cx="9272016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remains the content and rendering runtime. The current skill pack adds deterministic visual decisions after MDPR has produced semantic structure.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827"/>
      </a:dk1>
      <a:lt1>
        <a:srgbClr val="F8FAFC"/>
      </a:lt1>
      <a:dk2>
        <a:srgbClr val="475569"/>
      </a:dk2>
      <a:lt2>
        <a:srgbClr val="FFFFFF"/>
      </a:lt2>
      <a:accent1>
        <a:srgbClr val="2563EB"/>
      </a:accent1>
      <a:accent2>
        <a:srgbClr val="DBEAFE"/>
      </a:accent2>
      <a:accent3>
        <a:srgbClr val="2563EB"/>
      </a:accent3>
      <a:accent4>
        <a:srgbClr val="475569"/>
      </a:accent4>
      <a:accent5>
        <a:srgbClr val="E2E8F0"/>
      </a:accent5>
      <a:accent6>
        <a:srgbClr val="111827"/>
      </a:accent6>
      <a:hlink>
        <a:srgbClr val="2563EB"/>
      </a:hlink>
      <a:folHlink>
        <a:srgbClr val="DBEAFE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Corpus: Baseline vs Design Components Skill</dc:title>
  <dc:subject>Generated from Markdown through Presentation IR and Layout IR</dc:subject>
  <dc:creator>mdpresent</dc:creator>
  <cp:lastModifiedBy>mdpresent</cp:lastModifiedBy>
  <cp:revision>1</cp:revision>
  <dcterms:created xsi:type="dcterms:W3CDTF">2026-06-25T04:08:06Z</dcterms:created>
  <dcterms:modified xsi:type="dcterms:W3CDTF">2026-06-25T04:08:06Z</dcterms:modified>
</cp:coreProperties>
</file>