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3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4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9304f5:item-1:block-28-chunk-3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7" name="mdpr:3-3-9304f5:item-2:block-2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8" name="mdpr:3-3-9304f5:item-3:block-28-chunk-3"/>
          <p:cNvSpPr txBox="1"/>
          <p:nvPr/>
        </p:nvSpPr>
        <p:spPr>
          <a:xfrm>
            <a:off x="808329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8972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7" name="mdpr:2-2-447582:item-1:block-30-chunk-2"/>
          <p:cNvSpPr txBox="1"/>
          <p:nvPr/>
        </p:nvSpPr>
        <p:spPr>
          <a:xfrm>
            <a:off x="90525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8" name="mdpr:2-2-447582:item-2:block-30-chunk-2"/>
          <p:cNvSpPr txBox="1"/>
          <p:nvPr/>
        </p:nvSpPr>
        <p:spPr>
          <a:xfrm>
            <a:off x="373989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9" name="mdpr:2-2-447582:item-3:block-30-chunk-2"/>
          <p:cNvSpPr txBox="1"/>
          <p:nvPr/>
        </p:nvSpPr>
        <p:spPr>
          <a:xfrm>
            <a:off x="657453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0" name="mdpr:2-2-447582:item-4:block-30-chunk-2"/>
          <p:cNvSpPr txBox="1"/>
          <p:nvPr/>
        </p:nvSpPr>
        <p:spPr>
          <a:xfrm>
            <a:off x="940917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2026-07-14T09:59:21Z</dcterms:created>
  <dcterms:modified xsi:type="dcterms:W3CDTF">2026-07-14T09:59:21Z</dcterms:modified>
</cp:coreProperties>
</file>