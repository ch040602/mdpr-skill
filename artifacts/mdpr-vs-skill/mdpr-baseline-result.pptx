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image" Target="../media/image-32-3.png"/><Relationship Id="rId4" Type="http://schemas.openxmlformats.org/officeDocument/2006/relationships/image" Target="../media/image-32-4.svg"/><Relationship Id="rId5" Type="http://schemas.openxmlformats.org/officeDocument/2006/relationships/image" Target="../media/image-32-5.png"/><Relationship Id="rId6" Type="http://schemas.openxmlformats.org/officeDocument/2006/relationships/image" Target="../media/image-3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image" Target="../media/image-33-3.png"/><Relationship Id="rId4" Type="http://schemas.openxmlformats.org/officeDocument/2006/relationships/image" Target="../media/image-33-4.svg"/><Relationship Id="rId5" Type="http://schemas.openxmlformats.org/officeDocument/2006/relationships/image" Target="../media/image-33-5.png"/><Relationship Id="rId6" Type="http://schemas.openxmlformats.org/officeDocument/2006/relationships/image" Target="../media/image-3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image" Target="../media/image-34-7.png"/><Relationship Id="rId8" Type="http://schemas.openxmlformats.org/officeDocument/2006/relationships/image" Target="../media/image-3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0760" y="1737360"/>
            <a:ext cx="22860" cy="3968496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2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3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4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5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6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7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8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9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0760" y="1737360"/>
            <a:ext cx="22860" cy="3968496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2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3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4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5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6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7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8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9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103620" y="2802407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6103620" y="4439183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169871" y="1536192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169871" y="15361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4463" y="1997964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34463" y="19979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883103" y="1664208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169871" y="3172968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169871" y="31729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4463" y="3634740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4463" y="36347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83103" y="3300984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169871" y="4809744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169871" y="48097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5271516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52715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83103" y="4937760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13" name="mdpr:1-3-c49d80:item-1:block-12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14" name="mdpr:1-3-c49d80:item-2:block-12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15" name="mdpr:1-3-c49d80:item-3:block-12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 (Cont. 2/3)</a:t>
            </a:r>
            <a:endParaRPr lang="en-US" sz="3400" dirty="0"/>
          </a:p>
        </p:txBody>
      </p:sp>
      <p:sp>
        <p:nvSpPr>
          <p:cNvPr id="13" name="mdpr:2-3-2107ad:item-1:block-12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14" name="mdpr:2-3-2107ad:item-2:block-12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15" name="mdpr:2-3-2107ad:item-3:block-12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 (Cont. 3/3)</a:t>
            </a:r>
            <a:endParaRPr lang="en-US" sz="3400" dirty="0"/>
          </a:p>
        </p:txBody>
      </p:sp>
      <p:sp>
        <p:nvSpPr>
          <p:cNvPr id="6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3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4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5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 (Cont. 2/3)</a:t>
            </a:r>
            <a:endParaRPr lang="en-US" sz="3400" dirty="0"/>
          </a:p>
        </p:txBody>
      </p:sp>
      <p:sp>
        <p:nvSpPr>
          <p:cNvPr id="13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4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5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 (Cont. 3/3)</a:t>
            </a:r>
            <a:endParaRPr lang="en-US" sz="3400" dirty="0"/>
          </a:p>
        </p:txBody>
      </p:sp>
      <p:sp>
        <p:nvSpPr>
          <p:cNvPr id="6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13" name="mdpr:1-3-0466ef:item-1:block-20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Shared Renderer Contract</a:t>
            </a:r>
            <a:endParaRPr lang="en-US" sz="2200" dirty="0"/>
          </a:p>
        </p:txBody>
      </p:sp>
      <p:sp>
        <p:nvSpPr>
          <p:cNvPr id="14" name="mdpr:1-3-0466ef:item-2:block-20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2200" dirty="0"/>
          </a:p>
        </p:txBody>
      </p:sp>
      <p:sp>
        <p:nvSpPr>
          <p:cNvPr id="15" name="mdpr:1-3-0466ef:item-3:block-20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 (Cont. 2/3)</a:t>
            </a:r>
            <a:endParaRPr lang="en-US" sz="3400" dirty="0"/>
          </a:p>
        </p:txBody>
      </p:sp>
      <p:sp>
        <p:nvSpPr>
          <p:cNvPr id="13" name="mdpr:2-3-068207:item-1:block-20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14" name="mdpr:2-3-068207:item-2:block-20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15" name="mdpr:2-3-068207:item-3:block-20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1417320"/>
            <a:ext cx="10652760" cy="4800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1417320"/>
            <a:ext cx="106527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13" name="mdpr:1-3-4b2f30:item-1:block-23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14" name="mdpr:1-3-4b2f30:item-2:block-23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15" name="mdpr:1-3-4b2f30:item-3:block-23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 (Cont. 2/3)</a:t>
            </a:r>
            <a:endParaRPr lang="en-US" sz="3400" dirty="0"/>
          </a:p>
        </p:txBody>
      </p:sp>
      <p:sp>
        <p:nvSpPr>
          <p:cNvPr id="13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4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5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1417320"/>
            <a:ext cx="10652760" cy="4800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1417320"/>
            <a:ext cx="106527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7e86e7:title:__title:1-3-7e86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5" name="mdpr:1-3-7e86e7:item-1:block-2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 Automation Proposal</a:t>
            </a:r>
            <a:endParaRPr lang="en-US" sz="2200" dirty="0"/>
          </a:p>
        </p:txBody>
      </p:sp>
      <p:sp>
        <p:nvSpPr>
          <p:cNvPr id="16" name="mdpr:1-3-7e86e7:item-2:block-2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 Definition</a:t>
            </a:r>
            <a:endParaRPr lang="en-US" sz="2200" dirty="0"/>
          </a:p>
        </p:txBody>
      </p:sp>
      <p:sp>
        <p:nvSpPr>
          <p:cNvPr id="17" name="mdpr:1-3-7e86e7:item-3:block-2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Repetitive Work Is Growing</a:t>
            </a:r>
            <a:endParaRPr lang="en-US" sz="2200" dirty="0"/>
          </a:p>
        </p:txBody>
      </p:sp>
      <p:sp>
        <p:nvSpPr>
          <p:cNvPr id="18" name="mdpr:1-3-7e86e7:item-4:block-2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Costs Are Growing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4f52c2:title:__title:2-3-4f52c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2/3)</a:t>
            </a:r>
            <a:endParaRPr lang="en-US" sz="3400" dirty="0"/>
          </a:p>
        </p:txBody>
      </p:sp>
      <p:sp>
        <p:nvSpPr>
          <p:cNvPr id="13" name="mdpr:2-3-4f52c2:item-1:block-2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4" name="mdpr:2-3-4f52c2:item-2:block-2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5" name="mdpr:2-3-4f52c2:item-3:block-28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Meeting note cleanup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3-3-9304f5:title:__title:3-3-9304f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3/3)</a:t>
            </a:r>
            <a:endParaRPr lang="en-US" sz="3400" dirty="0"/>
          </a:p>
        </p:txBody>
      </p:sp>
      <p:sp>
        <p:nvSpPr>
          <p:cNvPr id="13" name="mdpr:3-3-9304f5:item-1:block-28-chunk-3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Report draft writing</a:t>
            </a:r>
            <a:endParaRPr lang="en-US" sz="2200" dirty="0"/>
          </a:p>
        </p:txBody>
      </p:sp>
      <p:sp>
        <p:nvSpPr>
          <p:cNvPr id="14" name="mdpr:3-3-9304f5:item-2:block-28-chunk-3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collection</a:t>
            </a:r>
            <a:endParaRPr lang="en-US" sz="2200" dirty="0"/>
          </a:p>
        </p:txBody>
      </p:sp>
      <p:sp>
        <p:nvSpPr>
          <p:cNvPr id="15" name="mdpr:3-3-9304f5:item-3:block-28-chunk-3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location is unclear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d8deb6:title:__title:1-2-d8deb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15" name="mdpr:1-2-d8deb6:item-1:block-30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Structure Example</a:t>
            </a:r>
            <a:endParaRPr lang="en-US" sz="2200" dirty="0"/>
          </a:p>
        </p:txBody>
      </p:sp>
      <p:sp>
        <p:nvSpPr>
          <p:cNvPr id="16" name="mdpr:1-2-d8deb6:item-2:block-30-chunk-1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7" name="mdpr:1-2-d8deb6:item-3:block-30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8" name="mdpr:1-2-d8deb6:item-4:block-30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Improved Approach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2-447582:title:__title:2-2-4475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 (Cont. 2/2)</a:t>
            </a:r>
            <a:endParaRPr lang="en-US" sz="3400" dirty="0"/>
          </a:p>
        </p:txBody>
      </p:sp>
      <p:sp>
        <p:nvSpPr>
          <p:cNvPr id="15" name="mdpr:2-2-447582:item-1:block-30-chunk-2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Documents are written manually</a:t>
            </a:r>
            <a:endParaRPr lang="en-US" sz="2200" dirty="0"/>
          </a:p>
        </p:txBody>
      </p:sp>
      <p:sp>
        <p:nvSpPr>
          <p:cNvPr id="16" name="mdpr:2-2-447582:item-2:block-30-chunk-2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 varies by person</a:t>
            </a:r>
            <a:endParaRPr lang="en-US" sz="2200" dirty="0"/>
          </a:p>
        </p:txBody>
      </p:sp>
      <p:sp>
        <p:nvSpPr>
          <p:cNvPr id="17" name="mdpr:2-2-447582:item-3:block-30-chunk-2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is difficult</a:t>
            </a:r>
            <a:endParaRPr lang="en-US" sz="2200" dirty="0"/>
          </a:p>
        </p:txBody>
      </p:sp>
      <p:sp>
        <p:nvSpPr>
          <p:cNvPr id="18" name="mdpr:2-2-447582:item-4:block-30-chunk-2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Drafts are generated automatically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 (Cont. 2/2)</a:t>
            </a:r>
            <a:endParaRPr lang="en-US" sz="3400" dirty="0"/>
          </a:p>
        </p:txBody>
      </p:sp>
      <p:sp>
        <p:nvSpPr>
          <p:cNvPr id="13" name="mdpr:2-2-a2c94a:item-1:block-32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14" name="mdpr:2-2-a2c94a:item-2:block-32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15" name="mdpr:2-2-a2c94a:item-3:block-32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04241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56285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08329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2/3)</a:t>
            </a:r>
            <a:endParaRPr lang="en-US" sz="3400" dirty="0"/>
          </a:p>
        </p:txBody>
      </p:sp>
      <p:sp>
        <p:nvSpPr>
          <p:cNvPr id="13" name="mdpr:2-3-298275:item-1:block-3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14" name="mdpr:2-3-298275:item-2:block-3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5" name="mdpr:2-3-298275:item-3:block-38-chunk-2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3/3)</a:t>
            </a:r>
            <a:endParaRPr lang="en-US" sz="3400" dirty="0"/>
          </a:p>
        </p:txBody>
      </p:sp>
      <p:sp>
        <p:nvSpPr>
          <p:cNvPr id="13" name="mdpr:3-3-bec926:item-1:block-38-chunk-3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</p:txBody>
      </p:sp>
      <p:sp>
        <p:nvSpPr>
          <p:cNvPr id="14" name="mdpr:3-3-bec926:item-2:block-38-chunk-3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</p:txBody>
      </p:sp>
      <p:sp>
        <p:nvSpPr>
          <p:cNvPr id="15" name="mdpr:3-3-bec926:item-3:block-38-chunk-3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2026-07-13T17:27:17Z</dcterms:created>
  <dcterms:modified xsi:type="dcterms:W3CDTF">2026-07-13T17:27:17Z</dcterms:modified>
</cp:coreProperties>
</file>