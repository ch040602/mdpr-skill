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Baseline vs Design Components Skill</a:t>
            </a:r>
            <a:endParaRPr lang="en-US" sz="4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92024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26771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1518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and splitting topics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962656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31012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65760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00507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35254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700016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504748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39496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74243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608990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6437376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6784848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7132320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7479792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7827264"/>
            <a:ext cx="10094976" cy="3474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baseline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skill pack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renderer output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diversification after MDPR content structure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consumes MDPR semantic output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 layout and theme presets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Recipe, variant, icon, infographic, coherence, and validation rules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text, tables, images, diagrams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 with richer component planning and visual QA</a:t>
                      </a:r>
                      <a:endParaRPr lang="en-US" sz="2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README.md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mdpresent (12 headings, 10521 chars)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README.ko.md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mdpresent (10 headings, 3747 chars)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CODEX_PROMPT.md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Codex 구현 프롬프트 (5 headings, 1065 chars)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docs/00-product-definition.md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00. 제품 정의 (6 headings, 745 chars)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2/6)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docs/01-architecture.md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01. 아키텍처 (9 headings, 1719 chars)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docs/02-requirements.md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02. 요구사항 (12 headings, 2042 chars)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docs/03-page-splitting.md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03. 페이지 분할 규칙 (17 headings, 4977 chars)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docs/04-layout-rules.md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04. 레이아웃 선택 규칙 (10 headings, 2641 chars)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3/6)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docs/05-overrides-for-llm.md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05. LLM/Codex 친화적 Override Manifest (11 headings, 2931 chars)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docs/06-cli-spec.md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06. CLI 명령 설계 (10 headings, 4146 chars)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docs/07-rendering-rules.md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07. Renderer 규칙 (6 headings, 7916 chars)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docs/08-roadmap.md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08. 구현 로드맵 (10 headings, 1470 chars)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4/6)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docs/09-codex-implementation-guide.md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09. Codex 구현 가이드 (9 headings, 1433 chars)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docs/10-template-and-master-policy.md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10. PPT 템플릿과 Slide Master 정책 (7 headings, 966 chars)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docs/11-qa-overflow.md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11. QA와 Overflow 정책 (8 headings, 3335 chars)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docs/references.md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References (8 headings, 582 chars)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5/6)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docs/adr/0001-presentation-ir-schema-contract.md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ADR 0001: Presentation IR Schema Contract (5 headings, 1226 chars)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examples/basic/deck.md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AI 업무 자동화 제안서 (10 headings, 581 chars)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examples/comparison/deck.md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비교 구조 예시 (4 headings, 137 chars)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examples/pipeline/deck.md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Pipeline Example (3 headings, 186 chars)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manifest (Cont. 6/6)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examples/diagram-arrangements/deck.md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Diagram Arrangement Examples (6 headings, 457 chars)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examples/five-methods/deck.md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5개 항목 레이아웃 예시 (2 headings, 96 chars)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examples/theme-preview-en/deck.md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mdpresent (7 headings, 1770 chars)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examples/theme-preview-ko/deck.md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엠디프레젠트 (7 headings, 907 chars)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 (Cont. 2/2)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Element IR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Extractor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Components Rule Engine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and splitting topics</a:t>
            </a:r>
            <a:endParaRPr lang="en-US" sz="3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63440" y="128016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560320"/>
            <a:ext cx="73152" cy="1097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2240" y="457200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0" y="4572000"/>
            <a:ext cx="73152" cy="1097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256032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0" y="1828800"/>
            <a:ext cx="3017520" cy="128016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5120640"/>
            <a:ext cx="1188720" cy="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5120640"/>
            <a:ext cx="3566160" cy="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3108960"/>
            <a:ext cx="1188720" cy="201168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0" y="1828800"/>
            <a:ext cx="0" cy="1280160"/>
          </a:xfrm>
          <a:prstGeom prst="line">
            <a:avLst/>
          </a:prstGeom>
          <a:noFill/>
          <a:ln w="12700">
            <a:solidFill>
              <a:srgbClr val="DBEAFE">
                <a:alpha val="8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28016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0" y="256032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457200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457200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37360" y="256032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4736592" y="158008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58902" y="1793406"/>
            <a:ext cx="50563" cy="5056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54971" y="1793406"/>
            <a:ext cx="50563" cy="5056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51040" y="1793406"/>
            <a:ext cx="50563" cy="5056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09465" y="1816159"/>
            <a:ext cx="55619" cy="11377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05534" y="1816159"/>
            <a:ext cx="55619" cy="11377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62042" y="162458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7754112" y="286024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7906760" y="2997722"/>
            <a:ext cx="192138" cy="212363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2100000">
            <a:off x="7990188" y="3053341"/>
            <a:ext cx="27809" cy="96069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79562" y="290474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흐름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565392" y="487192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58490" y="4994233"/>
            <a:ext cx="80900" cy="8090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00343" y="5107999"/>
            <a:ext cx="50563" cy="5056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44446" y="5133281"/>
            <a:ext cx="55619" cy="5561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90842" y="491642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패키지 역할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2999232" y="487192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61992" y="5102943"/>
            <a:ext cx="32866" cy="88485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25196" y="5034683"/>
            <a:ext cx="32866" cy="156744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88399" y="5070077"/>
            <a:ext cx="32866" cy="12135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24682" y="491642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원칙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1810512" y="2860243"/>
            <a:ext cx="497434" cy="497434"/>
          </a:xfrm>
          <a:prstGeom prst="roundRect">
            <a:avLst>
              <a:gd name="adj" fmla="val 735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58103" y="3028060"/>
            <a:ext cx="202251" cy="16180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73272" y="3073566"/>
            <a:ext cx="171913" cy="11377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73272" y="3119073"/>
            <a:ext cx="171913" cy="11377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44060" y="3038172"/>
            <a:ext cx="11377" cy="136519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435962" y="2904744"/>
            <a:ext cx="1843430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Core는 렌더러를 모른다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1417320"/>
            <a:ext cx="1065276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아키텍처 (Cont. 2/2)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Parser(simple Markdown or Pandoc JSON)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Outline Builder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heading 규칙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또는 section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 (Cont. 2/3)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또는 autosplit 기준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구조 생성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built-in simple parser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선택값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--parser pandoc으로 Pandoc JSON AST 생성 후 BlockIR로 정규화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페이지 분할 규칙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 tree 생성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Field | Value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| 기본 점수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문단 | 1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문단 | 2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1개 | 1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cover 또는 section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slide candidate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subsection 또는 autosplit 기준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본문 내부 heading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규칙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감지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개수 기반 레이아웃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 (Cont. 2/3)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340608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비교 구조 감지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749040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제목에 기존/개선, Before/After, As-Is/To-Be, 장점/단점 포함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3340608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h3가 정확히 2개이고 서로 대비됨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3749040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bullet group이 2개이며 group title이 대비됨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레이아웃 선택 규칙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3544824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표가 비교축 column을 가짐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규칙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Renderer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Renderer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 (Cont. 2/3)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Renderer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the normal renderable deck input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{ Presentation IR, Layout IR }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uses Layout IR slide size, region x/y/w/h, theme fonts, colors, and z-order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emits editable PowerPoint text boxes for titles, paragraphs, bullets, code text, and fallback content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1417320"/>
            <a:ext cx="1065276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Renderer 규칙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→ PPTX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→ HTML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→ PDF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검사 항목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처리 순서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 옵션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 (Cont. 2/3)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behavior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텍스트 overflow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overflow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누락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1417320"/>
            <a:ext cx="1065276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QA와 Overflow 정책 (Cont. 3/3)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1563624"/>
            <a:ext cx="10323576" cy="45079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텍스트 overflow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표 overflow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이미지 누락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asset 경로 오류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page number 겹침</a:t>
            </a:r>
            <a:endParaRPr lang="en-US" sz="1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 area 위반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136392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544824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953256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3340608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3749040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업무 자동화 제안서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업무 증가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비용 증가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2/3)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340608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방식과 개선 방식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749040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3340608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회의록 정리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3749040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보고서 초안 작성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544824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데이터 취합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3544824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자료 위치 불명확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340608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비교 구조 예시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749040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방식과 개선 방식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3340608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기존 방식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3749040"/>
            <a:ext cx="479145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개선 방식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 (Cont. 2/2)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작성이 수동으로 진행됨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개인별로 다름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어려움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초안이 자동 생성됨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 (Cont. 2/2)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89611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071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079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7088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391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400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0934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458907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100000">
            <a:off x="469335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60076" y="2265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87393" y="2407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67522" y="2438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5022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127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6027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3928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60934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82753" y="4608035"/>
            <a:ext cx="252813" cy="20225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01714" y="4664918"/>
            <a:ext cx="214891" cy="1422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01714" y="4721801"/>
            <a:ext cx="214891" cy="1422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90199" y="4620675"/>
            <a:ext cx="14221" cy="170649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2978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96873" y="4601714"/>
            <a:ext cx="265454" cy="214891"/>
          </a:xfrm>
          <a:prstGeom prst="roundRect">
            <a:avLst>
              <a:gd name="adj" fmla="val 12766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67522" y="4633316"/>
            <a:ext cx="37922" cy="37922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141115" y="4702840"/>
            <a:ext cx="158008" cy="69524"/>
          </a:xfrm>
          <a:prstGeom prst="triangl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65022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1463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3749040"/>
            <a:ext cx="32461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89611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071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079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7088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391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400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0934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 항목 레이아웃 예시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41655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458907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100000">
            <a:off x="469335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5가지 실행 방법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93699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60076" y="2265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87393" y="2407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67522" y="2438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50224" y="2257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조직 선정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9611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127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6027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3928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60934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문서 유형 분석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441655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82753" y="4608035"/>
            <a:ext cx="252813" cy="20225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01714" y="4664918"/>
            <a:ext cx="214891" cy="1422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01714" y="4721801"/>
            <a:ext cx="214891" cy="1422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90199" y="4620675"/>
            <a:ext cx="14221" cy="170649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2978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템플릿 설계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793699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96873" y="4601714"/>
            <a:ext cx="265454" cy="214891"/>
          </a:xfrm>
          <a:prstGeom prst="roundRect">
            <a:avLst>
              <a:gd name="adj" fmla="val 12766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67522" y="4633316"/>
            <a:ext cx="37922" cy="37922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141115" y="4702840"/>
            <a:ext cx="158008" cy="69524"/>
          </a:xfrm>
          <a:prstGeom prst="triangl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650224" y="4543044"/>
            <a:ext cx="2258568" cy="3322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지식 검색 인덱스 구축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mdpresent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Principle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Generation Flow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Rule-Based Engine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2/3)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Selection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 LLM runtime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generation does not call an external model.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Rule-based layout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headings, density, list count, sentence units, and diagram signals drive placement.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Reproducible output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same source and settings produce the same presentation structure.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Auxiliary skill ready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standalone CLI can be wrapped as a local automation skill.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엠디프레젠트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원칙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흐름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 엔진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 (Cont. 2/3)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마크다운 구조 보존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선택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호출 없음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생성 과정은 외부 모델이나 외부 연결 호출 없이 동작합니다.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제목, 밀도, 목록 수, 문장 단위, 도식 신호를 기준으로 배치합니다.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examples/theme-preview-ko/deck.md (Cont. 3/3)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재현 가능성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같은 원고와 설정은 같은 발표 구조를 만듭니다.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보조 스킬화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독립적인 명령행 도구이므로 로컬 자동화 스킬로 감쌀 수 있습니다.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9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5754" y="2218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93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75754" y="4504944"/>
            <a:ext cx="3961638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2011680"/>
            <a:ext cx="987552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2E8F0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The current skill pack adds deterministic visual decisions after MDPR has produced semantic structure.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Baseline vs Design Components Skill</dc:title>
  <dc:subject>Generated from Markdown through Presentation IR and Layout IR</dc:subject>
  <dc:creator>mdpresent</dc:creator>
  <cp:lastModifiedBy>mdpresent</cp:lastModifiedBy>
  <cp:revision>1</cp:revision>
  <dcterms:created xsi:type="dcterms:W3CDTF">2026-06-19T17:52:17Z</dcterms:created>
  <dcterms:modified xsi:type="dcterms:W3CDTF">2026-06-19T17:52:17Z</dcterms:modified>
</cp:coreProperties>
</file>