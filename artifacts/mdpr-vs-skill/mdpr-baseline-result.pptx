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Baseline vs Design Components Skill</a:t>
            </a:r>
            <a:endParaRPr lang="en-US" sz="4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572768"/>
            <a:ext cx="10241280" cy="49286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and splitting topics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baseline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skill pack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renderer output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diversification after MDPR content structure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consumes MDPR semantic output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 layout and theme presets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Recipe, variant, icon, infographic, coherence, and validation rules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text, tables, images, diagrams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 with richer component planning and visual QA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README.md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mdpresent (10 headings, 6157 chars)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README.ko.md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mdpresent (10 headings, 3747 chars)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CODEX_PROMPT.md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Codex 구현 프롬프트 (5 headings, 1065 chars)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docs/00-product-definition.md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00. 제품 정의 (6 headings, 745 chars)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2/6)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docs/01-architecture.md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01. 아키텍처 (9 headings, 1719 chars)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docs/02-requirements.md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02. 요구사항 (12 headings, 2042 chars)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docs/03-page-splitting.md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03. 페이지 분할 규칙 (17 headings, 4977 chars)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docs/04-layout-rules.md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04. 레이아웃 선택 규칙 (10 headings, 2641 chars)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3/6)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docs/05-overrides-for-llm.md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05. LLM/Codex 친화적 Override Manifest (11 headings, 2931 chars)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docs/06-cli-spec.md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06. CLI 명령 설계 (10 headings, 3948 chars)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docs/07-rendering-rules.md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07. Renderer 규칙 (6 headings, 6204 chars)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docs/08-roadmap.md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08. 구현 로드맵 (10 headings, 1470 chars)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4/6)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docs/09-codex-implementation-guide.md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09. Codex 구현 가이드 (9 headings, 1433 chars)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docs/10-template-and-master-policy.md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10. PPT 템플릿과 Slide Master 정책 (7 headings, 966 chars)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docs/11-qa-overflow.md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11. QA와 Overflow 정책 (8 headings, 2892 chars)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docs/references.md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References (8 headings, 582 chars)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5/6)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docs/adr/0001-presentation-ir-schema-contract.md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ADR 0001: Presentation IR Schema Contract (5 headings, 1226 chars)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AI 업무 자동화 제안서 (10 headings, 581 chars)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비교 구조 예시 (4 headings, 137 chars)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Pipeline Example (3 headings, 186 chars)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6/6)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examples/diagram-arrangements/deck.md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Diagram Arrangement Examples (6 headings, 457 chars)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examples/five-methods/deck.md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5개 항목 레이아웃 예시 (2 headings, 96 chars)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mdpresent (7 headings, 1770 chars)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examples/theme-preview-ko/deck.md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엠디프레젠트 (7 headings, 907 chars)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489661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490118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170932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4732020"/>
            <a:ext cx="91440" cy="1170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95800" y="4896612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95800" y="490118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0392" y="5170932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8368" y="5783580"/>
            <a:ext cx="3142488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41792" y="489661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41792" y="490118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406384" y="5170932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146536" y="3250692"/>
            <a:ext cx="420624" cy="16459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41792" y="3415284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1792" y="34198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06384" y="3689604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41792" y="193395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41792" y="19385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406384" y="2208276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1769364"/>
            <a:ext cx="91440" cy="1170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1933956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95800" y="19385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660392" y="2208276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86384" y="2820924"/>
            <a:ext cx="3142488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9808" y="193395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9808" y="19385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2208276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400544" y="3250692"/>
            <a:ext cx="420624" cy="16459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95800" y="3415284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95800" y="34198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0392" y="3689604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047744" y="5317236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793736" y="5317236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849612" y="4393692"/>
            <a:ext cx="0" cy="36576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47" name="Shape 45"/>
          <p:cNvSpPr/>
          <p:nvPr/>
        </p:nvSpPr>
        <p:spPr>
          <a:xfrm>
            <a:off x="9849612" y="2912364"/>
            <a:ext cx="0" cy="36576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48" name="Shape 46"/>
          <p:cNvSpPr/>
          <p:nvPr/>
        </p:nvSpPr>
        <p:spPr>
          <a:xfrm>
            <a:off x="7793736" y="2354580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49" name="Shape 47"/>
          <p:cNvSpPr/>
          <p:nvPr/>
        </p:nvSpPr>
        <p:spPr>
          <a:xfrm>
            <a:off x="4047744" y="2354580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50" name="Shape 48"/>
          <p:cNvSpPr/>
          <p:nvPr/>
        </p:nvSpPr>
        <p:spPr>
          <a:xfrm>
            <a:off x="4047744" y="2354580"/>
            <a:ext cx="18288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30624" y="3835908"/>
            <a:ext cx="18288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67462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7919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48940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2510028"/>
            <a:ext cx="91440" cy="1170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95800" y="2674620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95800" y="267919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0392" y="2948940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Element IR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8368" y="3561588"/>
            <a:ext cx="3142488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41792" y="267462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41792" y="267919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406384" y="2948940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Extractor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146536" y="3991356"/>
            <a:ext cx="420624" cy="16459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41792" y="4155948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1792" y="41605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06384" y="4430268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Components Rule Engine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95800" y="41559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95800" y="41605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660392" y="4430268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3991356"/>
            <a:ext cx="91440" cy="11704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" y="4155948"/>
            <a:ext cx="292608" cy="29260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9808" y="41605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430268"/>
            <a:ext cx="2886456" cy="6217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047744" y="3095244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93736" y="3095244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849612" y="3653028"/>
            <a:ext cx="0" cy="36576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3736" y="4576572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38" name="Shape 36"/>
          <p:cNvSpPr/>
          <p:nvPr/>
        </p:nvSpPr>
        <p:spPr>
          <a:xfrm>
            <a:off x="4047744" y="4576572"/>
            <a:ext cx="36576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and splitting topics</a:t>
            </a:r>
            <a:endParaRPr lang="en-US" sz="3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63440" y="128016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560320"/>
            <a:ext cx="73152" cy="1097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2240" y="457200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0" y="4572000"/>
            <a:ext cx="73152" cy="1097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256032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1828800"/>
            <a:ext cx="3017520" cy="128016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5120640"/>
            <a:ext cx="1188720" cy="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5120640"/>
            <a:ext cx="3566160" cy="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3108960"/>
            <a:ext cx="1188720" cy="201168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1828800"/>
            <a:ext cx="0" cy="128016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28016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0" y="256032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457200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457200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37360" y="256032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1280160"/>
            <a:ext cx="2743200" cy="10972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2560320"/>
            <a:ext cx="2743200" cy="10972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흐름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572000"/>
            <a:ext cx="2743200" cy="10972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패키지 역할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4572000"/>
            <a:ext cx="2743200" cy="10972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원칙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2560320"/>
            <a:ext cx="2743200" cy="10972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Core는 렌더러를 모른다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 (Cont. 2/2)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27048"/>
            <a:ext cx="10652760" cy="465429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Parser(simple Markdown or Pandoc JSON)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 Builder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heading 규칙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또는 section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 (Cont. 2/3)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또는 autosplit 기준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구조 생성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built-in simple parser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선택값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--parser pandoc으로 Pandoc JSON AST 생성 후 BlockIR로 정규화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572768"/>
            <a:ext cx="10241280" cy="433425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 tree 생성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cover 또는 section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slide candidate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subsection 또는 autosplit 기준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본문 내부 heading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규칙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감지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개수 기반 레이아웃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 (Cont. 2/3)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비교 구조 감지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제목에 기존/개선, Before/After, As-Is/To-Be, 장점/단점 포함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h3가 정확히 2개이고 서로 대비됨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bullet group이 2개이며 group title이 대비됨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572768"/>
            <a:ext cx="10241280" cy="433425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표가 비교축 column을 가짐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SlideIntent + itemCount + blockType + density → LayoutPreset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규칙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Renderer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 (Cont. 2/3)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Renderer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the normal renderable deck input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{ Presentation IR, Layout IR }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uses Layout IR slide size, region x/y/w/h, theme fonts, colors, and z-order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emits editable PowerPoint text boxes for titles, paragraphs, bullets, code text, and fallback content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27048"/>
            <a:ext cx="10652760" cy="465429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→ PPTX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→ HTML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→ PDF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검사 항목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처리 순서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 옵션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 (Cont. 2/3)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behavior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overflow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overflow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누락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27048"/>
            <a:ext cx="10652760" cy="465429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텍스트 overflow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표 overflow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이미지 누락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asset 경로 오류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page number 겹침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 area 위반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업무 자동화 제안서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업무 증가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비용 증가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방식과 개선 방식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회의록 정리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보고서 초안 작성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데이터 취합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자료 위치 불명확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비교 구조 예시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방식과 개선 방식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개선 방식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작성이 수동으로 진행됨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개인별로 다름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어려움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초안이 자동 생성됨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Reverse-U Flow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Cycle-Like Flow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항목 레이아웃 예시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실행 방법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조직 선정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문서 유형 분석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자동화 템플릿 설계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지식 검색 인덱스 구축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mdpresent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Principle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Generation Flow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Rule-Based Engine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Selection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LLM runtime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generation does not call an external model.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Rule-based layout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headings, density, list count, sentence units, and diagram signals drive placement.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Reproducible output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the same source and settings produce the same presentation structure.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Auxiliary skill ready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the standalone CLI can be wrapped as a local automation skill.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엠디프레젠트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원칙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흐름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 엔진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 (Cont. 2/3)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마크다운 구조 보존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선택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호출 없음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생성 과정은 외부 모델이나 외부 연결 호출 없이 동작합니다.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</a:t>
            </a:r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제목, 밀도, 목록 수, 문장 단위, 도식 신호를 기준으로 배치합니다.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재현 가능성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같은 원고와 설정은 같은 발표 구조를 만듭니다.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64208"/>
            <a:ext cx="4937760" cy="4242816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보조 스킬화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	독립적인 명령행 도구이므로 로컬 자동화 스킬로 감쌀 수 있습니다.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2011680"/>
            <a:ext cx="98755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2011680"/>
            <a:ext cx="91440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2011680"/>
            <a:ext cx="9619488" cy="19202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The current skill pack adds deterministic visual decisions after MDPR has produced semantic structure.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Baseline vs Design Components Skill</dc:title>
  <dc:subject>Generated from Markdown through Presentation IR and Layout IR</dc:subject>
  <dc:creator>mdpresent</dc:creator>
  <cp:lastModifiedBy>mdpresent</cp:lastModifiedBy>
  <cp:revision>1</cp:revision>
  <dcterms:created xsi:type="dcterms:W3CDTF">2026-06-19T13:32:04Z</dcterms:created>
  <dcterms:modified xsi:type="dcterms:W3CDTF">2026-06-19T13:32:04Z</dcterms:modified>
</cp:coreProperties>
</file>