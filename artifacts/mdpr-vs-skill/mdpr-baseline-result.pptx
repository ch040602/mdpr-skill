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image" Target="../media/image-34-3.png"/><Relationship Id="rId4" Type="http://schemas.openxmlformats.org/officeDocument/2006/relationships/image" Target="../media/image-34-4.svg"/><Relationship Id="rId5" Type="http://schemas.openxmlformats.org/officeDocument/2006/relationships/image" Target="../media/image-34-5.png"/><Relationship Id="rId6" Type="http://schemas.openxmlformats.org/officeDocument/2006/relationships/image" Target="../media/image-34-6.svg"/><Relationship Id="rId7" Type="http://schemas.openxmlformats.org/officeDocument/2006/relationships/image" Target="../media/image-34-7.png"/><Relationship Id="rId8" Type="http://schemas.openxmlformats.org/officeDocument/2006/relationships/image" Target="../media/image-3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1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2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3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4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5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6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7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8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1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12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13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14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15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16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  <p:sp>
        <p:nvSpPr>
          <p:cNvPr id="17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Current skill output expectations</a:t>
            </a:r>
            <a:endParaRPr lang="en-US" sz="1800" dirty="0"/>
          </a:p>
        </p:txBody>
      </p:sp>
      <p:sp>
        <p:nvSpPr>
          <p:cNvPr id="18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103620" y="3051581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6103620" y="4231157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169871" y="2221992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169871" y="22219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4463" y="2482596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34463" y="2482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828239" y="2350008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169871" y="3401568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169871" y="34015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4463" y="366217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4463" y="36621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828239" y="3529584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169871" y="4581144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169871" y="45811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4841748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48417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28239" y="4709160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6" name="mdpr:1-3-c49d80:item-1:block-12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7" name="mdpr:1-3-c49d80:item-2:block-12-chunk-1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8" name="mdpr:1-3-c49d80:item-3:block-12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107ad:item-1:block-12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7" name="mdpr:2-3-2107ad:item-2:block-1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8" name="mdpr:2-3-2107ad:item-3:block-12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2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3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4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3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4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4" name="mdpr:1-3-0466ef:body:block-20-chunk-1"/>
          <p:cNvSpPr txBox="1"/>
          <p:nvPr/>
        </p:nvSpPr>
        <p:spPr>
          <a:xfrm>
            <a:off x="987552" y="30632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Shared Renderer Contract</a:t>
            </a:r>
            <a:endParaRPr lang="en-US" sz="2200" dirty="0"/>
          </a:p>
        </p:txBody>
      </p:sp>
      <p:sp>
        <p:nvSpPr>
          <p:cNvPr id="5" name="mdpr:1-3-0466ef:body:block-20-chunk-1"/>
          <p:cNvSpPr txBox="1"/>
          <p:nvPr/>
        </p:nvSpPr>
        <p:spPr>
          <a:xfrm>
            <a:off x="987552" y="34899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Renderer</a:t>
            </a:r>
            <a:endParaRPr lang="en-US" sz="2200" dirty="0"/>
          </a:p>
        </p:txBody>
      </p:sp>
      <p:sp>
        <p:nvSpPr>
          <p:cNvPr id="6" name="mdpr:1-3-0466ef:body:block-20-chunk-1"/>
          <p:cNvSpPr txBox="1"/>
          <p:nvPr/>
        </p:nvSpPr>
        <p:spPr>
          <a:xfrm>
            <a:off x="987552" y="39166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068207:item-1:block-20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7" name="mdpr:2-3-068207:item-2:block-20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8" name="mdpr:2-3-068207:item-3:block-20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3035808"/>
            <a:ext cx="10652760" cy="1572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3035808"/>
            <a:ext cx="10652760" cy="15727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3182112"/>
            <a:ext cx="10323576" cy="12801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6" name="mdpr:1-3-4b2f30:item-1:block-23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7" name="mdpr:1-3-4b2f30:item-2:block-23-chunk-1"/>
          <p:cNvSpPr txBox="1"/>
          <p:nvPr/>
        </p:nvSpPr>
        <p:spPr>
          <a:xfrm>
            <a:off x="456285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8" name="mdpr:1-3-4b2f30:item-3:block-23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3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4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2560320"/>
            <a:ext cx="10652760" cy="25054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2560320"/>
            <a:ext cx="10652760" cy="250545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2706624"/>
            <a:ext cx="10323576" cy="2212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3" name="mdpr:example-decks-from-mdpr-1f8782:left:block-26-block-26-block-26"/>
          <p:cNvSpPr txBox="1"/>
          <p:nvPr/>
        </p:nvSpPr>
        <p:spPr>
          <a:xfrm>
            <a:off x="896112" y="1463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4" name="mdpr:example-decks-from-mdpr-1f8782:left:block-26-block-26-block-26"/>
          <p:cNvSpPr txBox="1"/>
          <p:nvPr/>
        </p:nvSpPr>
        <p:spPr>
          <a:xfrm>
            <a:off x="896112" y="2225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987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6" name="mdpr:example-decks-from-mdpr-1f8782:right:block-26-block-26"/>
          <p:cNvSpPr txBox="1"/>
          <p:nvPr/>
        </p:nvSpPr>
        <p:spPr>
          <a:xfrm>
            <a:off x="6473952" y="146304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7" name="mdpr:example-decks-from-mdpr-1f8782:right:block-26-block-26"/>
          <p:cNvSpPr txBox="1"/>
          <p:nvPr/>
        </p:nvSpPr>
        <p:spPr>
          <a:xfrm>
            <a:off x="6473952" y="256032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7e86e7:title:__title:1-3-7e86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sp>
        <p:nvSpPr>
          <p:cNvPr id="15" name="mdpr:1-3-7e86e7:item-1:block-2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 Automation Proposal</a:t>
            </a:r>
            <a:endParaRPr lang="en-US" sz="2200" dirty="0"/>
          </a:p>
        </p:txBody>
      </p:sp>
      <p:sp>
        <p:nvSpPr>
          <p:cNvPr id="16" name="mdpr:1-3-7e86e7:item-2:block-2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 Definition</a:t>
            </a:r>
            <a:endParaRPr lang="en-US" sz="2200" dirty="0"/>
          </a:p>
        </p:txBody>
      </p:sp>
      <p:sp>
        <p:nvSpPr>
          <p:cNvPr id="17" name="mdpr:1-3-7e86e7:item-3:block-2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Repetitive Work Is Growing</a:t>
            </a:r>
            <a:endParaRPr lang="en-US" sz="2200" dirty="0"/>
          </a:p>
        </p:txBody>
      </p:sp>
      <p:sp>
        <p:nvSpPr>
          <p:cNvPr id="18" name="mdpr:1-3-7e86e7:item-4:block-2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Costs Are Growing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4f52c2:title:__title:2-3-4f52c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4f52c2:item-1:block-28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3" name="mdpr:2-3-4f52c2:item-2:block-28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4" name="mdpr:2-3-4f52c2:item-3:block-28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Meeting note cleanup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9304f5:title:__title:3-3-9304f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9304f5:item-1:block-28-chunk-3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Report draft writing</a:t>
            </a:r>
            <a:endParaRPr lang="en-US" sz="2200" dirty="0"/>
          </a:p>
        </p:txBody>
      </p:sp>
      <p:sp>
        <p:nvSpPr>
          <p:cNvPr id="7" name="mdpr:3-3-9304f5:item-2:block-28-chunk-3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collection</a:t>
            </a:r>
            <a:endParaRPr lang="en-US" sz="2200" dirty="0"/>
          </a:p>
        </p:txBody>
      </p:sp>
      <p:sp>
        <p:nvSpPr>
          <p:cNvPr id="8" name="mdpr:3-3-9304f5:item-3:block-28-chunk-3"/>
          <p:cNvSpPr txBox="1"/>
          <p:nvPr/>
        </p:nvSpPr>
        <p:spPr>
          <a:xfrm>
            <a:off x="808329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location is unclear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d8deb6:title:__title:1-2-d8deb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sp>
        <p:nvSpPr>
          <p:cNvPr id="15" name="mdpr:1-2-d8deb6:item-1:block-30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 Structure Example</a:t>
            </a:r>
            <a:endParaRPr lang="en-US" sz="2200" dirty="0"/>
          </a:p>
        </p:txBody>
      </p:sp>
      <p:sp>
        <p:nvSpPr>
          <p:cNvPr id="16" name="mdpr:1-2-d8deb6:item-2:block-30-chunk-1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7" name="mdpr:1-2-d8deb6:item-3:block-30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8" name="mdpr:1-2-d8deb6:item-4:block-30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Improved Approach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103120"/>
            <a:ext cx="73152" cy="2240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520440" y="2103120"/>
            <a:ext cx="73152" cy="22402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55080" y="2103120"/>
            <a:ext cx="73152" cy="2240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89720" y="2103120"/>
            <a:ext cx="73152" cy="22402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mdpr:2-2-447582:title:__title:2-2-4475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7" name="mdpr:2-2-447582:item-1:block-30-chunk-2"/>
          <p:cNvSpPr txBox="1"/>
          <p:nvPr/>
        </p:nvSpPr>
        <p:spPr>
          <a:xfrm>
            <a:off x="905256" y="2674620"/>
            <a:ext cx="19110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Documents are written manually</a:t>
            </a:r>
            <a:endParaRPr lang="en-US" sz="2200" dirty="0"/>
          </a:p>
        </p:txBody>
      </p:sp>
      <p:sp>
        <p:nvSpPr>
          <p:cNvPr id="8" name="mdpr:2-2-447582:item-2:block-30-chunk-2"/>
          <p:cNvSpPr txBox="1"/>
          <p:nvPr/>
        </p:nvSpPr>
        <p:spPr>
          <a:xfrm>
            <a:off x="3739896" y="2842260"/>
            <a:ext cx="19110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 varies by person</a:t>
            </a:r>
            <a:endParaRPr lang="en-US" sz="2200" dirty="0"/>
          </a:p>
        </p:txBody>
      </p:sp>
      <p:sp>
        <p:nvSpPr>
          <p:cNvPr id="9" name="mdpr:2-2-447582:item-3:block-30-chunk-2"/>
          <p:cNvSpPr txBox="1"/>
          <p:nvPr/>
        </p:nvSpPr>
        <p:spPr>
          <a:xfrm>
            <a:off x="6574536" y="2842260"/>
            <a:ext cx="19110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is difficult</a:t>
            </a:r>
            <a:endParaRPr lang="en-US" sz="2200" dirty="0"/>
          </a:p>
        </p:txBody>
      </p:sp>
      <p:sp>
        <p:nvSpPr>
          <p:cNvPr id="10" name="mdpr:2-2-447582:item-4:block-30-chunk-2"/>
          <p:cNvSpPr txBox="1"/>
          <p:nvPr/>
        </p:nvSpPr>
        <p:spPr>
          <a:xfrm>
            <a:off x="9409176" y="2674620"/>
            <a:ext cx="19110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Drafts are generated automatically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6" name="mdpr:2-2-a2c94a:item-1:block-32-chunk-2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structure</a:t>
            </a:r>
            <a:endParaRPr lang="en-US" sz="2200" dirty="0"/>
          </a:p>
        </p:txBody>
      </p:sp>
      <p:sp>
        <p:nvSpPr>
          <p:cNvPr id="7" name="mdpr:2-2-a2c94a:item-2:block-3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layout</a:t>
            </a:r>
            <a:endParaRPr lang="en-US" sz="2200" dirty="0"/>
          </a:p>
        </p:txBody>
      </p:sp>
      <p:sp>
        <p:nvSpPr>
          <p:cNvPr id="8" name="mdpr:2-2-a2c94a:item-3:block-32-chunk-2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04241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56285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08329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98275:item-1:block-38-chunk-2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7" name="mdpr:2-3-298275:item-2:block-38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8" name="mdpr:2-3-298275:item-3:block-38-chunk-2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bec926:item-1:block-38-chunk-3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</p:txBody>
      </p:sp>
      <p:sp>
        <p:nvSpPr>
          <p:cNvPr id="7" name="mdpr:3-3-bec926:item-2:block-38-chunk-3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</p:txBody>
      </p:sp>
      <p:sp>
        <p:nvSpPr>
          <p:cNvPr id="8" name="mdpr:3-3-bec926:item-3:block-38-chunk-3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2026-07-14T05:39:05Z</dcterms:created>
  <dcterms:modified xsi:type="dcterms:W3CDTF">2026-07-14T05:39:05Z</dcterms:modified>
</cp:coreProperties>
</file>