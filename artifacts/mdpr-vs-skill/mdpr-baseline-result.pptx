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basic-deck-md-90c3cd:title:__title:example-examples-basic-deck-md-90c3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graphicFrame>
        <p:nvGraphicFramePr>
          <p:cNvPr id="23" name="mdpr:example-examples-basic-deck-md-90c3cd:table:block-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Owners manually prepare documents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Meeting notes and report 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Quality depends on individual skill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follow a consistent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and reuse are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Materials are found with semantic search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comparison-deck-md-12e155:title:__title:example-examples-comparison-deck-md-12e15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graphicFrame>
        <p:nvGraphicFramePr>
          <p:cNvPr id="24" name="mdpr:example-examples-comparison-deck-md-12e155:table:block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are written manually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varies by person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is standardized by template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is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search is available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729984" y="4495800"/>
            <a:ext cx="440740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a2c94a:item-1:block-32-chunk-2"/>
          <p:cNvSpPr txBox="1"/>
          <p:nvPr/>
        </p:nvSpPr>
        <p:spPr>
          <a:xfrm>
            <a:off x="1335024" y="216408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Split structure</a:t>
            </a:r>
            <a:endParaRPr lang="en-US" sz="2200" dirty="0"/>
          </a:p>
        </p:txBody>
      </p:sp>
      <p:sp>
        <p:nvSpPr>
          <p:cNvPr id="13" name="mdpr:2-2-a2c94a:item-2:block-32-chunk-2"/>
          <p:cNvSpPr txBox="1"/>
          <p:nvPr/>
        </p:nvSpPr>
        <p:spPr>
          <a:xfrm>
            <a:off x="1335024" y="348996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Plan layout</a:t>
            </a:r>
            <a:endParaRPr lang="en-US" sz="2200" dirty="0"/>
          </a:p>
        </p:txBody>
      </p:sp>
      <p:sp>
        <p:nvSpPr>
          <p:cNvPr id="14" name="mdpr:2-2-a2c94a:item-3:block-32-chunk-2"/>
          <p:cNvSpPr txBox="1"/>
          <p:nvPr/>
        </p:nvSpPr>
        <p:spPr>
          <a:xfrm>
            <a:off x="1335024" y="4806696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284464" y="22402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24358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76402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28446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9 distinct decoration grammars, not palette-only swaps.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readable text, bounded objects, aligned connectors, and editable PPTX output.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2026-07-14T11:33:36Z</dcterms:created>
  <dcterms:modified xsi:type="dcterms:W3CDTF">2026-07-14T11:33:36Z</dcterms:modified>
</cp:coreProperties>
</file>