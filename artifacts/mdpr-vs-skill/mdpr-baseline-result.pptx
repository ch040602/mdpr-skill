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a2c94a:item-1:block-32-chunk-2"/>
          <p:cNvSpPr txBox="1"/>
          <p:nvPr/>
        </p:nvSpPr>
        <p:spPr>
          <a:xfrm>
            <a:off x="1335024" y="216408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13" name="mdpr:2-2-a2c94a:item-2:block-32-chunk-2"/>
          <p:cNvSpPr txBox="1"/>
          <p:nvPr/>
        </p:nvSpPr>
        <p:spPr>
          <a:xfrm>
            <a:off x="1335024" y="348996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14" name="mdpr:2-2-a2c94a:item-3:block-32-chunk-2"/>
          <p:cNvSpPr txBox="1"/>
          <p:nvPr/>
        </p:nvSpPr>
        <p:spPr>
          <a:xfrm>
            <a:off x="1335024" y="4806696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2026-07-14T11:50:30Z</dcterms:created>
  <dcterms:modified xsi:type="dcterms:W3CDTF">2026-07-14T11:50:30Z</dcterms:modified>
</cp:coreProperties>
</file>