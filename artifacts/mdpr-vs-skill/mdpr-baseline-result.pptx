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image" Target="../media/image-32-7.png"/><Relationship Id="rId8" Type="http://schemas.openxmlformats.org/officeDocument/2006/relationships/image" Target="../media/image-3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7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8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9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20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21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22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23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24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25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  <p:sp>
        <p:nvSpPr>
          <p:cNvPr id="26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27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28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29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30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31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5" name="mdpr:2-2-7bfb60:toc-item-1:toc-item-15"/>
          <p:cNvSpPr txBox="1"/>
          <p:nvPr/>
        </p:nvSpPr>
        <p:spPr>
          <a:xfrm>
            <a:off x="1042416" y="2871216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Current skill output expectations</a:t>
            </a:r>
            <a:endParaRPr lang="en-US" sz="2200" dirty="0"/>
          </a:p>
        </p:txBody>
      </p:sp>
      <p:sp>
        <p:nvSpPr>
          <p:cNvPr id="6" name="mdpr:2-2-7bfb60:toc-item-2:toc-item-16"/>
          <p:cNvSpPr txBox="1"/>
          <p:nvPr/>
        </p:nvSpPr>
        <p:spPr>
          <a:xfrm>
            <a:off x="1042416" y="3913632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End state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103620" y="2802407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6103620" y="4439183"/>
            <a:ext cx="0" cy="43022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169871" y="1536192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169871" y="15361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4463" y="199796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4463" y="19979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83103" y="1664208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169871" y="3172968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69871" y="31729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4463" y="363474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4463" y="36347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83103" y="3300984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169871" y="4809744"/>
            <a:ext cx="786749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169871" y="48097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527151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5271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83103" y="4937760"/>
            <a:ext cx="6989674" cy="1069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15" name="mdpr:1-3-c49d80:item-1:block-1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2200" dirty="0"/>
          </a:p>
        </p:txBody>
      </p:sp>
      <p:sp>
        <p:nvSpPr>
          <p:cNvPr id="16" name="mdpr:1-3-c49d80:item-2:block-1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17" name="mdpr:1-3-c49d80:item-3:block-1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18" name="mdpr:1-3-c49d80:item-4:block-1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2/3)</a:t>
            </a:r>
            <a:endParaRPr lang="en-US" sz="3400" dirty="0"/>
          </a:p>
        </p:txBody>
      </p:sp>
      <p:sp>
        <p:nvSpPr>
          <p:cNvPr id="15" name="mdpr:2-3-2107ad:item-1:block-12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16" name="mdpr:2-3-2107ad:item-2:block-12-chunk-2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  <p:sp>
        <p:nvSpPr>
          <p:cNvPr id="17" name="mdpr:2-3-2107ad:item-3:block-12-chunk-2"/>
          <p:cNvSpPr txBox="1"/>
          <p:nvPr/>
        </p:nvSpPr>
        <p:spPr>
          <a:xfrm>
            <a:off x="10424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the AST into MDPR BlockIR while preserving presentation-relevant</a:t>
            </a:r>
            <a:endParaRPr lang="en-US" sz="2200" dirty="0"/>
          </a:p>
        </p:txBody>
      </p:sp>
      <p:sp>
        <p:nvSpPr>
          <p:cNvPr id="18" name="mdpr:2-3-2107ad:item-4:block-12-chunk-2"/>
          <p:cNvSpPr txBox="1"/>
          <p:nvPr/>
        </p:nvSpPr>
        <p:spPr>
          <a:xfrm>
            <a:off x="65288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Normalize Pandoc JSON into BlockIR when --parser pandoc is selected.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 (Cont. 3/3)</a:t>
            </a:r>
            <a:endParaRPr lang="en-US" sz="3400" dirty="0"/>
          </a:p>
        </p:txBody>
      </p:sp>
      <p:sp>
        <p:nvSpPr>
          <p:cNvPr id="6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5" name="mdpr:1-3-c0cf7e:item-1:block-16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2200" dirty="0"/>
          </a:p>
        </p:txBody>
      </p:sp>
      <p:sp>
        <p:nvSpPr>
          <p:cNvPr id="16" name="mdpr:1-3-c0cf7e:item-2:block-16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7" name="mdpr:1-3-c0cf7e:item-3:block-16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8" name="mdpr:1-3-c0cf7e:item-4:block-16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2/3)</a:t>
            </a:r>
            <a:endParaRPr lang="en-US" sz="3400" dirty="0"/>
          </a:p>
        </p:txBody>
      </p:sp>
      <p:sp>
        <p:nvSpPr>
          <p:cNvPr id="15" name="mdpr:2-3-500204:item-1:block-16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6" name="mdpr:2-3-500204:item-2:block-16-chunk-2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  <p:sp>
        <p:nvSpPr>
          <p:cNvPr id="17" name="mdpr:2-3-500204:item-3:block-16-chunk-2"/>
          <p:cNvSpPr txBox="1"/>
          <p:nvPr/>
        </p:nvSpPr>
        <p:spPr>
          <a:xfrm>
            <a:off x="10424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the first pipeline diagram in source order as the hero object.</a:t>
            </a:r>
            <a:endParaRPr lang="en-US" sz="2200" dirty="0"/>
          </a:p>
        </p:txBody>
      </p:sp>
      <p:sp>
        <p:nvSpPr>
          <p:cNvPr id="18" name="mdpr:2-3-500204:item-4:block-16-chunk-2"/>
          <p:cNvSpPr txBox="1"/>
          <p:nvPr/>
        </p:nvSpPr>
        <p:spPr>
          <a:xfrm>
            <a:off x="65288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Synthesize one *-teaser-overview bullet list from up to four source sections.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822960" y="1417320"/>
            <a:ext cx="3794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 (Cont. 3/3)</a:t>
            </a:r>
            <a:endParaRPr lang="en-US" sz="3400" dirty="0"/>
          </a:p>
        </p:txBody>
      </p:sp>
      <p:sp>
        <p:nvSpPr>
          <p:cNvPr id="6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15" name="mdpr:1-3-0466ef:item-1:block-2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2200" dirty="0"/>
          </a:p>
        </p:txBody>
      </p:sp>
      <p:sp>
        <p:nvSpPr>
          <p:cNvPr id="16" name="mdpr:1-3-0466ef:item-2:block-20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Shared Renderer Contract</a:t>
            </a:r>
            <a:endParaRPr lang="en-US" sz="2200" dirty="0"/>
          </a:p>
        </p:txBody>
      </p:sp>
      <p:sp>
        <p:nvSpPr>
          <p:cNvPr id="17" name="mdpr:1-3-0466ef:item-3:block-2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18" name="mdpr:1-3-0466ef:item-4:block-2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2/3)</a:t>
            </a:r>
            <a:endParaRPr lang="en-US" sz="3400" dirty="0"/>
          </a:p>
        </p:txBody>
      </p:sp>
      <p:sp>
        <p:nvSpPr>
          <p:cNvPr id="15" name="mdpr:2-3-068207:item-1:block-2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16" name="mdpr:2-3-068207:item-2:block-20-chunk-2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  <p:sp>
        <p:nvSpPr>
          <p:cNvPr id="17" name="mdpr:2-3-068207:item-3:block-20-chunk-2"/>
          <p:cNvSpPr txBox="1"/>
          <p:nvPr/>
        </p:nvSpPr>
        <p:spPr>
          <a:xfrm>
            <a:off x="10424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uses Layout IR slide size, regions, theme fonts, colors, z-order, and overflow policy</a:t>
            </a:r>
            <a:endParaRPr lang="en-US" sz="2200" dirty="0"/>
          </a:p>
        </p:txBody>
      </p:sp>
      <p:sp>
        <p:nvSpPr>
          <p:cNvPr id="18" name="mdpr:2-3-068207:item-4:block-20-chunk-2"/>
          <p:cNvSpPr txBox="1"/>
          <p:nvPr/>
        </p:nvSpPr>
        <p:spPr>
          <a:xfrm>
            <a:off x="6528816" y="4160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emits editable text boxes for titles, paragraphs, lists, code, and fallback text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15" name="mdpr:1-3-4b2f30:item-1:block-23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2200" dirty="0"/>
          </a:p>
        </p:txBody>
      </p:sp>
      <p:sp>
        <p:nvSpPr>
          <p:cNvPr id="16" name="mdpr:1-3-4b2f30:item-2:block-23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17" name="mdpr:1-3-4b2f30:item-3:block-23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18" name="mdpr:1-3-4b2f30:item-4:block-23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2/3)</a:t>
            </a:r>
            <a:endParaRPr lang="en-US" sz="3400" dirty="0"/>
          </a:p>
        </p:txBody>
      </p:sp>
      <p:sp>
        <p:nvSpPr>
          <p:cNvPr id="15" name="mdpr:2-3-fe6c97:item-1:block-23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6" name="mdpr:2-3-fe6c97:item-2:block-23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  <p:sp>
        <p:nvSpPr>
          <p:cNvPr id="17" name="mdpr:2-3-fe6c97:item-3:block-23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overflow</a:t>
            </a:r>
            <a:endParaRPr lang="en-US" sz="2200" dirty="0"/>
          </a:p>
        </p:txBody>
      </p:sp>
      <p:sp>
        <p:nvSpPr>
          <p:cNvPr id="18" name="mdpr:2-3-fe6c97:item-4:block-23-chunk-2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images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1417320"/>
            <a:ext cx="10652760" cy="4800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1417320"/>
            <a:ext cx="106527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606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6" name="mdpr:example-decks-from-mdpr-1f8782:left:block-26-block-26-block-26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7" name="mdpr:example-decks-from-mdpr-1f8782:left:block-26-block-26-block-26"/>
          <p:cNvSpPr txBox="1"/>
          <p:nvPr/>
        </p:nvSpPr>
        <p:spPr>
          <a:xfrm>
            <a:off x="896112" y="4130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8" name="mdpr:example-decks-from-mdpr-1f8782:right:block-26-block-26"/>
          <p:cNvSpPr txBox="1"/>
          <p:nvPr/>
        </p:nvSpPr>
        <p:spPr>
          <a:xfrm>
            <a:off x="6473952" y="2819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9" name="mdpr:example-decks-from-mdpr-1f8782:right:block-26-block-26"/>
          <p:cNvSpPr txBox="1"/>
          <p:nvPr/>
        </p:nvSpPr>
        <p:spPr>
          <a:xfrm>
            <a:off x="6473952" y="391668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15" name="mdpr:2-3-4f52c2:item-1:block-28-chunk-2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6" name="mdpr:2-3-4f52c2:item-2:block-28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7" name="mdpr:2-3-4f52c2:item-3:block-28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  <p:sp>
        <p:nvSpPr>
          <p:cNvPr id="18" name="mdpr:2-3-4f52c2:item-4:block-28-chunk-2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5" name="mdpr:3-3-9304f5:left:block-28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collection</a:t>
            </a:r>
            <a:endParaRPr lang="en-US" sz="2200" dirty="0"/>
          </a:p>
        </p:txBody>
      </p:sp>
      <p:sp>
        <p:nvSpPr>
          <p:cNvPr id="6" name="mdpr:3-3-9304f5:right:block-28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5" name="mdpr:2-2-447582:item-1:block-30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16" name="mdpr:2-2-447582:item-2:block-30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17" name="mdpr:2-2-447582:item-3:block-30-chunk-2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8" name="mdpr:2-2-447582:item-4:block-30-chunk-2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3" name="mdpr:2-2-a2c94a:item-1:block-32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4" name="mdpr:2-2-a2c94a:item-2:block-32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15" name="mdpr:2-2-a2c94a:item-3:block-32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5" name="mdpr:2-3-298275:item-1:block-38-chunk-2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6" name="mdpr:2-3-298275:item-2:block-38-chunk-2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7" name="mdpr:2-3-298275:item-3:block-38-chunk-2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  <p:sp>
        <p:nvSpPr>
          <p:cNvPr id="18" name="mdpr:2-3-298275:item-4:block-38-chunk-2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5" name="mdpr:3-3-bec926:left:block-38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6" name="mdpr:3-3-bec926:right:block-38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2026-07-13T12:53:12Z</dcterms:created>
  <dcterms:modified xsi:type="dcterms:W3CDTF">2026-07-13T12:53:12Z</dcterms:modified>
</cp:coreProperties>
</file>