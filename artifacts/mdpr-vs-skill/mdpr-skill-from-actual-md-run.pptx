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95,656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440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65,736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21,255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66,962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21,255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