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 + ADR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104,627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32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344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5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71,930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24,032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 + ADR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73,156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24,032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