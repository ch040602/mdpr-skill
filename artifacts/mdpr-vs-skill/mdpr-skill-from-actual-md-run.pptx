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129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184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93,383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442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63,463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21,255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129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64,689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21,255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