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98,301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389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67,337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22,299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68,563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22,299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