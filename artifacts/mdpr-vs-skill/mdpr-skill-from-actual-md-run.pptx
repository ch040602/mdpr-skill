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100,214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32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344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5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68,805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22,744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70,031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22,744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