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4E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D8A71D"/>
          </a:solidFill>
          <a:ln w="12700">
            <a:solidFill>
              <a:srgbClr val="D8A71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99D8"/>
          </a:solidFill>
          <a:ln w="12700">
            <a:solidFill>
              <a:srgbClr val="1D99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A71D"/>
          </a:solidFill>
          <a:ln w="12700">
            <a:solidFill>
              <a:srgbClr val="D8A71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Runtime Boundary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D8A71D"/>
          </a:solidFill>
          <a:ln w="12700">
            <a:solidFill>
              <a:srgbClr val="D8A71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99D8"/>
          </a:solidFill>
          <a:ln w="12700">
            <a:solidFill>
              <a:srgbClr val="1D99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Ownership Is Explicit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System Propagates Through PPTX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And Text Coherence Is Measured Before Rendering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Deterministic Pipeline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Practical Outcome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D8A71D"/>
          </a:solidFill>
          <a:ln w="12700">
            <a:solidFill>
              <a:srgbClr val="D8A71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99D8"/>
          </a:solidFill>
          <a:ln w="12700">
            <a:solidFill>
              <a:srgbClr val="1D99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BFCFD"/>
          </a:solidFill>
          <a:ln w="12700">
            <a:solidFill>
              <a:srgbClr val="BDCAE0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Ownership Is Explicit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may suggest semantic hints, but MDPR owns every final visual decision.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Runtime owner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MDPR parses Markdown, splits slides, plans layout, renders editable PPTX, and validates overflow.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Hint owner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mdpr-skill may suggest intent, grouping, importance, or ambiguity notes.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Forbidden hints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coordinates, colors, z-order, typography, shape variants, effects, and renderer objects.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D8A71D"/>
          </a:solidFill>
          <a:ln w="12700">
            <a:solidFill>
              <a:srgbClr val="D8A71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99D8"/>
          </a:solidFill>
          <a:ln w="12700">
            <a:solidFill>
              <a:srgbClr val="1D99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System Propagates Through PPTX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Target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MDPR-owned behavior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Apply active design preset and color combination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Accents stay coherent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 preset header fill, border, and readable minimum font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Cells remain aligned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Expose chart color tokens from the same palette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Future chart renderer inherits theme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PowerPoint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Write `accent1` through `accent6` into document theme XML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User edits keep palette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D8A71D"/>
          </a:solidFill>
          <a:ln w="12700">
            <a:solidFill>
              <a:srgbClr val="D8A71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99D8"/>
          </a:solidFill>
          <a:ln w="12700">
            <a:solidFill>
              <a:srgbClr val="1D99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And Text Coherence Is Measured Before Rendering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with long spaces and tabs normalizes before layout validation. Table rows carry validation text, so dense tables are measured instead of treated as empty regions.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D8A71D"/>
          </a:solidFill>
          <a:ln w="12700">
            <a:solidFill>
              <a:srgbClr val="D8A71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99D8"/>
          </a:solidFill>
          <a:ln w="12700">
            <a:solidFill>
              <a:srgbClr val="1D99D8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Deterministic Pipeline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2939796"/>
            <a:ext cx="310896" cy="31089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" y="29397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638044"/>
            <a:ext cx="2648712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50664" y="2939796"/>
            <a:ext cx="310896" cy="31089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50664" y="29397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07864" y="2638044"/>
            <a:ext cx="2648712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96656" y="2939796"/>
            <a:ext cx="310896" cy="31089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96656" y="29397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753856" y="2638044"/>
            <a:ext cx="2648712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optional semantic hints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4421124"/>
            <a:ext cx="310896" cy="31089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44211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53856" y="4119372"/>
            <a:ext cx="2648712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50664" y="4421124"/>
            <a:ext cx="310896" cy="31089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50664" y="44211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007864" y="4119372"/>
            <a:ext cx="2648712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theme colors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4672" y="4421124"/>
            <a:ext cx="310896" cy="31089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" y="44211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261872" y="4119372"/>
            <a:ext cx="2648712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QA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047744" y="3095244"/>
            <a:ext cx="365760" cy="0"/>
          </a:xfrm>
          <a:prstGeom prst="line">
            <a:avLst/>
          </a:prstGeom>
          <a:noFill/>
          <a:ln w="12700">
            <a:solidFill>
              <a:srgbClr val="1D99D8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793736" y="3095244"/>
            <a:ext cx="365760" cy="0"/>
          </a:xfrm>
          <a:prstGeom prst="line">
            <a:avLst/>
          </a:prstGeom>
          <a:noFill/>
          <a:ln w="12700">
            <a:solidFill>
              <a:srgbClr val="1D99D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849612" y="3653028"/>
            <a:ext cx="0" cy="365760"/>
          </a:xfrm>
          <a:prstGeom prst="line">
            <a:avLst/>
          </a:prstGeom>
          <a:noFill/>
          <a:ln w="12700">
            <a:solidFill>
              <a:srgbClr val="1D99D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793736" y="4576572"/>
            <a:ext cx="365760" cy="0"/>
          </a:xfrm>
          <a:prstGeom prst="line">
            <a:avLst/>
          </a:prstGeom>
          <a:noFill/>
          <a:ln w="12700">
            <a:solidFill>
              <a:srgbClr val="1D99D8"/>
            </a:solidFill>
            <a:prstDash val="solid"/>
            <a:headEnd type="triangle"/>
          </a:ln>
        </p:spPr>
      </p:sp>
      <p:sp>
        <p:nvSpPr>
          <p:cNvPr id="40" name="Shape 38"/>
          <p:cNvSpPr/>
          <p:nvPr/>
        </p:nvSpPr>
        <p:spPr>
          <a:xfrm>
            <a:off x="4047744" y="4576572"/>
            <a:ext cx="365760" cy="0"/>
          </a:xfrm>
          <a:prstGeom prst="line">
            <a:avLst/>
          </a:prstGeom>
          <a:noFill/>
          <a:ln w="12700">
            <a:solidFill>
              <a:srgbClr val="1D99D8"/>
            </a:solidFill>
            <a:prstDash val="solid"/>
            <a:headEnd type="triangle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D8A71D"/>
          </a:solidFill>
          <a:ln w="12700">
            <a:solidFill>
              <a:srgbClr val="D8A71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99D8"/>
          </a:solidFill>
          <a:ln w="12700">
            <a:solidFill>
              <a:srgbClr val="1D99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Practical Outcome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after version is not an LLM-rendered deck. It is the same MDPR renderer receiving clearer semantic structure, which should produce stronger slide intent, cleaner grouping, and more readable proof objects.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F172A"/>
      </a:dk1>
      <a:lt1>
        <a:srgbClr val="F8FAFC"/>
      </a:lt1>
      <a:dk2>
        <a:srgbClr val="334155"/>
      </a:dk2>
      <a:lt2>
        <a:srgbClr val="FBFCFD"/>
      </a:lt2>
      <a:accent1>
        <a:srgbClr val="1D4ED8"/>
      </a:accent1>
      <a:accent2>
        <a:srgbClr val="D8A71D"/>
      </a:accent2>
      <a:accent3>
        <a:srgbClr val="1D99D8"/>
      </a:accent3>
      <a:accent4>
        <a:srgbClr val="371DD8"/>
      </a:accent4>
      <a:accent5>
        <a:srgbClr val="E3C05C"/>
      </a:accent5>
      <a:accent6>
        <a:srgbClr val="BDCAE0"/>
      </a:accent6>
      <a:hlink>
        <a:srgbClr val="1D4ED8"/>
      </a:hlink>
      <a:folHlink>
        <a:srgbClr val="D8A71D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Runtime Boundary</dc:title>
  <dc:subject>Generated from Markdown through Presentation IR and Layout IR</dc:subject>
  <dc:creator>mdpresent</dc:creator>
  <cp:lastModifiedBy>mdpresent</cp:lastModifiedBy>
  <cp:revision>1</cp:revision>
  <dcterms:created xsi:type="dcterms:W3CDTF">2026-06-19T14:17:38Z</dcterms:created>
  <dcterms:modified xsi:type="dcterms:W3CDTF">2026-06-19T14:17:38Z</dcterms:modified>
</cp:coreProperties>
</file>