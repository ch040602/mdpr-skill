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Elements</c:v>
                  </c:pt>
                  <c:pt idx="1">
                    <c:v>Tables</c:v>
                  </c:pt>
                  <c:pt idx="2">
                    <c:v>Charts</c:v>
                  </c:pt>
                  <c:pt idx="3">
                    <c:v>Theme XML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D8A7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Elements</c:v>
                  </c:pt>
                  <c:pt idx="1">
                    <c:v>Tables</c:v>
                  </c:pt>
                  <c:pt idx="2">
                    <c:v>Charts</c:v>
                  </c:pt>
                  <c:pt idx="3">
                    <c:v>Theme XML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DCA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Runtime Boundary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Ownership Is Explicit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 System Propagates Through PPTX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 Is Measured Before Rendering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Pipeline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Practical Outcome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FBFCFD"/>
          </a:solidFill>
          <a:ln w="12700">
            <a:solidFill>
              <a:srgbClr val="BDCAE0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Ownership Is Explicit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may suggest semantic hints, but MDPR owns every final visual decision.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Runtime owner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	MDPR parses Markdown, splits slides, plans layout, renders editable PPTX, and validates overflow.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Hint owner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	mdpr-skill may suggest intent, grouping, importance, or ambiguity notes.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Forbidden hints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	coordinates, colors, z-order, typography, shape variants, effects, and renderer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BFCFD"/>
          </a:solidFill>
          <a:ln w="12700">
            <a:solidFill>
              <a:srgbClr val="BDCAE0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BFCFD"/>
          </a:solidFill>
          <a:ln w="12700">
            <a:solidFill>
              <a:srgbClr val="BDCAE0">
                <a:alpha val="9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 System Propagates Through PPTX</a:t>
            </a:r>
            <a:endParaRPr lang="en-US" sz="3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5998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Target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MDPR-owned behavior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Elements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Apply active design preset and color combination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Accents stay coherent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 preset header fill, border, and readable minimum font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remain aligned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 native PowerPoint charts from theme chart tokens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 series inherit the active harmony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PowerPoint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Write `accent1` through `accent6` into document theme XML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 edits keep palette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6629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993392"/>
            <a:ext cx="2139696" cy="2139696"/>
          </a:xfrm>
          <a:prstGeom prst="roundRect">
            <a:avLst>
              <a:gd name="adj" fmla="val 3419"/>
            </a:avLst>
          </a:prstGeom>
          <a:solidFill>
            <a:srgbClr val="FBFCFD"/>
          </a:solidFill>
          <a:ln w="12700">
            <a:solidFill>
              <a:srgbClr val="BDCAE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11601" y="2464125"/>
            <a:ext cx="575150" cy="742902"/>
          </a:xfrm>
          <a:prstGeom prst="roundRect">
            <a:avLst>
              <a:gd name="adj" fmla="val 635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5389" y="2655842"/>
            <a:ext cx="299557" cy="41938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55389" y="2811612"/>
            <a:ext cx="299557" cy="41938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5389" y="2967382"/>
            <a:ext cx="299557" cy="41938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72768"/>
            <a:ext cx="6629400" cy="3310128"/>
          </a:xfrm>
          <a:prstGeom prst="roundRect">
            <a:avLst>
              <a:gd name="adj" fmla="val 1657"/>
            </a:avLst>
          </a:prstGeom>
          <a:solidFill>
            <a:srgbClr val="FBFCFD"/>
          </a:solidFill>
          <a:ln w="12700">
            <a:solidFill>
              <a:srgbClr val="BDCAE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 Is Measured Before Rendering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773936"/>
            <a:ext cx="6044184" cy="29077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with long spaces and tabs normalizes before layout validation. Table rows carry validation text, so dense tables are measured instead of treated as empty regions.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Pipeline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 IR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optional semantic hints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IR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theme colors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QA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47744" y="3095244"/>
            <a:ext cx="365760" cy="0"/>
          </a:xfrm>
          <a:prstGeom prst="line">
            <a:avLst/>
          </a:prstGeom>
          <a:noFill/>
          <a:ln w="12700">
            <a:solidFill>
              <a:srgbClr val="1D99D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93736" y="3095244"/>
            <a:ext cx="365760" cy="0"/>
          </a:xfrm>
          <a:prstGeom prst="line">
            <a:avLst/>
          </a:prstGeom>
          <a:noFill/>
          <a:ln w="12700">
            <a:solidFill>
              <a:srgbClr val="1D99D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49612" y="3653028"/>
            <a:ext cx="0" cy="365760"/>
          </a:xfrm>
          <a:prstGeom prst="line">
            <a:avLst/>
          </a:prstGeom>
          <a:noFill/>
          <a:ln w="12700">
            <a:solidFill>
              <a:srgbClr val="1D99D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93736" y="4576572"/>
            <a:ext cx="365760" cy="0"/>
          </a:xfrm>
          <a:prstGeom prst="line">
            <a:avLst/>
          </a:prstGeom>
          <a:noFill/>
          <a:ln w="12700">
            <a:solidFill>
              <a:srgbClr val="1D99D8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4047744" y="4576572"/>
            <a:ext cx="365760" cy="0"/>
          </a:xfrm>
          <a:prstGeom prst="line">
            <a:avLst/>
          </a:prstGeom>
          <a:noFill/>
          <a:ln w="12700">
            <a:solidFill>
              <a:srgbClr val="1D99D8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D8A71D"/>
          </a:solidFill>
          <a:ln w="12700">
            <a:solidFill>
              <a:srgbClr val="D8A71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99D8"/>
          </a:solidFill>
          <a:ln w="12700">
            <a:solidFill>
              <a:srgbClr val="1D99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6629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993392"/>
            <a:ext cx="2139696" cy="2139696"/>
          </a:xfrm>
          <a:prstGeom prst="roundRect">
            <a:avLst>
              <a:gd name="adj" fmla="val 3419"/>
            </a:avLst>
          </a:prstGeom>
          <a:solidFill>
            <a:srgbClr val="FBFCFD"/>
          </a:solidFill>
          <a:ln w="12700">
            <a:solidFill>
              <a:srgbClr val="BDCAE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11601" y="2464125"/>
            <a:ext cx="575150" cy="742902"/>
          </a:xfrm>
          <a:prstGeom prst="roundRect">
            <a:avLst>
              <a:gd name="adj" fmla="val 635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5389" y="2655842"/>
            <a:ext cx="299557" cy="41938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55389" y="2811612"/>
            <a:ext cx="299557" cy="41938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55389" y="2967382"/>
            <a:ext cx="299557" cy="41938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572768"/>
            <a:ext cx="6629400" cy="3310128"/>
          </a:xfrm>
          <a:prstGeom prst="roundRect">
            <a:avLst>
              <a:gd name="adj" fmla="val 1657"/>
            </a:avLst>
          </a:prstGeom>
          <a:solidFill>
            <a:srgbClr val="FBFCFD"/>
          </a:solidFill>
          <a:ln w="12700">
            <a:solidFill>
              <a:srgbClr val="BDCAE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Practical Outcome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773936"/>
            <a:ext cx="6044184" cy="29077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after version is not an LLM-rendered deck. It is the same MDPR renderer receiving clearer semantic structure, which should produce stronger slide intent, cleaner grouping, and more readable proof objects.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334155"/>
      </a:dk2>
      <a:lt2>
        <a:srgbClr val="FBFCFD"/>
      </a:lt2>
      <a:accent1>
        <a:srgbClr val="1D4ED8"/>
      </a:accent1>
      <a:accent2>
        <a:srgbClr val="D8A71D"/>
      </a:accent2>
      <a:accent3>
        <a:srgbClr val="1D99D8"/>
      </a:accent3>
      <a:accent4>
        <a:srgbClr val="371DD8"/>
      </a:accent4>
      <a:accent5>
        <a:srgbClr val="E3C05C"/>
      </a:accent5>
      <a:accent6>
        <a:srgbClr val="BDCAE0"/>
      </a:accent6>
      <a:hlink>
        <a:srgbClr val="1D4ED8"/>
      </a:hlink>
      <a:folHlink>
        <a:srgbClr val="D8A71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Runtime Boundary</dc:title>
  <dc:subject>Generated from Markdown through Presentation IR and Layout IR</dc:subject>
  <dc:creator>mdpresent</dc:creator>
  <cp:lastModifiedBy>mdpresent</cp:lastModifiedBy>
  <cp:revision>1</cp:revision>
  <dcterms:created xsi:type="dcterms:W3CDTF">2026-06-19T14:46:01Z</dcterms:created>
  <dcterms:modified xsi:type="dcterms:W3CDTF">2026-06-19T14:46:01Z</dcterms:modified>
</cp:coreProperties>
</file>