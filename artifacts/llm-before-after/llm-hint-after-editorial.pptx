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53"/>
          </a:solidFill>
          <a:ln w="12700">
            <a:solidFill>
              <a:srgbClr val="09B45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309B4"/>
          </a:solidFill>
          <a:ln w="12700">
            <a:solidFill>
              <a:srgbClr val="5309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9B453">
              <a:alpha val="92000"/>
            </a:srgbClr>
          </a:solidFill>
          <a:ln w="12700">
            <a:solidFill>
              <a:srgbClr val="09B45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Runtime Boundary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53"/>
          </a:solidFill>
          <a:ln w="12700">
            <a:solidFill>
              <a:srgbClr val="09B45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309B4"/>
          </a:solidFill>
          <a:ln w="12700">
            <a:solidFill>
              <a:srgbClr val="5309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Ownership Is Explicit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 System Propagates Through PPTX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 Is Measured Before Rendering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Pipeline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Practical Outcome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53"/>
          </a:solidFill>
          <a:ln w="12700">
            <a:solidFill>
              <a:srgbClr val="09B45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309B4"/>
          </a:solidFill>
          <a:ln w="12700">
            <a:solidFill>
              <a:srgbClr val="5309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17320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FBF7F2"/>
          </a:solidFill>
          <a:ln w="12700">
            <a:solidFill>
              <a:srgbClr val="E3CDBA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Ownership Is Explicit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may suggest semantic hints, but MDPR owns every final visual decision.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Runtime owner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	MDPR parses Markdown, splits slides, plans layout, renders editable PPTX, and validates overflow.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Hint owner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	mdpr-skill may suggest intent, grouping, importance, or ambiguity notes.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Forbidden hints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	coordinates, colors, z-order, typography, shape variants, effects, and renderer objects.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53"/>
          </a:solidFill>
          <a:ln w="12700">
            <a:solidFill>
              <a:srgbClr val="09B45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309B4"/>
          </a:solidFill>
          <a:ln w="12700">
            <a:solidFill>
              <a:srgbClr val="5309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 System Propagates Through PPTX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Target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MDPR-owned behavior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Elements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Apply active design preset and color combination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Accents stay coherent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 preset header fill, border, and readable minimum font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remain aligned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Expose chart color tokens from the same palette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Future chart renderer inherits theme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PowerPoint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Write `accent1` through `accent6` into document theme XML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 edits keep palette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53"/>
          </a:solidFill>
          <a:ln w="12700">
            <a:solidFill>
              <a:srgbClr val="09B45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309B4"/>
          </a:solidFill>
          <a:ln w="12700">
            <a:solidFill>
              <a:srgbClr val="5309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 Is Measured Before Rendering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with long spaces and tabs normalizes before layout validation. Table rows carry validation text, so dense tables are measured instead of treated as empty regions.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53"/>
          </a:solidFill>
          <a:ln w="12700">
            <a:solidFill>
              <a:srgbClr val="09B45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309B4"/>
          </a:solidFill>
          <a:ln w="12700">
            <a:solidFill>
              <a:srgbClr val="5309B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Pipeline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7F2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939796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939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38044"/>
            <a:ext cx="2648712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7F2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0664" y="2939796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0664" y="2939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07864" y="2638044"/>
            <a:ext cx="2648712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 IR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7F2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6656" y="2939796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6656" y="2939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53856" y="2638044"/>
            <a:ext cx="2648712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optional semantic hints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7F2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4421124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44211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753856" y="4119372"/>
            <a:ext cx="2648712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IR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7F2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0664" y="4421124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50664" y="44211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07864" y="4119372"/>
            <a:ext cx="2648712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theme colors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7F2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4421124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44211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261872" y="4119372"/>
            <a:ext cx="2648712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QA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047744" y="3095244"/>
            <a:ext cx="365760" cy="0"/>
          </a:xfrm>
          <a:prstGeom prst="line">
            <a:avLst/>
          </a:prstGeom>
          <a:noFill/>
          <a:ln w="12700">
            <a:solidFill>
              <a:srgbClr val="5309B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93736" y="3095244"/>
            <a:ext cx="365760" cy="0"/>
          </a:xfrm>
          <a:prstGeom prst="line">
            <a:avLst/>
          </a:prstGeom>
          <a:noFill/>
          <a:ln w="12700">
            <a:solidFill>
              <a:srgbClr val="5309B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849612" y="3653028"/>
            <a:ext cx="0" cy="365760"/>
          </a:xfrm>
          <a:prstGeom prst="line">
            <a:avLst/>
          </a:prstGeom>
          <a:noFill/>
          <a:ln w="12700">
            <a:solidFill>
              <a:srgbClr val="5309B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793736" y="4576572"/>
            <a:ext cx="365760" cy="0"/>
          </a:xfrm>
          <a:prstGeom prst="line">
            <a:avLst/>
          </a:prstGeom>
          <a:noFill/>
          <a:ln w="12700">
            <a:solidFill>
              <a:srgbClr val="5309B4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4047744" y="4576572"/>
            <a:ext cx="365760" cy="0"/>
          </a:xfrm>
          <a:prstGeom prst="line">
            <a:avLst/>
          </a:prstGeom>
          <a:noFill/>
          <a:ln w="12700">
            <a:solidFill>
              <a:srgbClr val="5309B4"/>
            </a:solidFill>
            <a:prstDash val="solid"/>
            <a:head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09B453"/>
          </a:solidFill>
          <a:ln w="12700">
            <a:solidFill>
              <a:srgbClr val="09B45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309B4"/>
          </a:solidFill>
          <a:ln w="12700">
            <a:solidFill>
              <a:srgbClr val="5309B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Practical Outcome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after version is not an LLM-rendered deck. It is the same MDPR renderer receiving clearer semantic structure, which should produce stronger slide intent, cleaner grouping, and more readable proof objects.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7F3EF"/>
      </a:lt1>
      <a:dk2>
        <a:srgbClr val="57534E"/>
      </a:dk2>
      <a:lt2>
        <a:srgbClr val="FBF7F2"/>
      </a:lt2>
      <a:accent1>
        <a:srgbClr val="B45309"/>
      </a:accent1>
      <a:accent2>
        <a:srgbClr val="09B453"/>
      </a:accent2>
      <a:accent3>
        <a:srgbClr val="5309B4"/>
      </a:accent3>
      <a:accent4>
        <a:srgbClr val="4EC983"/>
      </a:accent4>
      <a:accent5>
        <a:srgbClr val="834EC9"/>
      </a:accent5>
      <a:accent6>
        <a:srgbClr val="E3CDBA"/>
      </a:accent6>
      <a:hlink>
        <a:srgbClr val="B45309"/>
      </a:hlink>
      <a:folHlink>
        <a:srgbClr val="09B453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Runtime Boundary</dc:title>
  <dc:subject>Generated from Markdown through Presentation IR and Layout IR</dc:subject>
  <dc:creator>mdpresent</dc:creator>
  <cp:lastModifiedBy>mdpresent</cp:lastModifiedBy>
  <cp:revision>1</cp:revision>
  <dcterms:created xsi:type="dcterms:W3CDTF">2026-06-19T14:17:38Z</dcterms:created>
  <dcterms:modified xsi:type="dcterms:W3CDTF">2026-06-19T14:17:38Z</dcterms:modified>
</cp:coreProperties>
</file>