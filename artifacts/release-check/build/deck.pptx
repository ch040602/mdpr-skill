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453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FCD34D">
              <a:alpha val="92000"/>
            </a:srgbClr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559552"/>
            <a:ext cx="374904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Skill Release Check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84988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Scope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27660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Verified Conditions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70332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Evidence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13004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Scope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89354" y="2209800"/>
            <a:ext cx="3961638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owns the runtime.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7F3EF"/>
          </a:solidFill>
          <a:ln w="12700">
            <a:solidFill>
              <a:srgbClr val="F7F3E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5754" y="2042160"/>
            <a:ext cx="3961638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mdpr-skill is a thin Codex skill wrapper around MDPR.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689354" y="4160520"/>
            <a:ext cx="3961638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skill may prepare compact semantic hints and review artifacts.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75754" y="3992880"/>
            <a:ext cx="3961638" cy="143256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skill does not choose coordinates, colors, typography, shapes, z-order, arrows, or renderer objects.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Verified Conditions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89354" y="1706880"/>
            <a:ext cx="3961638" cy="143256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PPTX output uses PowerPoint text, shapes, tables, charts, and connectors.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7F3EF"/>
          </a:solidFill>
          <a:ln w="12700">
            <a:solidFill>
              <a:srgbClr val="F7F3E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5754" y="1874520"/>
            <a:ext cx="3961638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teaser PPTX contains no embedded SVG or flattened picture.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689354" y="3913632"/>
            <a:ext cx="3961638" cy="176784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boxes use middle alignment for cards, callouts, table cells, row labels, badges, and marker glyphs.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75754" y="3913632"/>
            <a:ext cx="3961638" cy="21031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Circle, rounded badge, number marker, alphabet marker, and icon marker glyphs are horizontally and vertically centered in their container.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Verified Conditions (Cont. 2/5)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89354" y="1874520"/>
            <a:ext cx="3961638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Adjacent marker text aligns to marker midpoint on the vertical axis.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7F3EF"/>
          </a:solidFill>
          <a:ln w="12700">
            <a:solidFill>
              <a:srgbClr val="F7F3E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5754" y="2042160"/>
            <a:ext cx="3961638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Graphs and diagrams stay on a single slide.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689354" y="4160520"/>
            <a:ext cx="3961638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Straight connectors are used when endpoints share an axis.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75754" y="4160520"/>
            <a:ext cx="3961638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Elbow connectors use 90 degree segments when endpoints are offset.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Verified Conditions (Cont. 3/5)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89354" y="1874520"/>
            <a:ext cx="3961638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Same-role arrows share color, weight, and dash style.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7F3EF"/>
          </a:solidFill>
          <a:ln w="12700">
            <a:solidFill>
              <a:srgbClr val="F7F3E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5754" y="2042160"/>
            <a:ext cx="3961638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colors follow Adobe Color Wheel harmony rules.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689354" y="4160520"/>
            <a:ext cx="3961638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PowerPoint document theme colors are populated from MDPR theme slots.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75754" y="4160520"/>
            <a:ext cx="3961638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text is vertically centered with readable margins.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Verified Conditions (Cont. 4/5)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89354" y="1874520"/>
            <a:ext cx="3961638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Long spaces and hard tabs are normalized before rendering.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7F3EF"/>
          </a:solidFill>
          <a:ln w="12700">
            <a:solidFill>
              <a:srgbClr val="F7F3E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5754" y="2042160"/>
            <a:ext cx="3961638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Minimum readable PPTX text size is enforced.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689354" y="4328160"/>
            <a:ext cx="3961638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Text-only slides may use one small monotone icon aside.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75754" y="4328160"/>
            <a:ext cx="3961638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Icons do not fill empty space as large decoration.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Verified Conditions (Cont. 5/5)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PPT BIZCAM-derived object rules are structural references only.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3200400"/>
            <a:ext cx="479145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Original downloaded PPT files remain in .cache, not in the repository.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Evidence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teaser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docs/assets/pipeline-overview.pptx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7F3EF"/>
          </a:solidFill>
          <a:ln w="12700">
            <a:solidFill>
              <a:srgbClr val="F7F3E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report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docs/assets/pipeline-overview-report.json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pipeline artifact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artifacts/final-pipeline-overview/mdpr-pipeline-final.pptx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vs skill report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artifacts/mdpr-vs-skill/mdpr-vs-skill-report.json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Evidence (Cont. 2/2)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PPT BIZCAM recursive report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artifacts/pptbizcam-analysis/pptbizcam-recursive-object-rules.json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Object catalog deck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artifacts/intro-decks/element-catalog/deck.pptx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17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560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703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FFBF5"/>
          </a:solidFill>
          <a:ln w="12700">
            <a:solidFill>
              <a:srgbClr val="E7D8C9">
                <a:alpha val="9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3957" y="1820322"/>
            <a:ext cx="44769" cy="44769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99019" y="1820322"/>
            <a:ext cx="44769" cy="44769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84080" y="1820322"/>
            <a:ext cx="44769" cy="44769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8726" y="1840468"/>
            <a:ext cx="49246" cy="10073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43788" y="1840468"/>
            <a:ext cx="49246" cy="10073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82496" y="1638300"/>
            <a:ext cx="927201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release check is written as bullet-style Markdown.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1240819" y="2896168"/>
            <a:ext cx="170122" cy="188030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100000">
            <a:off x="1314688" y="2945414"/>
            <a:ext cx="24623" cy="85061"/>
          </a:xfrm>
          <a:prstGeom prst="rect">
            <a:avLst/>
          </a:prstGeom>
          <a:solidFill>
            <a:srgbClr val="F7F3EF"/>
          </a:solidFill>
          <a:ln w="12700">
            <a:solidFill>
              <a:srgbClr val="F7F3E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82496" y="2651760"/>
            <a:ext cx="927201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rendered release deck must keep all visible text at or above the readable font floor.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76634" y="4025737"/>
            <a:ext cx="71630" cy="71630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25150" y="4126468"/>
            <a:ext cx="44769" cy="44769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52741" y="4148852"/>
            <a:ext cx="49246" cy="49246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682496" y="3924300"/>
            <a:ext cx="927201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rendered release deck must pass PowerPoint export validation.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2937"/>
      </a:dk1>
      <a:lt1>
        <a:srgbClr val="F7F3EF"/>
      </a:lt1>
      <a:dk2>
        <a:srgbClr val="57534E"/>
      </a:dk2>
      <a:lt2>
        <a:srgbClr val="FFFBF5"/>
      </a:lt2>
      <a:accent1>
        <a:srgbClr val="B45309"/>
      </a:accent1>
      <a:accent2>
        <a:srgbClr val="FCD34D"/>
      </a:accent2>
      <a:accent3>
        <a:srgbClr val="B45309"/>
      </a:accent3>
      <a:accent4>
        <a:srgbClr val="57534E"/>
      </a:accent4>
      <a:accent5>
        <a:srgbClr val="E7D8C9"/>
      </a:accent5>
      <a:accent6>
        <a:srgbClr val="1F2937"/>
      </a:accent6>
      <a:hlink>
        <a:srgbClr val="B45309"/>
      </a:hlink>
      <a:folHlink>
        <a:srgbClr val="FCD34D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Skill Release Check</dc:title>
  <dc:subject>Generated from Markdown through Presentation IR and Layout IR</dc:subject>
  <dc:creator>mdpresent</dc:creator>
  <cp:lastModifiedBy>mdpresent</cp:lastModifiedBy>
  <cp:revision>1</cp:revision>
  <dcterms:created xsi:type="dcterms:W3CDTF">2026-06-19T18:17:16Z</dcterms:created>
  <dcterms:modified xsi:type="dcterms:W3CDTF">2026-06-19T18:17:16Z</dcterms:modified>
</cp:coreProperties>
</file>