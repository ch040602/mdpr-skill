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mdpr:visual-fallback-demo-d5ecf1:title:__title:visual-fallback-demo-d5ecf1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Fallback Demo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7" name="mdpr:toc-53a981:toc-item-1:toc-item-1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Trust Layer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DBEAFE">
              <a:alpha val="80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mdpr:trust-layer-48cf3d:title:__title:trust-layer-48cf3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Trust Layer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trust-layer-48cf3d:item-1:block-4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checks must be visible enough for executives to understand.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trust-layer-48cf3d:item-2:block-4"/>
          <p:cNvSpPr txBox="1"/>
          <p:nvPr/>
        </p:nvSpPr>
        <p:spPr>
          <a:xfrm>
            <a:off x="1699321" y="348996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Provenance should be connected to the main claim.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trust-layer-48cf3d:item-3:block-4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evidence should not become decoration.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FFFFF"/>
      </a:lt2>
      <a:accent1>
        <a:srgbClr val="2563EB"/>
      </a:accent1>
      <a:accent2>
        <a:srgbClr val="DBEAFE"/>
      </a:accent2>
      <a:accent3>
        <a:srgbClr val="2563EB"/>
      </a:accent3>
      <a:accent4>
        <a:srgbClr val="475569"/>
      </a:accent4>
      <a:accent5>
        <a:srgbClr val="E2E8F0"/>
      </a:accent5>
      <a:accent6>
        <a:srgbClr val="111827"/>
      </a:accent6>
      <a:hlink>
        <a:srgbClr val="2563EB"/>
      </a:hlink>
      <a:folHlink>
        <a:srgbClr val="DBEA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Fallback Demo</dc:title>
  <dc:subject>Generated from Markdown through Presentation IR and Layout IR</dc:subject>
  <dc:creator>mdpresent</dc:creator>
  <cp:lastModifiedBy>mdpresent</cp:lastModifiedBy>
  <cp:revision>1</cp:revision>
  <dcterms:created xsi:type="dcterms:W3CDTF">2026-06-29T12:09:57Z</dcterms:created>
  <dcterms:modified xsi:type="dcterms:W3CDTF">2026-06-29T12:09:57Z</dcterms:modified>
</cp:coreProperties>
</file>