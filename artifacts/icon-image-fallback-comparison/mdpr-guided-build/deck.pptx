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image" Target="../media/image-3-9.png"/><Relationship Id="rId10" Type="http://schemas.openxmlformats.org/officeDocument/2006/relationships/image" Target="../media/image-3-10.svg"/><Relationship Id="rId11" Type="http://schemas.openxmlformats.org/officeDocument/2006/relationships/image" Target="../media/image-3-11.png"/><Relationship Id="rId12" Type="http://schemas.openxmlformats.org/officeDocument/2006/relationships/image" Target="../media/image-3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56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57055" y="6528816"/>
            <a:ext cx="2148840" cy="73152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mdpr:visual-fallback-demo-d5ecf1:title:__title:visual-fallback-demo-d5ecf1"/>
          <p:cNvSpPr txBox="1"/>
          <p:nvPr/>
        </p:nvSpPr>
        <p:spPr>
          <a:xfrm>
            <a:off x="914400" y="2057400"/>
            <a:ext cx="10332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Visual Fallback Demo</a:t>
            </a:r>
            <a:endParaRPr lang="en-US" sz="4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3099816"/>
            <a:ext cx="1051560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4288536"/>
            <a:ext cx="2011680" cy="4572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3300984"/>
            <a:ext cx="73152" cy="8412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6" name="mdpr:toc-53a981:title:__title:toc-53a981"/>
          <p:cNvSpPr txBox="1"/>
          <p:nvPr/>
        </p:nvSpPr>
        <p:spPr>
          <a:xfrm>
            <a:off x="731520" y="384048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Agenda</a:t>
            </a:r>
            <a:endParaRPr lang="en-US" sz="3800" dirty="0"/>
          </a:p>
        </p:txBody>
      </p:sp>
      <p:sp>
        <p:nvSpPr>
          <p:cNvPr id="7" name="mdpr:toc-53a981:toc-item-1:toc-item-1"/>
          <p:cNvSpPr txBox="1"/>
          <p:nvPr/>
        </p:nvSpPr>
        <p:spPr>
          <a:xfrm>
            <a:off x="1042416" y="3392424"/>
            <a:ext cx="10094976" cy="65836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 Trust Layer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865376"/>
            <a:ext cx="10241280" cy="102412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14400" y="1865376"/>
            <a:ext cx="10241280" cy="102412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400" y="3191256"/>
            <a:ext cx="10241280" cy="102412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914400" y="3191256"/>
            <a:ext cx="10241280" cy="102412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4400" y="4507992"/>
            <a:ext cx="10241280" cy="1024128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914400" y="4507992"/>
            <a:ext cx="10241280" cy="102412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9" name="Shape 4"/>
          <p:cNvSpPr/>
          <p:nvPr/>
        </p:nvSpPr>
        <p:spPr>
          <a:xfrm>
            <a:off x="786384" y="1956816"/>
            <a:ext cx="32004" cy="3483864"/>
          </a:xfrm>
          <a:prstGeom prst="rect">
            <a:avLst/>
          </a:prstGeom>
          <a:solidFill>
            <a:srgbClr val="DBEAFE">
              <a:alpha val="80000"/>
            </a:srgbClr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10" name="Shape 5"/>
          <p:cNvSpPr/>
          <p:nvPr/>
        </p:nvSpPr>
        <p:spPr>
          <a:xfrm>
            <a:off x="914400" y="1865376"/>
            <a:ext cx="73152" cy="10241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1" name="Shape 6"/>
          <p:cNvSpPr/>
          <p:nvPr/>
        </p:nvSpPr>
        <p:spPr>
          <a:xfrm>
            <a:off x="914400" y="3191256"/>
            <a:ext cx="73152" cy="1024128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914400" y="4507992"/>
            <a:ext cx="73152" cy="10241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3" name="mdpr:trust-layer-48cf3d:title:__title:trust-layer-48cf3d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Trust Layer</a:t>
            </a:r>
            <a:endParaRPr lang="en-US" sz="3400" dirty="0"/>
          </a:p>
        </p:txBody>
      </p:sp>
      <p:sp>
        <p:nvSpPr>
          <p:cNvPr id="14" name="Shape 9"/>
          <p:cNvSpPr/>
          <p:nvPr/>
        </p:nvSpPr>
        <p:spPr>
          <a:xfrm>
            <a:off x="1097280" y="2140428"/>
            <a:ext cx="474025" cy="474025"/>
          </a:xfrm>
          <a:prstGeom prst="roundRect">
            <a:avLst>
              <a:gd name="adj" fmla="val 77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5" name="Image 3" descr="verified icon from tabler-icons (MIT)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70432" y="2213580"/>
            <a:ext cx="327721" cy="327721"/>
          </a:xfrm>
          <a:prstGeom prst="rect">
            <a:avLst/>
          </a:prstGeom>
        </p:spPr>
      </p:pic>
      <p:sp>
        <p:nvSpPr>
          <p:cNvPr id="16" name="mdpr:trust-layer-48cf3d:item-1:block-4"/>
          <p:cNvSpPr txBox="1"/>
          <p:nvPr/>
        </p:nvSpPr>
        <p:spPr>
          <a:xfrm>
            <a:off x="1699321" y="2164080"/>
            <a:ext cx="9255191" cy="42672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Policy checks must be visible enough for executives to understand.</a:t>
            </a:r>
            <a:endParaRPr lang="en-US" sz="2200" dirty="0"/>
          </a:p>
        </p:txBody>
      </p:sp>
      <p:sp>
        <p:nvSpPr>
          <p:cNvPr id="17" name="Shape 11"/>
          <p:cNvSpPr/>
          <p:nvPr/>
        </p:nvSpPr>
        <p:spPr>
          <a:xfrm>
            <a:off x="1097280" y="3466308"/>
            <a:ext cx="474025" cy="474025"/>
          </a:xfrm>
          <a:prstGeom prst="roundRect">
            <a:avLst>
              <a:gd name="adj" fmla="val 77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8" name="Image 4" descr="article icon from tabler-icons (MIT)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70432" y="3539460"/>
            <a:ext cx="327721" cy="327721"/>
          </a:xfrm>
          <a:prstGeom prst="rect">
            <a:avLst/>
          </a:prstGeom>
        </p:spPr>
      </p:pic>
      <p:sp>
        <p:nvSpPr>
          <p:cNvPr id="19" name="mdpr:trust-layer-48cf3d:item-2:block-4"/>
          <p:cNvSpPr txBox="1"/>
          <p:nvPr/>
        </p:nvSpPr>
        <p:spPr>
          <a:xfrm>
            <a:off x="1699321" y="3489960"/>
            <a:ext cx="9255191" cy="42672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Provenance should be connected to the main claim.</a:t>
            </a:r>
            <a:endParaRPr lang="en-US" sz="2200" dirty="0"/>
          </a:p>
        </p:txBody>
      </p:sp>
      <p:sp>
        <p:nvSpPr>
          <p:cNvPr id="20" name="Shape 13"/>
          <p:cNvSpPr/>
          <p:nvPr/>
        </p:nvSpPr>
        <p:spPr>
          <a:xfrm>
            <a:off x="1097280" y="4783044"/>
            <a:ext cx="474025" cy="474025"/>
          </a:xfrm>
          <a:prstGeom prst="roundRect">
            <a:avLst>
              <a:gd name="adj" fmla="val 77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21" name="Image 5" descr="article icon from tabler-icons (MIT)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70432" y="4856196"/>
            <a:ext cx="327721" cy="327721"/>
          </a:xfrm>
          <a:prstGeom prst="rect">
            <a:avLst/>
          </a:prstGeom>
        </p:spPr>
      </p:pic>
      <p:sp>
        <p:nvSpPr>
          <p:cNvPr id="22" name="mdpr:trust-layer-48cf3d:item-3:block-4"/>
          <p:cNvSpPr txBox="1"/>
          <p:nvPr/>
        </p:nvSpPr>
        <p:spPr>
          <a:xfrm>
            <a:off x="1699321" y="4806696"/>
            <a:ext cx="9255191" cy="42672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Review evidence should not become decoration.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111827"/>
      </a:dk1>
      <a:lt1>
        <a:srgbClr val="F8FAFC"/>
      </a:lt1>
      <a:dk2>
        <a:srgbClr val="475569"/>
      </a:dk2>
      <a:lt2>
        <a:srgbClr val="FFFFFF"/>
      </a:lt2>
      <a:accent1>
        <a:srgbClr val="2563EB"/>
      </a:accent1>
      <a:accent2>
        <a:srgbClr val="DBEAFE"/>
      </a:accent2>
      <a:accent3>
        <a:srgbClr val="2563EB"/>
      </a:accent3>
      <a:accent4>
        <a:srgbClr val="475569"/>
      </a:accent4>
      <a:accent5>
        <a:srgbClr val="E2E8F0"/>
      </a:accent5>
      <a:accent6>
        <a:srgbClr val="111827"/>
      </a:accent6>
      <a:hlink>
        <a:srgbClr val="2563EB"/>
      </a:hlink>
      <a:folHlink>
        <a:srgbClr val="DBEAFE"/>
      </a:folHlink>
    </a:clrScheme>
    <a:fontScheme name="Office">
      <a:majorFont>
        <a:latin typeface="Pretendar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mdpresent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Visual Fallback Demo</dc:title>
  <dc:subject>Generated from Markdown through Presentation IR and Layout IR</dc:subject>
  <dc:creator>mdpresent</dc:creator>
  <cp:lastModifiedBy>mdpresent</cp:lastModifiedBy>
  <cp:revision>1</cp:revision>
  <dcterms:created xsi:type="dcterms:W3CDTF">2026-06-29T12:31:16Z</dcterms:created>
  <dcterms:modified xsi:type="dcterms:W3CDTF">2026-06-29T12:31:16Z</dcterms:modified>
</cp:coreProperties>
</file>